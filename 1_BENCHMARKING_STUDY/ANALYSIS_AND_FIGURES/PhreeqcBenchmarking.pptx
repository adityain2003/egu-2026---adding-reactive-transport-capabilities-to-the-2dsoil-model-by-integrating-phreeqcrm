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ink/ink9.xml" ContentType="application/inkml+xml"/>
  <Override PartName="/ppt/ink/ink10.xml" ContentType="application/inkml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ink/ink11.xml" ContentType="application/inkml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ink/ink12.xml" ContentType="application/inkml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ITYA.KAPOOR\Desktop\FERTIGATION_OUTPUT_TE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ITYA.KAPOOR\Desktop\FERTIGATION_OUTPUT_TE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ITYA.KAPOOR\Desktop\FERTIGATION_OUTPUT_TES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ITYA.KAPOOR\Desktop\FERTIGATION_OUTPUT_TES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Numerical Solution Day 1</c:v>
          </c:tx>
          <c:spPr>
            <a:ln w="63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BM_STUDY_SOLUTE_MOVEMENT!$G$3:$G$439</c:f>
              <c:numCache>
                <c:formatCode>General</c:formatCode>
                <c:ptCount val="437"/>
                <c:pt idx="0">
                  <c:v>1</c:v>
                </c:pt>
                <c:pt idx="1">
                  <c:v>0.99956</c:v>
                </c:pt>
                <c:pt idx="2">
                  <c:v>0.99907999999999997</c:v>
                </c:pt>
                <c:pt idx="3">
                  <c:v>0.99856999999999996</c:v>
                </c:pt>
                <c:pt idx="4">
                  <c:v>0.99800999999999995</c:v>
                </c:pt>
                <c:pt idx="5">
                  <c:v>0.99741999999999997</c:v>
                </c:pt>
                <c:pt idx="6">
                  <c:v>0.99678</c:v>
                </c:pt>
                <c:pt idx="7">
                  <c:v>0.99611000000000005</c:v>
                </c:pt>
                <c:pt idx="8">
                  <c:v>0.99538000000000004</c:v>
                </c:pt>
                <c:pt idx="9">
                  <c:v>0.99460000000000004</c:v>
                </c:pt>
                <c:pt idx="10">
                  <c:v>0.99377000000000004</c:v>
                </c:pt>
                <c:pt idx="11">
                  <c:v>0.9929</c:v>
                </c:pt>
                <c:pt idx="12">
                  <c:v>0.99197000000000002</c:v>
                </c:pt>
                <c:pt idx="13">
                  <c:v>0.99097999999999997</c:v>
                </c:pt>
                <c:pt idx="14">
                  <c:v>0.98994000000000004</c:v>
                </c:pt>
                <c:pt idx="15">
                  <c:v>0.98882000000000003</c:v>
                </c:pt>
                <c:pt idx="16">
                  <c:v>0.98765999999999998</c:v>
                </c:pt>
                <c:pt idx="17">
                  <c:v>0.98641999999999996</c:v>
                </c:pt>
                <c:pt idx="18">
                  <c:v>0.98512</c:v>
                </c:pt>
                <c:pt idx="19">
                  <c:v>0.98375000000000001</c:v>
                </c:pt>
                <c:pt idx="20">
                  <c:v>0.98229999999999995</c:v>
                </c:pt>
                <c:pt idx="21">
                  <c:v>0.98079000000000005</c:v>
                </c:pt>
                <c:pt idx="22">
                  <c:v>0.97919</c:v>
                </c:pt>
                <c:pt idx="23">
                  <c:v>0.97751999999999994</c:v>
                </c:pt>
                <c:pt idx="24">
                  <c:v>0.97575000000000001</c:v>
                </c:pt>
                <c:pt idx="25">
                  <c:v>0.97392000000000001</c:v>
                </c:pt>
                <c:pt idx="26">
                  <c:v>0.97197999999999996</c:v>
                </c:pt>
                <c:pt idx="27">
                  <c:v>0.96997999999999995</c:v>
                </c:pt>
                <c:pt idx="28">
                  <c:v>0.96787000000000001</c:v>
                </c:pt>
                <c:pt idx="29">
                  <c:v>0.96565999999999996</c:v>
                </c:pt>
                <c:pt idx="30">
                  <c:v>0.96336999999999995</c:v>
                </c:pt>
                <c:pt idx="31">
                  <c:v>0.96096999999999999</c:v>
                </c:pt>
                <c:pt idx="32">
                  <c:v>0.95848</c:v>
                </c:pt>
                <c:pt idx="33">
                  <c:v>0.95589000000000002</c:v>
                </c:pt>
                <c:pt idx="34">
                  <c:v>0.95316999999999996</c:v>
                </c:pt>
                <c:pt idx="35">
                  <c:v>0.95037000000000005</c:v>
                </c:pt>
                <c:pt idx="36">
                  <c:v>0.94743999999999995</c:v>
                </c:pt>
                <c:pt idx="37">
                  <c:v>0.94442999999999999</c:v>
                </c:pt>
                <c:pt idx="38">
                  <c:v>0.94128000000000001</c:v>
                </c:pt>
                <c:pt idx="39">
                  <c:v>0.93801000000000001</c:v>
                </c:pt>
                <c:pt idx="40">
                  <c:v>0.93462999999999996</c:v>
                </c:pt>
                <c:pt idx="41">
                  <c:v>0.93113999999999997</c:v>
                </c:pt>
                <c:pt idx="42">
                  <c:v>0.92752000000000001</c:v>
                </c:pt>
                <c:pt idx="43">
                  <c:v>0.92374999999999996</c:v>
                </c:pt>
                <c:pt idx="44">
                  <c:v>0.91990000000000005</c:v>
                </c:pt>
                <c:pt idx="45">
                  <c:v>0.91591999999999996</c:v>
                </c:pt>
                <c:pt idx="46">
                  <c:v>0.91178999999999999</c:v>
                </c:pt>
                <c:pt idx="47">
                  <c:v>0.90751999999999999</c:v>
                </c:pt>
                <c:pt idx="48">
                  <c:v>0.90312999999999999</c:v>
                </c:pt>
                <c:pt idx="49">
                  <c:v>0.89864999999999995</c:v>
                </c:pt>
                <c:pt idx="50">
                  <c:v>0.89400000000000002</c:v>
                </c:pt>
                <c:pt idx="51">
                  <c:v>0.88917999999999997</c:v>
                </c:pt>
                <c:pt idx="52">
                  <c:v>0.88427</c:v>
                </c:pt>
                <c:pt idx="53">
                  <c:v>0.87922999999999996</c:v>
                </c:pt>
                <c:pt idx="54">
                  <c:v>0.87400999999999995</c:v>
                </c:pt>
                <c:pt idx="55">
                  <c:v>0.86870999999999998</c:v>
                </c:pt>
                <c:pt idx="56">
                  <c:v>0.86321999999999999</c:v>
                </c:pt>
                <c:pt idx="57">
                  <c:v>0.85760000000000003</c:v>
                </c:pt>
                <c:pt idx="58">
                  <c:v>0.85189999999999999</c:v>
                </c:pt>
                <c:pt idx="59">
                  <c:v>0.84601999999999999</c:v>
                </c:pt>
                <c:pt idx="60">
                  <c:v>0.84001000000000003</c:v>
                </c:pt>
                <c:pt idx="61">
                  <c:v>0.83379999999999999</c:v>
                </c:pt>
                <c:pt idx="62">
                  <c:v>0.82752000000000003</c:v>
                </c:pt>
                <c:pt idx="63">
                  <c:v>0.82111999999999996</c:v>
                </c:pt>
                <c:pt idx="64">
                  <c:v>0.81452000000000002</c:v>
                </c:pt>
                <c:pt idx="65">
                  <c:v>0.80786000000000002</c:v>
                </c:pt>
                <c:pt idx="66">
                  <c:v>0.80101</c:v>
                </c:pt>
                <c:pt idx="67">
                  <c:v>0.79403000000000001</c:v>
                </c:pt>
                <c:pt idx="68">
                  <c:v>0.78693000000000002</c:v>
                </c:pt>
                <c:pt idx="69">
                  <c:v>0.77971000000000001</c:v>
                </c:pt>
                <c:pt idx="70">
                  <c:v>0.77236000000000005</c:v>
                </c:pt>
                <c:pt idx="71">
                  <c:v>0.76490000000000002</c:v>
                </c:pt>
                <c:pt idx="72">
                  <c:v>0.75726000000000004</c:v>
                </c:pt>
                <c:pt idx="73">
                  <c:v>0.74956999999999996</c:v>
                </c:pt>
                <c:pt idx="74">
                  <c:v>0.74170000000000003</c:v>
                </c:pt>
                <c:pt idx="75">
                  <c:v>0.73379000000000005</c:v>
                </c:pt>
                <c:pt idx="76">
                  <c:v>0.72570999999999997</c:v>
                </c:pt>
                <c:pt idx="77">
                  <c:v>0.71752000000000005</c:v>
                </c:pt>
                <c:pt idx="78">
                  <c:v>0.70923999999999998</c:v>
                </c:pt>
                <c:pt idx="79">
                  <c:v>0.70086000000000004</c:v>
                </c:pt>
                <c:pt idx="80">
                  <c:v>0.69238999999999995</c:v>
                </c:pt>
                <c:pt idx="81">
                  <c:v>0.68374999999999997</c:v>
                </c:pt>
                <c:pt idx="82">
                  <c:v>0.67510000000000003</c:v>
                </c:pt>
                <c:pt idx="83">
                  <c:v>0.6663</c:v>
                </c:pt>
                <c:pt idx="84">
                  <c:v>0.65749999999999997</c:v>
                </c:pt>
                <c:pt idx="85">
                  <c:v>0.64854999999999996</c:v>
                </c:pt>
                <c:pt idx="86">
                  <c:v>0.63953000000000004</c:v>
                </c:pt>
                <c:pt idx="87">
                  <c:v>0.63044999999999995</c:v>
                </c:pt>
                <c:pt idx="88">
                  <c:v>0.62129999999999996</c:v>
                </c:pt>
                <c:pt idx="89">
                  <c:v>0.61211000000000004</c:v>
                </c:pt>
                <c:pt idx="90">
                  <c:v>0.60277999999999998</c:v>
                </c:pt>
                <c:pt idx="91">
                  <c:v>0.59348999999999996</c:v>
                </c:pt>
                <c:pt idx="92">
                  <c:v>0.58416000000000001</c:v>
                </c:pt>
                <c:pt idx="93">
                  <c:v>0.57471000000000005</c:v>
                </c:pt>
                <c:pt idx="94">
                  <c:v>0.56523000000000001</c:v>
                </c:pt>
                <c:pt idx="95">
                  <c:v>0.55572999999999995</c:v>
                </c:pt>
                <c:pt idx="96">
                  <c:v>0.54620999999999997</c:v>
                </c:pt>
                <c:pt idx="97">
                  <c:v>0.53666999999999998</c:v>
                </c:pt>
                <c:pt idx="98">
                  <c:v>0.52712999999999999</c:v>
                </c:pt>
                <c:pt idx="99">
                  <c:v>0.51758000000000004</c:v>
                </c:pt>
                <c:pt idx="100">
                  <c:v>0.50795000000000001</c:v>
                </c:pt>
                <c:pt idx="101">
                  <c:v>0.49841000000000002</c:v>
                </c:pt>
                <c:pt idx="102">
                  <c:v>0.48879</c:v>
                </c:pt>
                <c:pt idx="103">
                  <c:v>0.47928999999999999</c:v>
                </c:pt>
                <c:pt idx="104">
                  <c:v>0.46971000000000002</c:v>
                </c:pt>
                <c:pt idx="105">
                  <c:v>0.46017000000000002</c:v>
                </c:pt>
                <c:pt idx="106">
                  <c:v>0.45066000000000001</c:v>
                </c:pt>
                <c:pt idx="107">
                  <c:v>0.44119000000000003</c:v>
                </c:pt>
                <c:pt idx="108">
                  <c:v>0.43168000000000001</c:v>
                </c:pt>
                <c:pt idx="109">
                  <c:v>0.42230000000000001</c:v>
                </c:pt>
                <c:pt idx="110">
                  <c:v>0.41288999999999998</c:v>
                </c:pt>
                <c:pt idx="111">
                  <c:v>0.40361999999999998</c:v>
                </c:pt>
                <c:pt idx="112">
                  <c:v>0.39434000000000002</c:v>
                </c:pt>
                <c:pt idx="113">
                  <c:v>0.38512000000000002</c:v>
                </c:pt>
                <c:pt idx="114">
                  <c:v>0.37597999999999998</c:v>
                </c:pt>
                <c:pt idx="115">
                  <c:v>0.36691000000000001</c:v>
                </c:pt>
                <c:pt idx="116">
                  <c:v>0.35793000000000003</c:v>
                </c:pt>
                <c:pt idx="117">
                  <c:v>0.34903000000000001</c:v>
                </c:pt>
                <c:pt idx="118">
                  <c:v>0.34015000000000001</c:v>
                </c:pt>
                <c:pt idx="119">
                  <c:v>0.33144000000000001</c:v>
                </c:pt>
                <c:pt idx="120">
                  <c:v>0.32274999999999998</c:v>
                </c:pt>
                <c:pt idx="121">
                  <c:v>0.31415999999999999</c:v>
                </c:pt>
                <c:pt idx="122">
                  <c:v>0.30568000000000001</c:v>
                </c:pt>
                <c:pt idx="123">
                  <c:v>0.29737999999999998</c:v>
                </c:pt>
                <c:pt idx="124">
                  <c:v>0.28904999999999997</c:v>
                </c:pt>
                <c:pt idx="125">
                  <c:v>0.28090999999999999</c:v>
                </c:pt>
                <c:pt idx="126">
                  <c:v>0.27289000000000002</c:v>
                </c:pt>
                <c:pt idx="127">
                  <c:v>0.26499</c:v>
                </c:pt>
                <c:pt idx="128">
                  <c:v>0.25714999999999999</c:v>
                </c:pt>
                <c:pt idx="129">
                  <c:v>0.24943000000000001</c:v>
                </c:pt>
                <c:pt idx="130">
                  <c:v>0.24190999999999999</c:v>
                </c:pt>
                <c:pt idx="131">
                  <c:v>0.23446</c:v>
                </c:pt>
                <c:pt idx="132">
                  <c:v>0.22714000000000001</c:v>
                </c:pt>
                <c:pt idx="133">
                  <c:v>0.21995999999999999</c:v>
                </c:pt>
                <c:pt idx="134">
                  <c:v>0.21285000000000001</c:v>
                </c:pt>
                <c:pt idx="135">
                  <c:v>0.20594999999999999</c:v>
                </c:pt>
                <c:pt idx="136">
                  <c:v>0.19918</c:v>
                </c:pt>
                <c:pt idx="137">
                  <c:v>0.1925</c:v>
                </c:pt>
                <c:pt idx="138">
                  <c:v>0.18595999999999999</c:v>
                </c:pt>
                <c:pt idx="139">
                  <c:v>0.17962</c:v>
                </c:pt>
                <c:pt idx="140">
                  <c:v>0.17335999999999999</c:v>
                </c:pt>
                <c:pt idx="141">
                  <c:v>0.16725000000000001</c:v>
                </c:pt>
                <c:pt idx="142">
                  <c:v>0.16128999999999999</c:v>
                </c:pt>
                <c:pt idx="143">
                  <c:v>0.15542</c:v>
                </c:pt>
                <c:pt idx="144">
                  <c:v>0.14974999999999999</c:v>
                </c:pt>
                <c:pt idx="145">
                  <c:v>0.14416999999999999</c:v>
                </c:pt>
                <c:pt idx="146">
                  <c:v>0.13877999999999999</c:v>
                </c:pt>
                <c:pt idx="147">
                  <c:v>0.13349</c:v>
                </c:pt>
                <c:pt idx="148">
                  <c:v>0.12834999999999999</c:v>
                </c:pt>
                <c:pt idx="149">
                  <c:v>0.12334000000000001</c:v>
                </c:pt>
                <c:pt idx="150">
                  <c:v>0.11848</c:v>
                </c:pt>
                <c:pt idx="151">
                  <c:v>0.11376</c:v>
                </c:pt>
                <c:pt idx="152">
                  <c:v>0.10917</c:v>
                </c:pt>
                <c:pt idx="153">
                  <c:v>0.10469000000000001</c:v>
                </c:pt>
                <c:pt idx="154">
                  <c:v>0.10038</c:v>
                </c:pt>
                <c:pt idx="155" formatCode="0.00E+00">
                  <c:v>9.6166000000000001E-2</c:v>
                </c:pt>
                <c:pt idx="156" formatCode="0.00E+00">
                  <c:v>9.2088000000000003E-2</c:v>
                </c:pt>
                <c:pt idx="157" formatCode="0.00E+00">
                  <c:v>8.8174000000000002E-2</c:v>
                </c:pt>
                <c:pt idx="158" formatCode="0.00E+00">
                  <c:v>8.4354999999999999E-2</c:v>
                </c:pt>
                <c:pt idx="159" formatCode="0.00E+00">
                  <c:v>8.0665000000000001E-2</c:v>
                </c:pt>
                <c:pt idx="160" formatCode="0.00E+00">
                  <c:v>7.7068999999999999E-2</c:v>
                </c:pt>
                <c:pt idx="161" formatCode="0.00E+00">
                  <c:v>7.3627999999999999E-2</c:v>
                </c:pt>
                <c:pt idx="162" formatCode="0.00E+00">
                  <c:v>7.0278999999999994E-2</c:v>
                </c:pt>
                <c:pt idx="163" formatCode="0.00E+00">
                  <c:v>6.7076999999999998E-2</c:v>
                </c:pt>
                <c:pt idx="164" formatCode="0.00E+00">
                  <c:v>6.3964999999999994E-2</c:v>
                </c:pt>
                <c:pt idx="165" formatCode="0.00E+00">
                  <c:v>6.0969000000000002E-2</c:v>
                </c:pt>
                <c:pt idx="166" formatCode="0.00E+00">
                  <c:v>5.8083999999999997E-2</c:v>
                </c:pt>
                <c:pt idx="167" formatCode="0.00E+00">
                  <c:v>5.5309999999999998E-2</c:v>
                </c:pt>
                <c:pt idx="168" formatCode="0.00E+00">
                  <c:v>5.2642000000000001E-2</c:v>
                </c:pt>
                <c:pt idx="169" formatCode="0.00E+00">
                  <c:v>5.0078999999999999E-2</c:v>
                </c:pt>
                <c:pt idx="170" formatCode="0.00E+00">
                  <c:v>4.7618000000000001E-2</c:v>
                </c:pt>
                <c:pt idx="171" formatCode="0.00E+00">
                  <c:v>4.5235999999999998E-2</c:v>
                </c:pt>
                <c:pt idx="172" formatCode="0.00E+00">
                  <c:v>4.2951999999999997E-2</c:v>
                </c:pt>
                <c:pt idx="173" formatCode="0.00E+00">
                  <c:v>4.0781999999999999E-2</c:v>
                </c:pt>
                <c:pt idx="174" formatCode="0.00E+00">
                  <c:v>3.8684999999999997E-2</c:v>
                </c:pt>
                <c:pt idx="175" formatCode="0.00E+00">
                  <c:v>3.6678000000000002E-2</c:v>
                </c:pt>
                <c:pt idx="176" formatCode="0.00E+00">
                  <c:v>3.4757000000000003E-2</c:v>
                </c:pt>
                <c:pt idx="177" formatCode="0.00E+00">
                  <c:v>3.2905999999999998E-2</c:v>
                </c:pt>
                <c:pt idx="178" formatCode="0.00E+00">
                  <c:v>3.1153E-2</c:v>
                </c:pt>
                <c:pt idx="179" formatCode="0.00E+00">
                  <c:v>2.9478000000000001E-2</c:v>
                </c:pt>
                <c:pt idx="180" formatCode="0.00E+00">
                  <c:v>2.7865999999999998E-2</c:v>
                </c:pt>
                <c:pt idx="181" formatCode="0.00E+00">
                  <c:v>2.6329000000000002E-2</c:v>
                </c:pt>
                <c:pt idx="182" formatCode="0.00E+00">
                  <c:v>2.4864000000000001E-2</c:v>
                </c:pt>
                <c:pt idx="183" formatCode="0.00E+00">
                  <c:v>2.3480999999999998E-2</c:v>
                </c:pt>
                <c:pt idx="184" formatCode="0.00E+00">
                  <c:v>2.2141000000000001E-2</c:v>
                </c:pt>
                <c:pt idx="185" formatCode="0.00E+00">
                  <c:v>2.0878000000000001E-2</c:v>
                </c:pt>
                <c:pt idx="186" formatCode="0.00E+00">
                  <c:v>1.9677E-2</c:v>
                </c:pt>
                <c:pt idx="187" formatCode="0.00E+00">
                  <c:v>1.8534999999999999E-2</c:v>
                </c:pt>
                <c:pt idx="188" formatCode="0.00E+00">
                  <c:v>1.7441999999999999E-2</c:v>
                </c:pt>
                <c:pt idx="189" formatCode="0.00E+00">
                  <c:v>1.6404999999999999E-2</c:v>
                </c:pt>
                <c:pt idx="190" formatCode="0.00E+00">
                  <c:v>1.5429999999999999E-2</c:v>
                </c:pt>
                <c:pt idx="191" formatCode="0.00E+00">
                  <c:v>1.4498E-2</c:v>
                </c:pt>
                <c:pt idx="192" formatCode="0.00E+00">
                  <c:v>1.3615E-2</c:v>
                </c:pt>
                <c:pt idx="193" formatCode="0.00E+00">
                  <c:v>1.2772E-2</c:v>
                </c:pt>
                <c:pt idx="194" formatCode="0.00E+00">
                  <c:v>1.1982E-2</c:v>
                </c:pt>
                <c:pt idx="195" formatCode="0.00E+00">
                  <c:v>1.1235E-2</c:v>
                </c:pt>
                <c:pt idx="196" formatCode="0.00E+00">
                  <c:v>1.0522999999999999E-2</c:v>
                </c:pt>
                <c:pt idx="197" formatCode="0.00E+00">
                  <c:v>9.8569999999999994E-3</c:v>
                </c:pt>
                <c:pt idx="198" formatCode="0.00E+00">
                  <c:v>9.2230000000000003E-3</c:v>
                </c:pt>
                <c:pt idx="199" formatCode="0.00E+00">
                  <c:v>8.6253000000000007E-3</c:v>
                </c:pt>
                <c:pt idx="200" formatCode="0.00E+00">
                  <c:v>8.0619999999999997E-3</c:v>
                </c:pt>
                <c:pt idx="201" formatCode="0.00E+00">
                  <c:v>7.5316000000000003E-3</c:v>
                </c:pt>
                <c:pt idx="202" formatCode="0.00E+00">
                  <c:v>7.0324000000000003E-3</c:v>
                </c:pt>
                <c:pt idx="203" formatCode="0.00E+00">
                  <c:v>6.5591E-3</c:v>
                </c:pt>
                <c:pt idx="204" formatCode="0.00E+00">
                  <c:v>6.1177999999999996E-3</c:v>
                </c:pt>
                <c:pt idx="205" formatCode="0.00E+00">
                  <c:v>5.7000000000000002E-3</c:v>
                </c:pt>
                <c:pt idx="206" formatCode="0.00E+00">
                  <c:v>5.3078999999999999E-3</c:v>
                </c:pt>
                <c:pt idx="207" formatCode="0.00E+00">
                  <c:v>4.9401000000000002E-3</c:v>
                </c:pt>
                <c:pt idx="208" formatCode="0.00E+00">
                  <c:v>4.5954000000000004E-3</c:v>
                </c:pt>
                <c:pt idx="209" formatCode="0.00E+00">
                  <c:v>4.2724E-3</c:v>
                </c:pt>
                <c:pt idx="210" formatCode="0.00E+00">
                  <c:v>3.9699999999999996E-3</c:v>
                </c:pt>
                <c:pt idx="211" formatCode="0.00E+00">
                  <c:v>3.6870000000000002E-3</c:v>
                </c:pt>
                <c:pt idx="212" formatCode="0.00E+00">
                  <c:v>3.4202999999999998E-3</c:v>
                </c:pt>
                <c:pt idx="213" formatCode="0.00E+00">
                  <c:v>3.1730999999999999E-3</c:v>
                </c:pt>
                <c:pt idx="214" formatCode="0.00E+00">
                  <c:v>2.9404000000000001E-3</c:v>
                </c:pt>
                <c:pt idx="215" formatCode="0.00E+00">
                  <c:v>2.7233000000000001E-3</c:v>
                </c:pt>
                <c:pt idx="216" formatCode="0.00E+00">
                  <c:v>2.5209E-3</c:v>
                </c:pt>
                <c:pt idx="217" formatCode="0.00E+00">
                  <c:v>2.3322E-3</c:v>
                </c:pt>
                <c:pt idx="218" formatCode="0.00E+00">
                  <c:v>2.1565E-3</c:v>
                </c:pt>
                <c:pt idx="219" formatCode="0.00E+00">
                  <c:v>1.9916999999999999E-3</c:v>
                </c:pt>
                <c:pt idx="220" formatCode="0.00E+00">
                  <c:v>1.8396E-3</c:v>
                </c:pt>
                <c:pt idx="221" formatCode="0.00E+00">
                  <c:v>1.6971E-3</c:v>
                </c:pt>
                <c:pt idx="222" formatCode="0.00E+00">
                  <c:v>1.5659000000000001E-3</c:v>
                </c:pt>
                <c:pt idx="223" formatCode="0.00E+00">
                  <c:v>1.4430000000000001E-3</c:v>
                </c:pt>
                <c:pt idx="224" formatCode="0.00E+00">
                  <c:v>1.3290999999999999E-3</c:v>
                </c:pt>
                <c:pt idx="225" formatCode="0.00E+00">
                  <c:v>1.2233999999999999E-3</c:v>
                </c:pt>
                <c:pt idx="226" formatCode="0.00E+00">
                  <c:v>1.1256E-3</c:v>
                </c:pt>
                <c:pt idx="227" formatCode="0.00E+00">
                  <c:v>1.0342999999999999E-3</c:v>
                </c:pt>
                <c:pt idx="228" formatCode="0.00E+00">
                  <c:v>9.5054000000000004E-4</c:v>
                </c:pt>
                <c:pt idx="229" formatCode="0.00E+00">
                  <c:v>8.7248000000000002E-4</c:v>
                </c:pt>
                <c:pt idx="230" formatCode="0.00E+00">
                  <c:v>8.0039E-4</c:v>
                </c:pt>
                <c:pt idx="231" formatCode="0.00E+00">
                  <c:v>7.3435000000000004E-4</c:v>
                </c:pt>
                <c:pt idx="232" formatCode="0.00E+00">
                  <c:v>6.7292000000000003E-4</c:v>
                </c:pt>
                <c:pt idx="233" formatCode="0.00E+00">
                  <c:v>6.1629000000000002E-4</c:v>
                </c:pt>
                <c:pt idx="234" formatCode="0.00E+00">
                  <c:v>5.6371000000000004E-4</c:v>
                </c:pt>
                <c:pt idx="235" formatCode="0.00E+00">
                  <c:v>5.1568999999999996E-4</c:v>
                </c:pt>
                <c:pt idx="236" formatCode="0.00E+00">
                  <c:v>4.7150000000000002E-4</c:v>
                </c:pt>
                <c:pt idx="237" formatCode="0.00E+00">
                  <c:v>4.3054999999999998E-4</c:v>
                </c:pt>
                <c:pt idx="238" formatCode="0.00E+00">
                  <c:v>3.9292999999999999E-4</c:v>
                </c:pt>
                <c:pt idx="239" formatCode="0.00E+00">
                  <c:v>3.5839999999999998E-4</c:v>
                </c:pt>
                <c:pt idx="240" formatCode="0.00E+00">
                  <c:v>3.2672000000000002E-4</c:v>
                </c:pt>
                <c:pt idx="241" formatCode="0.00E+00">
                  <c:v>2.9766999999999999E-4</c:v>
                </c:pt>
                <c:pt idx="242" formatCode="0.00E+00">
                  <c:v>2.7105E-4</c:v>
                </c:pt>
                <c:pt idx="243" formatCode="0.00E+00">
                  <c:v>2.4666999999999999E-4</c:v>
                </c:pt>
                <c:pt idx="244" formatCode="0.00E+00">
                  <c:v>2.2419000000000001E-4</c:v>
                </c:pt>
                <c:pt idx="245" formatCode="0.00E+00">
                  <c:v>2.0379999999999999E-4</c:v>
                </c:pt>
                <c:pt idx="246" formatCode="0.00E+00">
                  <c:v>1.8501999999999999E-4</c:v>
                </c:pt>
                <c:pt idx="247" formatCode="0.00E+00">
                  <c:v>1.6787E-4</c:v>
                </c:pt>
                <c:pt idx="248" formatCode="0.00E+00">
                  <c:v>1.5223E-4</c:v>
                </c:pt>
                <c:pt idx="249" formatCode="0.00E+00">
                  <c:v>1.3795999999999999E-4</c:v>
                </c:pt>
                <c:pt idx="250" formatCode="0.00E+00">
                  <c:v>1.2496E-4</c:v>
                </c:pt>
                <c:pt idx="251" formatCode="0.00E+00">
                  <c:v>1.1302999999999999E-4</c:v>
                </c:pt>
                <c:pt idx="252" formatCode="0.00E+00">
                  <c:v>1.0226E-4</c:v>
                </c:pt>
                <c:pt idx="253" formatCode="0.00E+00">
                  <c:v>9.2397000000000003E-5</c:v>
                </c:pt>
                <c:pt idx="254" formatCode="0.00E+00">
                  <c:v>8.3434000000000001E-5</c:v>
                </c:pt>
                <c:pt idx="255" formatCode="0.00E+00">
                  <c:v>7.5296999999999994E-5</c:v>
                </c:pt>
                <c:pt idx="256" formatCode="0.00E+00">
                  <c:v>6.7914000000000001E-5</c:v>
                </c:pt>
                <c:pt idx="257" formatCode="0.00E+00">
                  <c:v>6.1218999999999998E-5</c:v>
                </c:pt>
                <c:pt idx="258" formatCode="0.00E+00">
                  <c:v>5.5152999999999999E-5</c:v>
                </c:pt>
                <c:pt idx="259" formatCode="0.00E+00">
                  <c:v>4.9620000000000003E-5</c:v>
                </c:pt>
                <c:pt idx="260" formatCode="0.00E+00">
                  <c:v>4.4651000000000003E-5</c:v>
                </c:pt>
                <c:pt idx="261" formatCode="0.00E+00">
                  <c:v>4.0123999999999997E-5</c:v>
                </c:pt>
                <c:pt idx="262" formatCode="0.00E+00">
                  <c:v>3.6035999999999999E-5</c:v>
                </c:pt>
                <c:pt idx="263" formatCode="0.00E+00">
                  <c:v>3.2345000000000003E-5</c:v>
                </c:pt>
                <c:pt idx="264" formatCode="0.00E+00">
                  <c:v>2.9014999999999999E-5</c:v>
                </c:pt>
                <c:pt idx="265" formatCode="0.00E+00">
                  <c:v>2.6013E-5</c:v>
                </c:pt>
                <c:pt idx="266" formatCode="0.00E+00">
                  <c:v>2.3306999999999999E-5</c:v>
                </c:pt>
                <c:pt idx="267" formatCode="0.00E+00">
                  <c:v>2.0854000000000001E-5</c:v>
                </c:pt>
                <c:pt idx="268" formatCode="0.00E+00">
                  <c:v>1.8663000000000001E-5</c:v>
                </c:pt>
                <c:pt idx="269" formatCode="0.00E+00">
                  <c:v>1.6679000000000001E-5</c:v>
                </c:pt>
                <c:pt idx="270" formatCode="0.00E+00">
                  <c:v>1.4897E-5</c:v>
                </c:pt>
                <c:pt idx="271" formatCode="0.00E+00">
                  <c:v>1.3298E-5</c:v>
                </c:pt>
                <c:pt idx="272" formatCode="0.00E+00">
                  <c:v>1.1863E-5</c:v>
                </c:pt>
                <c:pt idx="273" formatCode="0.00E+00">
                  <c:v>1.0577000000000001E-5</c:v>
                </c:pt>
                <c:pt idx="274" formatCode="0.00E+00">
                  <c:v>9.4248E-6</c:v>
                </c:pt>
                <c:pt idx="275" formatCode="0.00E+00">
                  <c:v>8.3858000000000002E-6</c:v>
                </c:pt>
                <c:pt idx="276" formatCode="0.00E+00">
                  <c:v>7.4569999999999999E-6</c:v>
                </c:pt>
                <c:pt idx="277" formatCode="0.00E+00">
                  <c:v>6.6328999999999996E-6</c:v>
                </c:pt>
                <c:pt idx="278" formatCode="0.00E+00">
                  <c:v>5.8911999999999996E-6</c:v>
                </c:pt>
                <c:pt idx="279" formatCode="0.00E+00">
                  <c:v>5.2294000000000003E-6</c:v>
                </c:pt>
                <c:pt idx="280" formatCode="0.00E+00">
                  <c:v>4.6391000000000002E-6</c:v>
                </c:pt>
                <c:pt idx="281" formatCode="0.00E+00">
                  <c:v>4.1094E-6</c:v>
                </c:pt>
                <c:pt idx="282" formatCode="0.00E+00">
                  <c:v>3.6413000000000002E-6</c:v>
                </c:pt>
                <c:pt idx="283" formatCode="0.00E+00">
                  <c:v>3.2216000000000002E-6</c:v>
                </c:pt>
                <c:pt idx="284" formatCode="0.00E+00">
                  <c:v>2.8511999999999999E-6</c:v>
                </c:pt>
                <c:pt idx="285" formatCode="0.00E+00">
                  <c:v>2.5196E-6</c:v>
                </c:pt>
                <c:pt idx="286" formatCode="0.00E+00">
                  <c:v>2.2251999999999999E-6</c:v>
                </c:pt>
                <c:pt idx="287" formatCode="0.00E+00">
                  <c:v>1.9641E-6</c:v>
                </c:pt>
                <c:pt idx="288" formatCode="0.00E+00">
                  <c:v>1.7309E-6</c:v>
                </c:pt>
                <c:pt idx="289" formatCode="0.00E+00">
                  <c:v>1.5260000000000001E-6</c:v>
                </c:pt>
                <c:pt idx="290" formatCode="0.00E+00">
                  <c:v>1.3445E-6</c:v>
                </c:pt>
                <c:pt idx="291" formatCode="0.00E+00">
                  <c:v>1.1826999999999999E-6</c:v>
                </c:pt>
                <c:pt idx="292" formatCode="0.00E+00">
                  <c:v>1.0398E-6</c:v>
                </c:pt>
                <c:pt idx="293" formatCode="0.00E+00">
                  <c:v>9.1363999999999997E-7</c:v>
                </c:pt>
                <c:pt idx="294" formatCode="0.00E+00">
                  <c:v>8.0228000000000001E-7</c:v>
                </c:pt>
                <c:pt idx="295" formatCode="0.00E+00">
                  <c:v>7.0406999999999998E-7</c:v>
                </c:pt>
                <c:pt idx="296" formatCode="0.00E+00">
                  <c:v>6.1752000000000004E-7</c:v>
                </c:pt>
                <c:pt idx="297" formatCode="0.00E+00">
                  <c:v>5.4074999999999997E-7</c:v>
                </c:pt>
                <c:pt idx="298" formatCode="0.00E+00">
                  <c:v>4.7370000000000001E-7</c:v>
                </c:pt>
                <c:pt idx="299" formatCode="0.00E+00">
                  <c:v>4.1431000000000001E-7</c:v>
                </c:pt>
                <c:pt idx="300" formatCode="0.00E+00">
                  <c:v>3.6215E-7</c:v>
                </c:pt>
                <c:pt idx="301" formatCode="0.00E+00">
                  <c:v>3.1636000000000001E-7</c:v>
                </c:pt>
                <c:pt idx="302" formatCode="0.00E+00">
                  <c:v>2.762E-7</c:v>
                </c:pt>
                <c:pt idx="303" formatCode="0.00E+00">
                  <c:v>2.4097999999999998E-7</c:v>
                </c:pt>
                <c:pt idx="304" formatCode="0.00E+00">
                  <c:v>2.1012999999999999E-7</c:v>
                </c:pt>
                <c:pt idx="305" formatCode="0.00E+00">
                  <c:v>1.8293000000000001E-7</c:v>
                </c:pt>
                <c:pt idx="306" formatCode="0.00E+00">
                  <c:v>1.5932E-7</c:v>
                </c:pt>
                <c:pt idx="307" formatCode="0.00E+00">
                  <c:v>1.3853000000000001E-7</c:v>
                </c:pt>
                <c:pt idx="308" formatCode="0.00E+00">
                  <c:v>1.2038E-7</c:v>
                </c:pt>
                <c:pt idx="309" formatCode="0.00E+00">
                  <c:v>1.0454E-7</c:v>
                </c:pt>
                <c:pt idx="310" formatCode="0.00E+00">
                  <c:v>9.0721999999999997E-8</c:v>
                </c:pt>
                <c:pt idx="311" formatCode="0.00E+00">
                  <c:v>7.8602000000000005E-8</c:v>
                </c:pt>
                <c:pt idx="312" formatCode="0.00E+00">
                  <c:v>6.8124999999999996E-8</c:v>
                </c:pt>
                <c:pt idx="313" formatCode="0.00E+00">
                  <c:v>5.8940999999999998E-8</c:v>
                </c:pt>
                <c:pt idx="314" formatCode="0.00E+00">
                  <c:v>5.1009999999999998E-8</c:v>
                </c:pt>
                <c:pt idx="315" formatCode="0.00E+00">
                  <c:v>4.4062000000000001E-8</c:v>
                </c:pt>
                <c:pt idx="316" formatCode="0.00E+00">
                  <c:v>3.8023999999999997E-8</c:v>
                </c:pt>
                <c:pt idx="317" formatCode="0.00E+00">
                  <c:v>3.2739E-8</c:v>
                </c:pt>
                <c:pt idx="318" formatCode="0.00E+00">
                  <c:v>2.8176E-8</c:v>
                </c:pt>
                <c:pt idx="319" formatCode="0.00E+00">
                  <c:v>2.5638999999999999E-8</c:v>
                </c:pt>
                <c:pt idx="320" formatCode="0.00E+00">
                  <c:v>1.8827E-8</c:v>
                </c:pt>
                <c:pt idx="321" formatCode="0.00E+00">
                  <c:v>1.3054000000000001E-8</c:v>
                </c:pt>
                <c:pt idx="322" formatCode="0.00E+00">
                  <c:v>9.0259999999999992E-9</c:v>
                </c:pt>
                <c:pt idx="323" formatCode="0.00E+00">
                  <c:v>6.2125000000000002E-9</c:v>
                </c:pt>
                <c:pt idx="324" formatCode="0.00E+00">
                  <c:v>4.2696999999999998E-9</c:v>
                </c:pt>
                <c:pt idx="325" formatCode="0.00E+00">
                  <c:v>2.9214999999999999E-9</c:v>
                </c:pt>
                <c:pt idx="326" formatCode="0.00E+00">
                  <c:v>1.9943E-9</c:v>
                </c:pt>
                <c:pt idx="327" formatCode="0.00E+00">
                  <c:v>1.3567000000000001E-9</c:v>
                </c:pt>
                <c:pt idx="328" formatCode="0.00E+00">
                  <c:v>9.1996E-10</c:v>
                </c:pt>
                <c:pt idx="329" formatCode="0.00E+00">
                  <c:v>6.2237999999999997E-10</c:v>
                </c:pt>
                <c:pt idx="330" formatCode="0.00E+00">
                  <c:v>4.1967999999999999E-10</c:v>
                </c:pt>
                <c:pt idx="331" formatCode="0.00E+00">
                  <c:v>2.8238000000000001E-10</c:v>
                </c:pt>
                <c:pt idx="332" formatCode="0.00E+00">
                  <c:v>1.8936999999999999E-10</c:v>
                </c:pt>
                <c:pt idx="333" formatCode="0.00E+00">
                  <c:v>1.2659E-10</c:v>
                </c:pt>
                <c:pt idx="334" formatCode="0.00E+00">
                  <c:v>8.4352999999999998E-11</c:v>
                </c:pt>
                <c:pt idx="335" formatCode="0.00E+00">
                  <c:v>5.6090999999999999E-11</c:v>
                </c:pt>
                <c:pt idx="336" formatCode="0.00E+00">
                  <c:v>3.7181000000000003E-11</c:v>
                </c:pt>
                <c:pt idx="337" formatCode="0.00E+00">
                  <c:v>2.4595999999999999E-11</c:v>
                </c:pt>
                <c:pt idx="338" formatCode="0.00E+00">
                  <c:v>1.622E-11</c:v>
                </c:pt>
                <c:pt idx="339" formatCode="0.00E+00">
                  <c:v>1.0663E-11</c:v>
                </c:pt>
                <c:pt idx="340" formatCode="0.00E+00">
                  <c:v>6.9879999999999997E-12</c:v>
                </c:pt>
                <c:pt idx="341" formatCode="0.00E+00">
                  <c:v>4.5709000000000002E-12</c:v>
                </c:pt>
                <c:pt idx="342" formatCode="0.00E+00">
                  <c:v>2.9808E-12</c:v>
                </c:pt>
                <c:pt idx="343" formatCode="0.00E+00">
                  <c:v>1.938E-12</c:v>
                </c:pt>
                <c:pt idx="344" formatCode="0.00E+00">
                  <c:v>1.2577E-12</c:v>
                </c:pt>
                <c:pt idx="345" formatCode="0.00E+00">
                  <c:v>8.1381999999999996E-13</c:v>
                </c:pt>
                <c:pt idx="346" formatCode="0.00E+00">
                  <c:v>5.2564999999999999E-13</c:v>
                </c:pt>
                <c:pt idx="347" formatCode="0.00E+00">
                  <c:v>3.3852000000000001E-13</c:v>
                </c:pt>
                <c:pt idx="348" formatCode="0.00E+00">
                  <c:v>2.1735999999999999E-13</c:v>
                </c:pt>
                <c:pt idx="349" formatCode="0.00E+00">
                  <c:v>1.3917E-13</c:v>
                </c:pt>
                <c:pt idx="350" formatCode="0.00E+00">
                  <c:v>8.8951999999999995E-14</c:v>
                </c:pt>
                <c:pt idx="351" formatCode="0.00E+00">
                  <c:v>5.6692999999999999E-14</c:v>
                </c:pt>
                <c:pt idx="352" formatCode="0.00E+00">
                  <c:v>3.6031000000000002E-14</c:v>
                </c:pt>
                <c:pt idx="353" formatCode="0.00E+00">
                  <c:v>2.2862E-14</c:v>
                </c:pt>
                <c:pt idx="354" formatCode="0.00E+00">
                  <c:v>1.4466000000000001E-14</c:v>
                </c:pt>
                <c:pt idx="355" formatCode="0.00E+00">
                  <c:v>9.1277999999999997E-15</c:v>
                </c:pt>
                <c:pt idx="356" formatCode="0.00E+00">
                  <c:v>5.7507000000000001E-15</c:v>
                </c:pt>
                <c:pt idx="357" formatCode="0.00E+00">
                  <c:v>3.6131000000000003E-15</c:v>
                </c:pt>
                <c:pt idx="358" formatCode="0.00E+00">
                  <c:v>2.2639E-15</c:v>
                </c:pt>
                <c:pt idx="359" formatCode="0.00E+00">
                  <c:v>1.4165E-15</c:v>
                </c:pt>
                <c:pt idx="360" formatCode="0.00E+00">
                  <c:v>8.8386000000000003E-16</c:v>
                </c:pt>
                <c:pt idx="361" formatCode="0.00E+00">
                  <c:v>5.5006000000000001E-16</c:v>
                </c:pt>
                <c:pt idx="362" formatCode="0.00E+00">
                  <c:v>3.4185000000000002E-16</c:v>
                </c:pt>
                <c:pt idx="363" formatCode="0.00E+00">
                  <c:v>2.1189E-16</c:v>
                </c:pt>
                <c:pt idx="364" formatCode="0.00E+00">
                  <c:v>1.3099000000000001E-16</c:v>
                </c:pt>
                <c:pt idx="365" formatCode="0.00E+00">
                  <c:v>8.0877000000000005E-17</c:v>
                </c:pt>
                <c:pt idx="366" formatCode="0.00E+00">
                  <c:v>4.9805000000000003E-17</c:v>
                </c:pt>
                <c:pt idx="367" formatCode="0.00E+00">
                  <c:v>3.0592999999999997E-17</c:v>
                </c:pt>
                <c:pt idx="368" formatCode="0.00E+00">
                  <c:v>1.8768000000000001E-17</c:v>
                </c:pt>
                <c:pt idx="369" formatCode="0.00E+00">
                  <c:v>1.1485E-17</c:v>
                </c:pt>
                <c:pt idx="370" formatCode="0.00E+00">
                  <c:v>7.0097000000000005E-18</c:v>
                </c:pt>
                <c:pt idx="371" formatCode="0.00E+00">
                  <c:v>4.2679000000000002E-18</c:v>
                </c:pt>
                <c:pt idx="372" formatCode="0.00E+00">
                  <c:v>2.5955999999999999E-18</c:v>
                </c:pt>
                <c:pt idx="373" formatCode="0.00E+00">
                  <c:v>1.5747E-18</c:v>
                </c:pt>
                <c:pt idx="374" formatCode="0.00E+00">
                  <c:v>9.5433999999999992E-19</c:v>
                </c:pt>
                <c:pt idx="375" formatCode="0.00E+00">
                  <c:v>5.7692999999999998E-19</c:v>
                </c:pt>
                <c:pt idx="376" formatCode="0.00E+00">
                  <c:v>3.4792E-19</c:v>
                </c:pt>
                <c:pt idx="377" formatCode="0.00E+00">
                  <c:v>2.0932E-19</c:v>
                </c:pt>
                <c:pt idx="378" formatCode="0.00E+00">
                  <c:v>1.2580999999999999E-19</c:v>
                </c:pt>
                <c:pt idx="379" formatCode="0.00E+00">
                  <c:v>7.5439999999999996E-20</c:v>
                </c:pt>
                <c:pt idx="380" formatCode="0.00E+00">
                  <c:v>4.5190000000000003E-20</c:v>
                </c:pt>
                <c:pt idx="381" formatCode="0.00E+00">
                  <c:v>2.6969E-20</c:v>
                </c:pt>
                <c:pt idx="382" formatCode="0.00E+00">
                  <c:v>1.6081E-20</c:v>
                </c:pt>
                <c:pt idx="383" formatCode="0.00E+00">
                  <c:v>9.5806000000000007E-21</c:v>
                </c:pt>
                <c:pt idx="384" formatCode="0.00E+00">
                  <c:v>5.6944E-21</c:v>
                </c:pt>
                <c:pt idx="385" formatCode="0.00E+00">
                  <c:v>3.3767000000000001E-21</c:v>
                </c:pt>
                <c:pt idx="386" formatCode="0.00E+00">
                  <c:v>1.9978000000000001E-21</c:v>
                </c:pt>
                <c:pt idx="387" formatCode="0.00E+00">
                  <c:v>1.1794E-21</c:v>
                </c:pt>
                <c:pt idx="388" formatCode="0.00E+00">
                  <c:v>6.9575000000000002E-22</c:v>
                </c:pt>
                <c:pt idx="389" formatCode="0.00E+00">
                  <c:v>4.1008999999999998E-22</c:v>
                </c:pt>
                <c:pt idx="390" formatCode="0.00E+00">
                  <c:v>2.4083999999999999E-22</c:v>
                </c:pt>
                <c:pt idx="391" formatCode="0.00E+00">
                  <c:v>1.4133999999999999E-22</c:v>
                </c:pt>
                <c:pt idx="392" formatCode="0.00E+00">
                  <c:v>8.2768000000000004E-23</c:v>
                </c:pt>
                <c:pt idx="393" formatCode="0.00E+00">
                  <c:v>4.8436000000000002E-23</c:v>
                </c:pt>
                <c:pt idx="394" formatCode="0.00E+00">
                  <c:v>2.8282999999999998E-23</c:v>
                </c:pt>
                <c:pt idx="395" formatCode="0.00E+00">
                  <c:v>1.648E-23</c:v>
                </c:pt>
                <c:pt idx="396" formatCode="0.00E+00">
                  <c:v>9.5825000000000005E-24</c:v>
                </c:pt>
                <c:pt idx="397" formatCode="0.00E+00">
                  <c:v>5.5684999999999998E-24</c:v>
                </c:pt>
                <c:pt idx="398" formatCode="0.00E+00">
                  <c:v>3.2290999999999999E-24</c:v>
                </c:pt>
                <c:pt idx="399" formatCode="0.00E+00">
                  <c:v>1.8687000000000001E-24</c:v>
                </c:pt>
                <c:pt idx="400" formatCode="0.00E+00">
                  <c:v>1.0808000000000001E-24</c:v>
                </c:pt>
                <c:pt idx="401" formatCode="0.00E+00">
                  <c:v>6.2385000000000002E-25</c:v>
                </c:pt>
                <c:pt idx="402" formatCode="0.00E+00">
                  <c:v>3.5937E-25</c:v>
                </c:pt>
                <c:pt idx="403" formatCode="0.00E+00">
                  <c:v>2.0690999999999999E-25</c:v>
                </c:pt>
                <c:pt idx="404" formatCode="0.00E+00">
                  <c:v>1.1889E-25</c:v>
                </c:pt>
                <c:pt idx="405" formatCode="0.00E+00">
                  <c:v>6.8180999999999996E-26</c:v>
                </c:pt>
                <c:pt idx="406" formatCode="0.00E+00">
                  <c:v>3.9082999999999997E-26</c:v>
                </c:pt>
                <c:pt idx="407" formatCode="0.00E+00">
                  <c:v>2.2357999999999999E-26</c:v>
                </c:pt>
                <c:pt idx="408" formatCode="0.00E+00">
                  <c:v>1.2764999999999999E-26</c:v>
                </c:pt>
                <c:pt idx="409" formatCode="0.00E+00">
                  <c:v>7.2746000000000004E-27</c:v>
                </c:pt>
                <c:pt idx="410" formatCode="0.00E+00">
                  <c:v>4.1440999999999998E-27</c:v>
                </c:pt>
                <c:pt idx="411" formatCode="0.00E+00">
                  <c:v>2.3562999999999999E-27</c:v>
                </c:pt>
                <c:pt idx="412" formatCode="0.00E+00">
                  <c:v>1.3392000000000001E-27</c:v>
                </c:pt>
                <c:pt idx="413" formatCode="0.00E+00">
                  <c:v>7.5854999999999999E-28</c:v>
                </c:pt>
                <c:pt idx="414" formatCode="0.00E+00">
                  <c:v>4.2955999999999998E-28</c:v>
                </c:pt>
                <c:pt idx="415" formatCode="0.00E+00">
                  <c:v>2.4315999999999999E-28</c:v>
                </c:pt>
                <c:pt idx="416" formatCode="0.00E+00">
                  <c:v>1.3718000000000001E-28</c:v>
                </c:pt>
                <c:pt idx="417" formatCode="0.00E+00">
                  <c:v>7.7378999999999996E-29</c:v>
                </c:pt>
                <c:pt idx="418" formatCode="0.00E+00">
                  <c:v>4.3631999999999999E-29</c:v>
                </c:pt>
                <c:pt idx="419" formatCode="0.00E+00">
                  <c:v>2.452E-29</c:v>
                </c:pt>
                <c:pt idx="420" formatCode="0.00E+00">
                  <c:v>1.3776999999999999E-29</c:v>
                </c:pt>
                <c:pt idx="421" formatCode="0.00E+00">
                  <c:v>7.727E-30</c:v>
                </c:pt>
                <c:pt idx="422" formatCode="0.00E+00">
                  <c:v>4.3326999999999997E-30</c:v>
                </c:pt>
                <c:pt idx="423" formatCode="0.00E+00">
                  <c:v>2.4214000000000002E-30</c:v>
                </c:pt>
                <c:pt idx="424" formatCode="0.00E+00">
                  <c:v>1.3532000000000001E-30</c:v>
                </c:pt>
                <c:pt idx="425" formatCode="0.00E+00">
                  <c:v>7.5611000000000003E-31</c:v>
                </c:pt>
                <c:pt idx="426" formatCode="0.00E+00">
                  <c:v>4.2173999999999999E-31</c:v>
                </c:pt>
                <c:pt idx="427" formatCode="0.00E+00">
                  <c:v>2.3482E-31</c:v>
                </c:pt>
                <c:pt idx="428" formatCode="0.00E+00">
                  <c:v>1.3051999999999999E-31</c:v>
                </c:pt>
                <c:pt idx="429" formatCode="0.00E+00">
                  <c:v>7.2430999999999996E-32</c:v>
                </c:pt>
                <c:pt idx="430" formatCode="0.00E+00">
                  <c:v>4.0199999999999999E-32</c:v>
                </c:pt>
                <c:pt idx="431" formatCode="0.00E+00">
                  <c:v>2.2315999999999999E-32</c:v>
                </c:pt>
                <c:pt idx="432" formatCode="0.00E+00">
                  <c:v>1.2365000000000001E-32</c:v>
                </c:pt>
                <c:pt idx="433" formatCode="0.00E+00">
                  <c:v>6.8908999999999994E-33</c:v>
                </c:pt>
                <c:pt idx="434" formatCode="0.00E+00">
                  <c:v>3.9274999999999999E-33</c:v>
                </c:pt>
                <c:pt idx="435" formatCode="0.00E+00">
                  <c:v>2.4529000000000002E-33</c:v>
                </c:pt>
                <c:pt idx="436" formatCode="0.00E+00">
                  <c:v>2.0372000000000001E-33</c:v>
                </c:pt>
              </c:numCache>
            </c:numRef>
          </c:xVal>
          <c:yVal>
            <c:numRef>
              <c:f>BM_STUDY_SOLUTE_MOVEMENT!$F$3:$F$439</c:f>
              <c:numCache>
                <c:formatCode>General</c:formatCode>
                <c:ptCount val="437"/>
                <c:pt idx="0">
                  <c:v>750</c:v>
                </c:pt>
                <c:pt idx="1">
                  <c:v>749</c:v>
                </c:pt>
                <c:pt idx="2">
                  <c:v>748</c:v>
                </c:pt>
                <c:pt idx="3">
                  <c:v>747</c:v>
                </c:pt>
                <c:pt idx="4">
                  <c:v>745.99</c:v>
                </c:pt>
                <c:pt idx="5">
                  <c:v>744.99</c:v>
                </c:pt>
                <c:pt idx="6">
                  <c:v>743.98</c:v>
                </c:pt>
                <c:pt idx="7">
                  <c:v>742.98</c:v>
                </c:pt>
                <c:pt idx="8">
                  <c:v>741.97</c:v>
                </c:pt>
                <c:pt idx="9">
                  <c:v>740.96</c:v>
                </c:pt>
                <c:pt idx="10">
                  <c:v>739.95</c:v>
                </c:pt>
                <c:pt idx="11">
                  <c:v>738.94</c:v>
                </c:pt>
                <c:pt idx="12">
                  <c:v>737.93</c:v>
                </c:pt>
                <c:pt idx="13">
                  <c:v>736.92</c:v>
                </c:pt>
                <c:pt idx="14">
                  <c:v>735.91</c:v>
                </c:pt>
                <c:pt idx="15">
                  <c:v>734.89</c:v>
                </c:pt>
                <c:pt idx="16">
                  <c:v>733.88</c:v>
                </c:pt>
                <c:pt idx="17">
                  <c:v>732.86</c:v>
                </c:pt>
                <c:pt idx="18">
                  <c:v>731.85</c:v>
                </c:pt>
                <c:pt idx="19">
                  <c:v>730.83</c:v>
                </c:pt>
                <c:pt idx="20">
                  <c:v>729.81</c:v>
                </c:pt>
                <c:pt idx="21">
                  <c:v>728.79</c:v>
                </c:pt>
                <c:pt idx="22">
                  <c:v>727.77</c:v>
                </c:pt>
                <c:pt idx="23">
                  <c:v>726.75</c:v>
                </c:pt>
                <c:pt idx="24">
                  <c:v>725.72</c:v>
                </c:pt>
                <c:pt idx="25">
                  <c:v>724.7</c:v>
                </c:pt>
                <c:pt idx="26">
                  <c:v>723.67</c:v>
                </c:pt>
                <c:pt idx="27">
                  <c:v>722.65</c:v>
                </c:pt>
                <c:pt idx="28">
                  <c:v>721.62</c:v>
                </c:pt>
                <c:pt idx="29">
                  <c:v>720.59</c:v>
                </c:pt>
                <c:pt idx="30">
                  <c:v>719.56</c:v>
                </c:pt>
                <c:pt idx="31">
                  <c:v>718.53</c:v>
                </c:pt>
                <c:pt idx="32">
                  <c:v>717.5</c:v>
                </c:pt>
                <c:pt idx="33">
                  <c:v>716.47</c:v>
                </c:pt>
                <c:pt idx="34">
                  <c:v>715.43</c:v>
                </c:pt>
                <c:pt idx="35">
                  <c:v>714.4</c:v>
                </c:pt>
                <c:pt idx="36">
                  <c:v>713.36</c:v>
                </c:pt>
                <c:pt idx="37">
                  <c:v>712.33</c:v>
                </c:pt>
                <c:pt idx="38">
                  <c:v>711.29</c:v>
                </c:pt>
                <c:pt idx="39">
                  <c:v>710.25</c:v>
                </c:pt>
                <c:pt idx="40">
                  <c:v>709.21</c:v>
                </c:pt>
                <c:pt idx="41">
                  <c:v>708.17</c:v>
                </c:pt>
                <c:pt idx="42">
                  <c:v>707.13</c:v>
                </c:pt>
                <c:pt idx="43">
                  <c:v>706.08</c:v>
                </c:pt>
                <c:pt idx="44">
                  <c:v>705.04</c:v>
                </c:pt>
                <c:pt idx="45">
                  <c:v>704</c:v>
                </c:pt>
                <c:pt idx="46">
                  <c:v>702.95</c:v>
                </c:pt>
                <c:pt idx="47">
                  <c:v>701.9</c:v>
                </c:pt>
                <c:pt idx="48">
                  <c:v>700.85</c:v>
                </c:pt>
                <c:pt idx="49">
                  <c:v>699.81</c:v>
                </c:pt>
                <c:pt idx="50">
                  <c:v>698.76</c:v>
                </c:pt>
                <c:pt idx="51">
                  <c:v>697.7</c:v>
                </c:pt>
                <c:pt idx="52">
                  <c:v>696.65</c:v>
                </c:pt>
                <c:pt idx="53">
                  <c:v>695.6</c:v>
                </c:pt>
                <c:pt idx="54">
                  <c:v>694.54</c:v>
                </c:pt>
                <c:pt idx="55">
                  <c:v>693.49</c:v>
                </c:pt>
                <c:pt idx="56">
                  <c:v>692.43</c:v>
                </c:pt>
                <c:pt idx="57">
                  <c:v>691.37</c:v>
                </c:pt>
                <c:pt idx="58">
                  <c:v>690.32</c:v>
                </c:pt>
                <c:pt idx="59">
                  <c:v>689.26</c:v>
                </c:pt>
                <c:pt idx="60">
                  <c:v>688.2</c:v>
                </c:pt>
                <c:pt idx="61">
                  <c:v>687.13</c:v>
                </c:pt>
                <c:pt idx="62">
                  <c:v>686.07</c:v>
                </c:pt>
                <c:pt idx="63">
                  <c:v>685.01</c:v>
                </c:pt>
                <c:pt idx="64">
                  <c:v>683.94</c:v>
                </c:pt>
                <c:pt idx="65">
                  <c:v>682.88</c:v>
                </c:pt>
                <c:pt idx="66">
                  <c:v>681.81</c:v>
                </c:pt>
                <c:pt idx="67">
                  <c:v>680.74</c:v>
                </c:pt>
                <c:pt idx="68">
                  <c:v>679.67</c:v>
                </c:pt>
                <c:pt idx="69">
                  <c:v>678.6</c:v>
                </c:pt>
                <c:pt idx="70">
                  <c:v>677.53</c:v>
                </c:pt>
                <c:pt idx="71">
                  <c:v>676.46</c:v>
                </c:pt>
                <c:pt idx="72">
                  <c:v>675.38</c:v>
                </c:pt>
                <c:pt idx="73">
                  <c:v>674.31</c:v>
                </c:pt>
                <c:pt idx="74">
                  <c:v>673.23</c:v>
                </c:pt>
                <c:pt idx="75">
                  <c:v>672.16</c:v>
                </c:pt>
                <c:pt idx="76">
                  <c:v>671.08</c:v>
                </c:pt>
                <c:pt idx="77">
                  <c:v>670</c:v>
                </c:pt>
                <c:pt idx="78">
                  <c:v>668.92</c:v>
                </c:pt>
                <c:pt idx="79">
                  <c:v>667.84</c:v>
                </c:pt>
                <c:pt idx="80">
                  <c:v>666.76</c:v>
                </c:pt>
                <c:pt idx="81">
                  <c:v>665.67</c:v>
                </c:pt>
                <c:pt idx="82">
                  <c:v>664.59</c:v>
                </c:pt>
                <c:pt idx="83">
                  <c:v>663.5</c:v>
                </c:pt>
                <c:pt idx="84">
                  <c:v>662.42</c:v>
                </c:pt>
                <c:pt idx="85">
                  <c:v>661.33</c:v>
                </c:pt>
                <c:pt idx="86">
                  <c:v>660.24</c:v>
                </c:pt>
                <c:pt idx="87">
                  <c:v>659.15</c:v>
                </c:pt>
                <c:pt idx="88">
                  <c:v>658.06</c:v>
                </c:pt>
                <c:pt idx="89">
                  <c:v>656.97</c:v>
                </c:pt>
                <c:pt idx="90">
                  <c:v>655.87</c:v>
                </c:pt>
                <c:pt idx="91">
                  <c:v>654.78</c:v>
                </c:pt>
                <c:pt idx="92">
                  <c:v>653.69000000000005</c:v>
                </c:pt>
                <c:pt idx="93">
                  <c:v>652.59</c:v>
                </c:pt>
                <c:pt idx="94">
                  <c:v>651.49</c:v>
                </c:pt>
                <c:pt idx="95">
                  <c:v>650.39</c:v>
                </c:pt>
                <c:pt idx="96">
                  <c:v>649.29</c:v>
                </c:pt>
                <c:pt idx="97">
                  <c:v>648.19000000000005</c:v>
                </c:pt>
                <c:pt idx="98">
                  <c:v>647.09</c:v>
                </c:pt>
                <c:pt idx="99">
                  <c:v>645.99</c:v>
                </c:pt>
                <c:pt idx="100">
                  <c:v>644.88</c:v>
                </c:pt>
                <c:pt idx="101">
                  <c:v>643.78</c:v>
                </c:pt>
                <c:pt idx="102">
                  <c:v>642.66999999999996</c:v>
                </c:pt>
                <c:pt idx="103">
                  <c:v>641.57000000000005</c:v>
                </c:pt>
                <c:pt idx="104">
                  <c:v>640.46</c:v>
                </c:pt>
                <c:pt idx="105">
                  <c:v>639.35</c:v>
                </c:pt>
                <c:pt idx="106">
                  <c:v>638.24</c:v>
                </c:pt>
                <c:pt idx="107">
                  <c:v>637.13</c:v>
                </c:pt>
                <c:pt idx="108">
                  <c:v>636.01</c:v>
                </c:pt>
                <c:pt idx="109">
                  <c:v>634.9</c:v>
                </c:pt>
                <c:pt idx="110">
                  <c:v>633.78</c:v>
                </c:pt>
                <c:pt idx="111">
                  <c:v>632.66999999999996</c:v>
                </c:pt>
                <c:pt idx="112">
                  <c:v>631.54999999999995</c:v>
                </c:pt>
                <c:pt idx="113">
                  <c:v>630.42999999999995</c:v>
                </c:pt>
                <c:pt idx="114">
                  <c:v>629.30999999999995</c:v>
                </c:pt>
                <c:pt idx="115">
                  <c:v>628.19000000000005</c:v>
                </c:pt>
                <c:pt idx="116">
                  <c:v>627.07000000000005</c:v>
                </c:pt>
                <c:pt idx="117">
                  <c:v>625.95000000000005</c:v>
                </c:pt>
                <c:pt idx="118">
                  <c:v>624.82000000000005</c:v>
                </c:pt>
                <c:pt idx="119">
                  <c:v>623.70000000000005</c:v>
                </c:pt>
                <c:pt idx="120">
                  <c:v>622.57000000000005</c:v>
                </c:pt>
                <c:pt idx="121">
                  <c:v>621.44000000000005</c:v>
                </c:pt>
                <c:pt idx="122">
                  <c:v>620.30999999999995</c:v>
                </c:pt>
                <c:pt idx="123">
                  <c:v>619.19000000000005</c:v>
                </c:pt>
                <c:pt idx="124">
                  <c:v>618.04999999999995</c:v>
                </c:pt>
                <c:pt idx="125">
                  <c:v>616.91999999999996</c:v>
                </c:pt>
                <c:pt idx="126">
                  <c:v>615.79</c:v>
                </c:pt>
                <c:pt idx="127">
                  <c:v>614.66</c:v>
                </c:pt>
                <c:pt idx="128">
                  <c:v>613.52</c:v>
                </c:pt>
                <c:pt idx="129">
                  <c:v>612.38</c:v>
                </c:pt>
                <c:pt idx="130">
                  <c:v>611.25</c:v>
                </c:pt>
                <c:pt idx="131">
                  <c:v>610.11</c:v>
                </c:pt>
                <c:pt idx="132">
                  <c:v>608.97</c:v>
                </c:pt>
                <c:pt idx="133">
                  <c:v>607.83000000000004</c:v>
                </c:pt>
                <c:pt idx="134">
                  <c:v>606.67999999999995</c:v>
                </c:pt>
                <c:pt idx="135">
                  <c:v>605.54</c:v>
                </c:pt>
                <c:pt idx="136">
                  <c:v>604.4</c:v>
                </c:pt>
                <c:pt idx="137">
                  <c:v>603.25</c:v>
                </c:pt>
                <c:pt idx="138">
                  <c:v>602.1</c:v>
                </c:pt>
                <c:pt idx="139">
                  <c:v>600.96</c:v>
                </c:pt>
                <c:pt idx="140">
                  <c:v>599.80999999999995</c:v>
                </c:pt>
                <c:pt idx="141">
                  <c:v>598.66</c:v>
                </c:pt>
                <c:pt idx="142">
                  <c:v>597.51</c:v>
                </c:pt>
                <c:pt idx="143">
                  <c:v>596.35</c:v>
                </c:pt>
                <c:pt idx="144">
                  <c:v>595.20000000000005</c:v>
                </c:pt>
                <c:pt idx="145">
                  <c:v>594.04</c:v>
                </c:pt>
                <c:pt idx="146">
                  <c:v>592.89</c:v>
                </c:pt>
                <c:pt idx="147">
                  <c:v>591.73</c:v>
                </c:pt>
                <c:pt idx="148">
                  <c:v>590.57000000000005</c:v>
                </c:pt>
                <c:pt idx="149">
                  <c:v>589.41</c:v>
                </c:pt>
                <c:pt idx="150">
                  <c:v>588.25</c:v>
                </c:pt>
                <c:pt idx="151">
                  <c:v>587.09</c:v>
                </c:pt>
                <c:pt idx="152">
                  <c:v>585.92999999999995</c:v>
                </c:pt>
                <c:pt idx="153">
                  <c:v>584.76</c:v>
                </c:pt>
                <c:pt idx="154">
                  <c:v>583.6</c:v>
                </c:pt>
                <c:pt idx="155">
                  <c:v>582.42999999999995</c:v>
                </c:pt>
                <c:pt idx="156">
                  <c:v>581.26</c:v>
                </c:pt>
                <c:pt idx="157">
                  <c:v>580.1</c:v>
                </c:pt>
                <c:pt idx="158">
                  <c:v>578.92999999999995</c:v>
                </c:pt>
                <c:pt idx="159">
                  <c:v>577.76</c:v>
                </c:pt>
                <c:pt idx="160">
                  <c:v>576.58000000000004</c:v>
                </c:pt>
                <c:pt idx="161">
                  <c:v>575.41</c:v>
                </c:pt>
                <c:pt idx="162">
                  <c:v>574.23</c:v>
                </c:pt>
                <c:pt idx="163">
                  <c:v>573.05999999999995</c:v>
                </c:pt>
                <c:pt idx="164">
                  <c:v>571.88</c:v>
                </c:pt>
                <c:pt idx="165">
                  <c:v>570.70000000000005</c:v>
                </c:pt>
                <c:pt idx="166">
                  <c:v>569.52</c:v>
                </c:pt>
                <c:pt idx="167">
                  <c:v>568.34</c:v>
                </c:pt>
                <c:pt idx="168">
                  <c:v>567.16</c:v>
                </c:pt>
                <c:pt idx="169">
                  <c:v>565.98</c:v>
                </c:pt>
                <c:pt idx="170">
                  <c:v>564.79999999999995</c:v>
                </c:pt>
                <c:pt idx="171">
                  <c:v>563.61</c:v>
                </c:pt>
                <c:pt idx="172">
                  <c:v>562.41999999999996</c:v>
                </c:pt>
                <c:pt idx="173">
                  <c:v>561.24</c:v>
                </c:pt>
                <c:pt idx="174">
                  <c:v>560.04999999999995</c:v>
                </c:pt>
                <c:pt idx="175">
                  <c:v>558.86</c:v>
                </c:pt>
                <c:pt idx="176">
                  <c:v>557.66999999999996</c:v>
                </c:pt>
                <c:pt idx="177">
                  <c:v>556.47</c:v>
                </c:pt>
                <c:pt idx="178">
                  <c:v>555.28</c:v>
                </c:pt>
                <c:pt idx="179">
                  <c:v>554.09</c:v>
                </c:pt>
                <c:pt idx="180">
                  <c:v>552.89</c:v>
                </c:pt>
                <c:pt idx="181">
                  <c:v>551.69000000000005</c:v>
                </c:pt>
                <c:pt idx="182">
                  <c:v>550.49</c:v>
                </c:pt>
                <c:pt idx="183">
                  <c:v>549.29999999999995</c:v>
                </c:pt>
                <c:pt idx="184">
                  <c:v>548.09</c:v>
                </c:pt>
                <c:pt idx="185">
                  <c:v>546.89</c:v>
                </c:pt>
                <c:pt idx="186">
                  <c:v>545.69000000000005</c:v>
                </c:pt>
                <c:pt idx="187">
                  <c:v>544.49</c:v>
                </c:pt>
                <c:pt idx="188">
                  <c:v>543.28</c:v>
                </c:pt>
                <c:pt idx="189">
                  <c:v>542.07000000000005</c:v>
                </c:pt>
                <c:pt idx="190">
                  <c:v>540.87</c:v>
                </c:pt>
                <c:pt idx="191">
                  <c:v>539.66</c:v>
                </c:pt>
                <c:pt idx="192">
                  <c:v>538.45000000000005</c:v>
                </c:pt>
                <c:pt idx="193">
                  <c:v>537.23</c:v>
                </c:pt>
                <c:pt idx="194">
                  <c:v>536.02</c:v>
                </c:pt>
                <c:pt idx="195">
                  <c:v>534.80999999999995</c:v>
                </c:pt>
                <c:pt idx="196">
                  <c:v>533.59</c:v>
                </c:pt>
                <c:pt idx="197">
                  <c:v>532.38</c:v>
                </c:pt>
                <c:pt idx="198">
                  <c:v>531.16</c:v>
                </c:pt>
                <c:pt idx="199">
                  <c:v>529.94000000000005</c:v>
                </c:pt>
                <c:pt idx="200">
                  <c:v>528.72</c:v>
                </c:pt>
                <c:pt idx="201">
                  <c:v>527.5</c:v>
                </c:pt>
                <c:pt idx="202">
                  <c:v>526.28</c:v>
                </c:pt>
                <c:pt idx="203">
                  <c:v>525.04999999999995</c:v>
                </c:pt>
                <c:pt idx="204">
                  <c:v>523.83000000000004</c:v>
                </c:pt>
                <c:pt idx="205">
                  <c:v>522.6</c:v>
                </c:pt>
                <c:pt idx="206">
                  <c:v>521.37</c:v>
                </c:pt>
                <c:pt idx="207">
                  <c:v>520.14</c:v>
                </c:pt>
                <c:pt idx="208">
                  <c:v>518.91</c:v>
                </c:pt>
                <c:pt idx="209">
                  <c:v>517.67999999999995</c:v>
                </c:pt>
                <c:pt idx="210">
                  <c:v>516.45000000000005</c:v>
                </c:pt>
                <c:pt idx="211">
                  <c:v>515.22</c:v>
                </c:pt>
                <c:pt idx="212">
                  <c:v>513.98</c:v>
                </c:pt>
                <c:pt idx="213">
                  <c:v>512.75</c:v>
                </c:pt>
                <c:pt idx="214">
                  <c:v>511.51</c:v>
                </c:pt>
                <c:pt idx="215">
                  <c:v>510.27</c:v>
                </c:pt>
                <c:pt idx="216">
                  <c:v>509.03</c:v>
                </c:pt>
                <c:pt idx="217">
                  <c:v>507.79</c:v>
                </c:pt>
                <c:pt idx="218">
                  <c:v>506.55</c:v>
                </c:pt>
                <c:pt idx="219">
                  <c:v>505.3</c:v>
                </c:pt>
                <c:pt idx="220">
                  <c:v>504.06</c:v>
                </c:pt>
                <c:pt idx="221">
                  <c:v>502.81</c:v>
                </c:pt>
                <c:pt idx="222">
                  <c:v>501.57</c:v>
                </c:pt>
                <c:pt idx="223">
                  <c:v>500.32</c:v>
                </c:pt>
                <c:pt idx="224">
                  <c:v>499.07</c:v>
                </c:pt>
                <c:pt idx="225">
                  <c:v>497.82</c:v>
                </c:pt>
                <c:pt idx="226">
                  <c:v>496.57</c:v>
                </c:pt>
                <c:pt idx="227">
                  <c:v>495.31</c:v>
                </c:pt>
                <c:pt idx="228">
                  <c:v>494.06</c:v>
                </c:pt>
                <c:pt idx="229">
                  <c:v>492.8</c:v>
                </c:pt>
                <c:pt idx="230">
                  <c:v>491.54</c:v>
                </c:pt>
                <c:pt idx="231">
                  <c:v>490.29</c:v>
                </c:pt>
                <c:pt idx="232">
                  <c:v>489.03</c:v>
                </c:pt>
                <c:pt idx="233">
                  <c:v>487.77</c:v>
                </c:pt>
                <c:pt idx="234">
                  <c:v>486.5</c:v>
                </c:pt>
                <c:pt idx="235">
                  <c:v>485.24</c:v>
                </c:pt>
                <c:pt idx="236">
                  <c:v>483.98</c:v>
                </c:pt>
                <c:pt idx="237">
                  <c:v>482.71</c:v>
                </c:pt>
                <c:pt idx="238">
                  <c:v>481.44</c:v>
                </c:pt>
                <c:pt idx="239">
                  <c:v>480.17</c:v>
                </c:pt>
                <c:pt idx="240">
                  <c:v>478.9</c:v>
                </c:pt>
                <c:pt idx="241">
                  <c:v>477.63</c:v>
                </c:pt>
                <c:pt idx="242">
                  <c:v>476.36</c:v>
                </c:pt>
                <c:pt idx="243">
                  <c:v>475.09</c:v>
                </c:pt>
                <c:pt idx="244">
                  <c:v>473.81</c:v>
                </c:pt>
                <c:pt idx="245">
                  <c:v>472.54</c:v>
                </c:pt>
                <c:pt idx="246">
                  <c:v>471.26</c:v>
                </c:pt>
                <c:pt idx="247">
                  <c:v>469.98</c:v>
                </c:pt>
                <c:pt idx="248">
                  <c:v>468.7</c:v>
                </c:pt>
                <c:pt idx="249">
                  <c:v>467.42</c:v>
                </c:pt>
                <c:pt idx="250">
                  <c:v>466.14</c:v>
                </c:pt>
                <c:pt idx="251">
                  <c:v>464.85</c:v>
                </c:pt>
                <c:pt idx="252">
                  <c:v>463.57</c:v>
                </c:pt>
                <c:pt idx="253">
                  <c:v>462.28</c:v>
                </c:pt>
                <c:pt idx="254">
                  <c:v>460.99</c:v>
                </c:pt>
                <c:pt idx="255">
                  <c:v>459.7</c:v>
                </c:pt>
                <c:pt idx="256">
                  <c:v>458.41</c:v>
                </c:pt>
                <c:pt idx="257">
                  <c:v>457.12</c:v>
                </c:pt>
                <c:pt idx="258">
                  <c:v>455.83</c:v>
                </c:pt>
                <c:pt idx="259">
                  <c:v>454.53</c:v>
                </c:pt>
                <c:pt idx="260">
                  <c:v>453.24</c:v>
                </c:pt>
                <c:pt idx="261">
                  <c:v>451.94</c:v>
                </c:pt>
                <c:pt idx="262">
                  <c:v>450.64</c:v>
                </c:pt>
                <c:pt idx="263">
                  <c:v>449.34</c:v>
                </c:pt>
                <c:pt idx="264">
                  <c:v>448.04</c:v>
                </c:pt>
                <c:pt idx="265">
                  <c:v>446.74</c:v>
                </c:pt>
                <c:pt idx="266">
                  <c:v>445.44</c:v>
                </c:pt>
                <c:pt idx="267">
                  <c:v>444.13</c:v>
                </c:pt>
                <c:pt idx="268">
                  <c:v>442.83</c:v>
                </c:pt>
                <c:pt idx="269">
                  <c:v>441.52</c:v>
                </c:pt>
                <c:pt idx="270">
                  <c:v>440.21</c:v>
                </c:pt>
                <c:pt idx="271">
                  <c:v>438.9</c:v>
                </c:pt>
                <c:pt idx="272">
                  <c:v>437.59</c:v>
                </c:pt>
                <c:pt idx="273">
                  <c:v>436.28</c:v>
                </c:pt>
                <c:pt idx="274">
                  <c:v>434.97</c:v>
                </c:pt>
                <c:pt idx="275">
                  <c:v>433.65</c:v>
                </c:pt>
                <c:pt idx="276">
                  <c:v>432.33</c:v>
                </c:pt>
                <c:pt idx="277">
                  <c:v>431.02</c:v>
                </c:pt>
                <c:pt idx="278">
                  <c:v>429.7</c:v>
                </c:pt>
                <c:pt idx="279">
                  <c:v>428.38</c:v>
                </c:pt>
                <c:pt idx="280">
                  <c:v>427.06</c:v>
                </c:pt>
                <c:pt idx="281">
                  <c:v>425.73</c:v>
                </c:pt>
                <c:pt idx="282">
                  <c:v>424.41</c:v>
                </c:pt>
                <c:pt idx="283">
                  <c:v>423.08</c:v>
                </c:pt>
                <c:pt idx="284">
                  <c:v>421.76</c:v>
                </c:pt>
                <c:pt idx="285">
                  <c:v>420.43</c:v>
                </c:pt>
                <c:pt idx="286">
                  <c:v>419.1</c:v>
                </c:pt>
                <c:pt idx="287">
                  <c:v>417.77</c:v>
                </c:pt>
                <c:pt idx="288">
                  <c:v>416.43</c:v>
                </c:pt>
                <c:pt idx="289">
                  <c:v>415.1</c:v>
                </c:pt>
                <c:pt idx="290">
                  <c:v>413.77</c:v>
                </c:pt>
                <c:pt idx="291">
                  <c:v>412.43</c:v>
                </c:pt>
                <c:pt idx="292">
                  <c:v>411.09</c:v>
                </c:pt>
                <c:pt idx="293">
                  <c:v>409.75</c:v>
                </c:pt>
                <c:pt idx="294">
                  <c:v>408.41</c:v>
                </c:pt>
                <c:pt idx="295">
                  <c:v>407.07</c:v>
                </c:pt>
                <c:pt idx="296">
                  <c:v>405.73</c:v>
                </c:pt>
                <c:pt idx="297">
                  <c:v>404.38</c:v>
                </c:pt>
                <c:pt idx="298">
                  <c:v>403.04</c:v>
                </c:pt>
                <c:pt idx="299">
                  <c:v>401.69</c:v>
                </c:pt>
                <c:pt idx="300">
                  <c:v>400.34</c:v>
                </c:pt>
                <c:pt idx="301">
                  <c:v>398.99</c:v>
                </c:pt>
                <c:pt idx="302">
                  <c:v>397.64</c:v>
                </c:pt>
                <c:pt idx="303">
                  <c:v>396.29</c:v>
                </c:pt>
                <c:pt idx="304">
                  <c:v>394.94</c:v>
                </c:pt>
                <c:pt idx="305">
                  <c:v>393.58</c:v>
                </c:pt>
                <c:pt idx="306">
                  <c:v>392.23</c:v>
                </c:pt>
                <c:pt idx="307">
                  <c:v>390.87</c:v>
                </c:pt>
                <c:pt idx="308">
                  <c:v>389.51</c:v>
                </c:pt>
                <c:pt idx="309">
                  <c:v>388.15</c:v>
                </c:pt>
                <c:pt idx="310">
                  <c:v>386.79</c:v>
                </c:pt>
                <c:pt idx="311">
                  <c:v>385.42</c:v>
                </c:pt>
                <c:pt idx="312">
                  <c:v>384.06</c:v>
                </c:pt>
                <c:pt idx="313">
                  <c:v>382.69</c:v>
                </c:pt>
                <c:pt idx="314">
                  <c:v>381.33</c:v>
                </c:pt>
                <c:pt idx="315">
                  <c:v>379.96</c:v>
                </c:pt>
                <c:pt idx="316">
                  <c:v>378.59</c:v>
                </c:pt>
                <c:pt idx="317">
                  <c:v>377.21</c:v>
                </c:pt>
                <c:pt idx="318">
                  <c:v>375.84</c:v>
                </c:pt>
                <c:pt idx="319">
                  <c:v>375</c:v>
                </c:pt>
                <c:pt idx="320">
                  <c:v>372.16</c:v>
                </c:pt>
                <c:pt idx="321">
                  <c:v>368.79</c:v>
                </c:pt>
                <c:pt idx="322">
                  <c:v>365.43</c:v>
                </c:pt>
                <c:pt idx="323">
                  <c:v>362.06</c:v>
                </c:pt>
                <c:pt idx="324">
                  <c:v>358.71</c:v>
                </c:pt>
                <c:pt idx="325">
                  <c:v>355.35</c:v>
                </c:pt>
                <c:pt idx="326">
                  <c:v>352</c:v>
                </c:pt>
                <c:pt idx="327">
                  <c:v>348.65</c:v>
                </c:pt>
                <c:pt idx="328">
                  <c:v>345.3</c:v>
                </c:pt>
                <c:pt idx="329">
                  <c:v>341.96</c:v>
                </c:pt>
                <c:pt idx="330">
                  <c:v>338.62</c:v>
                </c:pt>
                <c:pt idx="331">
                  <c:v>335.29</c:v>
                </c:pt>
                <c:pt idx="332">
                  <c:v>331.96</c:v>
                </c:pt>
                <c:pt idx="333">
                  <c:v>328.63</c:v>
                </c:pt>
                <c:pt idx="334">
                  <c:v>325.3</c:v>
                </c:pt>
                <c:pt idx="335">
                  <c:v>321.98</c:v>
                </c:pt>
                <c:pt idx="336">
                  <c:v>318.66000000000003</c:v>
                </c:pt>
                <c:pt idx="337">
                  <c:v>315.35000000000002</c:v>
                </c:pt>
                <c:pt idx="338">
                  <c:v>312.04000000000002</c:v>
                </c:pt>
                <c:pt idx="339">
                  <c:v>308.73</c:v>
                </c:pt>
                <c:pt idx="340">
                  <c:v>305.42</c:v>
                </c:pt>
                <c:pt idx="341">
                  <c:v>302.12</c:v>
                </c:pt>
                <c:pt idx="342">
                  <c:v>298.82</c:v>
                </c:pt>
                <c:pt idx="343">
                  <c:v>295.52</c:v>
                </c:pt>
                <c:pt idx="344">
                  <c:v>292.23</c:v>
                </c:pt>
                <c:pt idx="345">
                  <c:v>288.94</c:v>
                </c:pt>
                <c:pt idx="346">
                  <c:v>285.66000000000003</c:v>
                </c:pt>
                <c:pt idx="347">
                  <c:v>282.38</c:v>
                </c:pt>
                <c:pt idx="348">
                  <c:v>279.10000000000002</c:v>
                </c:pt>
                <c:pt idx="349">
                  <c:v>275.82</c:v>
                </c:pt>
                <c:pt idx="350">
                  <c:v>272.55</c:v>
                </c:pt>
                <c:pt idx="351">
                  <c:v>269.27999999999997</c:v>
                </c:pt>
                <c:pt idx="352">
                  <c:v>266.01</c:v>
                </c:pt>
                <c:pt idx="353">
                  <c:v>262.75</c:v>
                </c:pt>
                <c:pt idx="354">
                  <c:v>259.49</c:v>
                </c:pt>
                <c:pt idx="355">
                  <c:v>256.23</c:v>
                </c:pt>
                <c:pt idx="356">
                  <c:v>252.98</c:v>
                </c:pt>
                <c:pt idx="357">
                  <c:v>249.73</c:v>
                </c:pt>
                <c:pt idx="358">
                  <c:v>246.48</c:v>
                </c:pt>
                <c:pt idx="359">
                  <c:v>243.24</c:v>
                </c:pt>
                <c:pt idx="360">
                  <c:v>240</c:v>
                </c:pt>
                <c:pt idx="361">
                  <c:v>236.76</c:v>
                </c:pt>
                <c:pt idx="362">
                  <c:v>233.53</c:v>
                </c:pt>
                <c:pt idx="363">
                  <c:v>230.3</c:v>
                </c:pt>
                <c:pt idx="364">
                  <c:v>227.07</c:v>
                </c:pt>
                <c:pt idx="365">
                  <c:v>223.85</c:v>
                </c:pt>
                <c:pt idx="366">
                  <c:v>220.63</c:v>
                </c:pt>
                <c:pt idx="367">
                  <c:v>217.41</c:v>
                </c:pt>
                <c:pt idx="368">
                  <c:v>214.2</c:v>
                </c:pt>
                <c:pt idx="369">
                  <c:v>210.99</c:v>
                </c:pt>
                <c:pt idx="370">
                  <c:v>207.78</c:v>
                </c:pt>
                <c:pt idx="371">
                  <c:v>204.57</c:v>
                </c:pt>
                <c:pt idx="372">
                  <c:v>201.37</c:v>
                </c:pt>
                <c:pt idx="373">
                  <c:v>198.17</c:v>
                </c:pt>
                <c:pt idx="374">
                  <c:v>194.98</c:v>
                </c:pt>
                <c:pt idx="375">
                  <c:v>191.79</c:v>
                </c:pt>
                <c:pt idx="376">
                  <c:v>188.6</c:v>
                </c:pt>
                <c:pt idx="377">
                  <c:v>185.41</c:v>
                </c:pt>
                <c:pt idx="378">
                  <c:v>182.23</c:v>
                </c:pt>
                <c:pt idx="379">
                  <c:v>179.05</c:v>
                </c:pt>
                <c:pt idx="380">
                  <c:v>175.88</c:v>
                </c:pt>
                <c:pt idx="381">
                  <c:v>172.7</c:v>
                </c:pt>
                <c:pt idx="382">
                  <c:v>169.53</c:v>
                </c:pt>
                <c:pt idx="383">
                  <c:v>166.37</c:v>
                </c:pt>
                <c:pt idx="384">
                  <c:v>163.21</c:v>
                </c:pt>
                <c:pt idx="385">
                  <c:v>160.05000000000001</c:v>
                </c:pt>
                <c:pt idx="386">
                  <c:v>156.88999999999999</c:v>
                </c:pt>
                <c:pt idx="387">
                  <c:v>153.72999999999999</c:v>
                </c:pt>
                <c:pt idx="388">
                  <c:v>150.58000000000001</c:v>
                </c:pt>
                <c:pt idx="389">
                  <c:v>147.44</c:v>
                </c:pt>
                <c:pt idx="390">
                  <c:v>144.29</c:v>
                </c:pt>
                <c:pt idx="391">
                  <c:v>141.15</c:v>
                </c:pt>
                <c:pt idx="392">
                  <c:v>138.01</c:v>
                </c:pt>
                <c:pt idx="393">
                  <c:v>134.88</c:v>
                </c:pt>
                <c:pt idx="394">
                  <c:v>131.75</c:v>
                </c:pt>
                <c:pt idx="395">
                  <c:v>128.62</c:v>
                </c:pt>
                <c:pt idx="396">
                  <c:v>125.49</c:v>
                </c:pt>
                <c:pt idx="397">
                  <c:v>122.37</c:v>
                </c:pt>
                <c:pt idx="398">
                  <c:v>119.25</c:v>
                </c:pt>
                <c:pt idx="399">
                  <c:v>116.13</c:v>
                </c:pt>
                <c:pt idx="400">
                  <c:v>113.02</c:v>
                </c:pt>
                <c:pt idx="401">
                  <c:v>109.91</c:v>
                </c:pt>
                <c:pt idx="402">
                  <c:v>106.8</c:v>
                </c:pt>
                <c:pt idx="403">
                  <c:v>103.7</c:v>
                </c:pt>
                <c:pt idx="404">
                  <c:v>100.6</c:v>
                </c:pt>
                <c:pt idx="405">
                  <c:v>97.5</c:v>
                </c:pt>
                <c:pt idx="406">
                  <c:v>94.41</c:v>
                </c:pt>
                <c:pt idx="407">
                  <c:v>91.32</c:v>
                </c:pt>
                <c:pt idx="408">
                  <c:v>88.23</c:v>
                </c:pt>
                <c:pt idx="409">
                  <c:v>85.14</c:v>
                </c:pt>
                <c:pt idx="410">
                  <c:v>82.06</c:v>
                </c:pt>
                <c:pt idx="411">
                  <c:v>78.98</c:v>
                </c:pt>
                <c:pt idx="412">
                  <c:v>75.91</c:v>
                </c:pt>
                <c:pt idx="413">
                  <c:v>72.83</c:v>
                </c:pt>
                <c:pt idx="414">
                  <c:v>69.760000000000005</c:v>
                </c:pt>
                <c:pt idx="415">
                  <c:v>66.7</c:v>
                </c:pt>
                <c:pt idx="416">
                  <c:v>63.63</c:v>
                </c:pt>
                <c:pt idx="417">
                  <c:v>60.57</c:v>
                </c:pt>
                <c:pt idx="418">
                  <c:v>57.52</c:v>
                </c:pt>
                <c:pt idx="419">
                  <c:v>54.46</c:v>
                </c:pt>
                <c:pt idx="420">
                  <c:v>51.41</c:v>
                </c:pt>
                <c:pt idx="421">
                  <c:v>48.36</c:v>
                </c:pt>
                <c:pt idx="422">
                  <c:v>45.32</c:v>
                </c:pt>
                <c:pt idx="423">
                  <c:v>42.27</c:v>
                </c:pt>
                <c:pt idx="424">
                  <c:v>39.229999999999997</c:v>
                </c:pt>
                <c:pt idx="425">
                  <c:v>36.200000000000003</c:v>
                </c:pt>
                <c:pt idx="426">
                  <c:v>33.17</c:v>
                </c:pt>
                <c:pt idx="427">
                  <c:v>30.14</c:v>
                </c:pt>
                <c:pt idx="428">
                  <c:v>27.11</c:v>
                </c:pt>
                <c:pt idx="429">
                  <c:v>24.08</c:v>
                </c:pt>
                <c:pt idx="430">
                  <c:v>21.06</c:v>
                </c:pt>
                <c:pt idx="431">
                  <c:v>18.05</c:v>
                </c:pt>
                <c:pt idx="432">
                  <c:v>15.03</c:v>
                </c:pt>
                <c:pt idx="433">
                  <c:v>12.02</c:v>
                </c:pt>
                <c:pt idx="434">
                  <c:v>9.01</c:v>
                </c:pt>
                <c:pt idx="435">
                  <c:v>6</c:v>
                </c:pt>
                <c:pt idx="436">
                  <c:v>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5C5-46F9-8D7E-AC7E633822B2}"/>
            </c:ext>
          </c:extLst>
        </c:ser>
        <c:ser>
          <c:idx val="1"/>
          <c:order val="1"/>
          <c:tx>
            <c:v>Numerical Solution Day 3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BM_STUDY_SOLUTE_MOVEMENT!$G$877:$G$1313</c:f>
              <c:numCache>
                <c:formatCode>General</c:formatCode>
                <c:ptCount val="43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0.99999000000000005</c:v>
                </c:pt>
                <c:pt idx="4">
                  <c:v>0.99999000000000005</c:v>
                </c:pt>
                <c:pt idx="5">
                  <c:v>0.99999000000000005</c:v>
                </c:pt>
                <c:pt idx="6">
                  <c:v>0.99997999999999998</c:v>
                </c:pt>
                <c:pt idx="7">
                  <c:v>0.99997999999999998</c:v>
                </c:pt>
                <c:pt idx="8">
                  <c:v>0.99997000000000003</c:v>
                </c:pt>
                <c:pt idx="9">
                  <c:v>0.99997000000000003</c:v>
                </c:pt>
                <c:pt idx="10">
                  <c:v>0.99995999999999996</c:v>
                </c:pt>
                <c:pt idx="11">
                  <c:v>0.99995999999999996</c:v>
                </c:pt>
                <c:pt idx="12">
                  <c:v>0.99995000000000001</c:v>
                </c:pt>
                <c:pt idx="13">
                  <c:v>0.99995000000000001</c:v>
                </c:pt>
                <c:pt idx="14">
                  <c:v>0.99994000000000005</c:v>
                </c:pt>
                <c:pt idx="15">
                  <c:v>0.99992999999999999</c:v>
                </c:pt>
                <c:pt idx="16">
                  <c:v>0.99992000000000003</c:v>
                </c:pt>
                <c:pt idx="17">
                  <c:v>0.99992000000000003</c:v>
                </c:pt>
                <c:pt idx="18">
                  <c:v>0.99990999999999997</c:v>
                </c:pt>
                <c:pt idx="19">
                  <c:v>0.99990000000000001</c:v>
                </c:pt>
                <c:pt idx="20">
                  <c:v>0.99988999999999995</c:v>
                </c:pt>
                <c:pt idx="21">
                  <c:v>0.99987999999999999</c:v>
                </c:pt>
                <c:pt idx="22">
                  <c:v>0.99987000000000004</c:v>
                </c:pt>
                <c:pt idx="23">
                  <c:v>0.99985000000000002</c:v>
                </c:pt>
                <c:pt idx="24">
                  <c:v>0.99983999999999995</c:v>
                </c:pt>
                <c:pt idx="25">
                  <c:v>0.99983</c:v>
                </c:pt>
                <c:pt idx="26">
                  <c:v>0.99980999999999998</c:v>
                </c:pt>
                <c:pt idx="27">
                  <c:v>0.99980000000000002</c:v>
                </c:pt>
                <c:pt idx="28">
                  <c:v>0.99978</c:v>
                </c:pt>
                <c:pt idx="29">
                  <c:v>0.99977000000000005</c:v>
                </c:pt>
                <c:pt idx="30">
                  <c:v>0.99975000000000003</c:v>
                </c:pt>
                <c:pt idx="31">
                  <c:v>0.99973000000000001</c:v>
                </c:pt>
                <c:pt idx="32">
                  <c:v>0.99970999999999999</c:v>
                </c:pt>
                <c:pt idx="33">
                  <c:v>0.99968999999999997</c:v>
                </c:pt>
                <c:pt idx="34">
                  <c:v>0.99966999999999995</c:v>
                </c:pt>
                <c:pt idx="35">
                  <c:v>0.99965000000000004</c:v>
                </c:pt>
                <c:pt idx="36">
                  <c:v>0.99961999999999995</c:v>
                </c:pt>
                <c:pt idx="37">
                  <c:v>0.99960000000000004</c:v>
                </c:pt>
                <c:pt idx="38">
                  <c:v>0.99956999999999996</c:v>
                </c:pt>
                <c:pt idx="39">
                  <c:v>0.99953999999999998</c:v>
                </c:pt>
                <c:pt idx="40">
                  <c:v>0.99951999999999996</c:v>
                </c:pt>
                <c:pt idx="41">
                  <c:v>0.99948999999999999</c:v>
                </c:pt>
                <c:pt idx="42">
                  <c:v>0.99944999999999995</c:v>
                </c:pt>
                <c:pt idx="43">
                  <c:v>0.99941999999999998</c:v>
                </c:pt>
                <c:pt idx="44">
                  <c:v>0.99938000000000005</c:v>
                </c:pt>
                <c:pt idx="45">
                  <c:v>0.99934999999999996</c:v>
                </c:pt>
                <c:pt idx="46">
                  <c:v>0.99931000000000003</c:v>
                </c:pt>
                <c:pt idx="47">
                  <c:v>0.99926999999999999</c:v>
                </c:pt>
                <c:pt idx="48">
                  <c:v>0.99922999999999995</c:v>
                </c:pt>
                <c:pt idx="49">
                  <c:v>0.99917999999999996</c:v>
                </c:pt>
                <c:pt idx="50">
                  <c:v>0.99912999999999996</c:v>
                </c:pt>
                <c:pt idx="51">
                  <c:v>0.99909000000000003</c:v>
                </c:pt>
                <c:pt idx="52">
                  <c:v>0.99902999999999997</c:v>
                </c:pt>
                <c:pt idx="53">
                  <c:v>0.99897999999999998</c:v>
                </c:pt>
                <c:pt idx="54">
                  <c:v>0.99892999999999998</c:v>
                </c:pt>
                <c:pt idx="55">
                  <c:v>0.99887000000000004</c:v>
                </c:pt>
                <c:pt idx="56">
                  <c:v>0.99880999999999998</c:v>
                </c:pt>
                <c:pt idx="57">
                  <c:v>0.99873999999999996</c:v>
                </c:pt>
                <c:pt idx="58">
                  <c:v>0.99868000000000001</c:v>
                </c:pt>
                <c:pt idx="59">
                  <c:v>0.99861</c:v>
                </c:pt>
                <c:pt idx="60">
                  <c:v>0.99853000000000003</c:v>
                </c:pt>
                <c:pt idx="61">
                  <c:v>0.99846000000000001</c:v>
                </c:pt>
                <c:pt idx="62">
                  <c:v>0.99838000000000005</c:v>
                </c:pt>
                <c:pt idx="63">
                  <c:v>0.99829999999999997</c:v>
                </c:pt>
                <c:pt idx="64">
                  <c:v>0.99821000000000004</c:v>
                </c:pt>
                <c:pt idx="65">
                  <c:v>0.99812000000000001</c:v>
                </c:pt>
                <c:pt idx="66">
                  <c:v>0.99802999999999997</c:v>
                </c:pt>
                <c:pt idx="67">
                  <c:v>0.99792999999999998</c:v>
                </c:pt>
                <c:pt idx="68">
                  <c:v>0.99782999999999999</c:v>
                </c:pt>
                <c:pt idx="69">
                  <c:v>0.99772000000000005</c:v>
                </c:pt>
                <c:pt idx="70">
                  <c:v>0.99761</c:v>
                </c:pt>
                <c:pt idx="71">
                  <c:v>0.99750000000000005</c:v>
                </c:pt>
                <c:pt idx="72">
                  <c:v>0.99738000000000004</c:v>
                </c:pt>
                <c:pt idx="73">
                  <c:v>0.99724999999999997</c:v>
                </c:pt>
                <c:pt idx="74">
                  <c:v>0.99712000000000001</c:v>
                </c:pt>
                <c:pt idx="75">
                  <c:v>0.99699000000000004</c:v>
                </c:pt>
                <c:pt idx="76">
                  <c:v>0.99685000000000001</c:v>
                </c:pt>
                <c:pt idx="77">
                  <c:v>0.99670000000000003</c:v>
                </c:pt>
                <c:pt idx="78">
                  <c:v>0.99655000000000005</c:v>
                </c:pt>
                <c:pt idx="79">
                  <c:v>0.99639999999999995</c:v>
                </c:pt>
                <c:pt idx="80">
                  <c:v>0.99622999999999995</c:v>
                </c:pt>
                <c:pt idx="81">
                  <c:v>0.99605999999999995</c:v>
                </c:pt>
                <c:pt idx="82">
                  <c:v>0.99589000000000005</c:v>
                </c:pt>
                <c:pt idx="83">
                  <c:v>0.99570000000000003</c:v>
                </c:pt>
                <c:pt idx="84">
                  <c:v>0.99551000000000001</c:v>
                </c:pt>
                <c:pt idx="85">
                  <c:v>0.99531999999999998</c:v>
                </c:pt>
                <c:pt idx="86">
                  <c:v>0.99511000000000005</c:v>
                </c:pt>
                <c:pt idx="87">
                  <c:v>0.99490000000000001</c:v>
                </c:pt>
                <c:pt idx="88">
                  <c:v>0.99468000000000001</c:v>
                </c:pt>
                <c:pt idx="89">
                  <c:v>0.99444999999999995</c:v>
                </c:pt>
                <c:pt idx="90">
                  <c:v>0.99421000000000004</c:v>
                </c:pt>
                <c:pt idx="91">
                  <c:v>0.99395999999999995</c:v>
                </c:pt>
                <c:pt idx="92">
                  <c:v>0.99370999999999998</c:v>
                </c:pt>
                <c:pt idx="93">
                  <c:v>0.99343999999999999</c:v>
                </c:pt>
                <c:pt idx="94">
                  <c:v>0.99317</c:v>
                </c:pt>
                <c:pt idx="95">
                  <c:v>0.99289000000000005</c:v>
                </c:pt>
                <c:pt idx="96">
                  <c:v>0.99258999999999997</c:v>
                </c:pt>
                <c:pt idx="97">
                  <c:v>0.99229000000000001</c:v>
                </c:pt>
                <c:pt idx="98">
                  <c:v>0.99197000000000002</c:v>
                </c:pt>
                <c:pt idx="99">
                  <c:v>0.99163999999999997</c:v>
                </c:pt>
                <c:pt idx="100">
                  <c:v>0.99129999999999996</c:v>
                </c:pt>
                <c:pt idx="101">
                  <c:v>0.99095999999999995</c:v>
                </c:pt>
                <c:pt idx="102">
                  <c:v>0.99058999999999997</c:v>
                </c:pt>
                <c:pt idx="103">
                  <c:v>0.99021999999999999</c:v>
                </c:pt>
                <c:pt idx="104">
                  <c:v>0.98982999999999999</c:v>
                </c:pt>
                <c:pt idx="105">
                  <c:v>0.98943000000000003</c:v>
                </c:pt>
                <c:pt idx="106">
                  <c:v>0.98902000000000001</c:v>
                </c:pt>
                <c:pt idx="107">
                  <c:v>0.98858999999999997</c:v>
                </c:pt>
                <c:pt idx="108">
                  <c:v>0.98814999999999997</c:v>
                </c:pt>
                <c:pt idx="109">
                  <c:v>0.98768999999999996</c:v>
                </c:pt>
                <c:pt idx="110">
                  <c:v>0.98721999999999999</c:v>
                </c:pt>
                <c:pt idx="111">
                  <c:v>0.98673</c:v>
                </c:pt>
                <c:pt idx="112">
                  <c:v>0.98623000000000005</c:v>
                </c:pt>
                <c:pt idx="113">
                  <c:v>0.98570999999999998</c:v>
                </c:pt>
                <c:pt idx="114">
                  <c:v>0.98516999999999999</c:v>
                </c:pt>
                <c:pt idx="115">
                  <c:v>0.98462000000000005</c:v>
                </c:pt>
                <c:pt idx="116">
                  <c:v>0.98404999999999998</c:v>
                </c:pt>
                <c:pt idx="117">
                  <c:v>0.98346</c:v>
                </c:pt>
                <c:pt idx="118">
                  <c:v>0.98285</c:v>
                </c:pt>
                <c:pt idx="119">
                  <c:v>0.98223000000000005</c:v>
                </c:pt>
                <c:pt idx="120">
                  <c:v>0.98158000000000001</c:v>
                </c:pt>
                <c:pt idx="121">
                  <c:v>0.98090999999999995</c:v>
                </c:pt>
                <c:pt idx="122">
                  <c:v>0.98023000000000005</c:v>
                </c:pt>
                <c:pt idx="123">
                  <c:v>0.97953000000000001</c:v>
                </c:pt>
                <c:pt idx="124">
                  <c:v>0.97879000000000005</c:v>
                </c:pt>
                <c:pt idx="125">
                  <c:v>0.97804999999999997</c:v>
                </c:pt>
                <c:pt idx="126">
                  <c:v>0.97728000000000004</c:v>
                </c:pt>
                <c:pt idx="127">
                  <c:v>0.97648000000000001</c:v>
                </c:pt>
                <c:pt idx="128">
                  <c:v>0.97565999999999997</c:v>
                </c:pt>
                <c:pt idx="129">
                  <c:v>0.97482000000000002</c:v>
                </c:pt>
                <c:pt idx="130">
                  <c:v>0.97396000000000005</c:v>
                </c:pt>
                <c:pt idx="131">
                  <c:v>0.97306999999999999</c:v>
                </c:pt>
                <c:pt idx="132">
                  <c:v>0.97216000000000002</c:v>
                </c:pt>
                <c:pt idx="133">
                  <c:v>0.97121000000000002</c:v>
                </c:pt>
                <c:pt idx="134">
                  <c:v>0.97023999999999999</c:v>
                </c:pt>
                <c:pt idx="135">
                  <c:v>0.96924999999999994</c:v>
                </c:pt>
                <c:pt idx="136">
                  <c:v>0.96823000000000004</c:v>
                </c:pt>
                <c:pt idx="137">
                  <c:v>0.96718000000000004</c:v>
                </c:pt>
                <c:pt idx="138">
                  <c:v>0.96609</c:v>
                </c:pt>
                <c:pt idx="139">
                  <c:v>0.96499000000000001</c:v>
                </c:pt>
                <c:pt idx="140">
                  <c:v>0.96386000000000005</c:v>
                </c:pt>
                <c:pt idx="141">
                  <c:v>0.96269000000000005</c:v>
                </c:pt>
                <c:pt idx="142">
                  <c:v>0.96148999999999996</c:v>
                </c:pt>
                <c:pt idx="143">
                  <c:v>0.96025000000000005</c:v>
                </c:pt>
                <c:pt idx="144">
                  <c:v>0.95899000000000001</c:v>
                </c:pt>
                <c:pt idx="145">
                  <c:v>0.95769000000000004</c:v>
                </c:pt>
                <c:pt idx="146">
                  <c:v>0.95637000000000005</c:v>
                </c:pt>
                <c:pt idx="147">
                  <c:v>0.95501000000000003</c:v>
                </c:pt>
                <c:pt idx="148">
                  <c:v>0.95360999999999996</c:v>
                </c:pt>
                <c:pt idx="149">
                  <c:v>0.95216999999999996</c:v>
                </c:pt>
                <c:pt idx="150">
                  <c:v>0.95071000000000006</c:v>
                </c:pt>
                <c:pt idx="151">
                  <c:v>0.94920000000000004</c:v>
                </c:pt>
                <c:pt idx="152">
                  <c:v>0.94767000000000001</c:v>
                </c:pt>
                <c:pt idx="153">
                  <c:v>0.94608000000000003</c:v>
                </c:pt>
                <c:pt idx="154">
                  <c:v>0.94447000000000003</c:v>
                </c:pt>
                <c:pt idx="155">
                  <c:v>0.94281000000000004</c:v>
                </c:pt>
                <c:pt idx="156">
                  <c:v>0.94111999999999996</c:v>
                </c:pt>
                <c:pt idx="157">
                  <c:v>0.93940000000000001</c:v>
                </c:pt>
                <c:pt idx="158">
                  <c:v>0.93762000000000001</c:v>
                </c:pt>
                <c:pt idx="159">
                  <c:v>0.93581000000000003</c:v>
                </c:pt>
                <c:pt idx="160">
                  <c:v>0.93393999999999999</c:v>
                </c:pt>
                <c:pt idx="161">
                  <c:v>0.93205000000000005</c:v>
                </c:pt>
                <c:pt idx="162">
                  <c:v>0.93010000000000004</c:v>
                </c:pt>
                <c:pt idx="163">
                  <c:v>0.92811999999999995</c:v>
                </c:pt>
                <c:pt idx="164">
                  <c:v>0.92608999999999997</c:v>
                </c:pt>
                <c:pt idx="165">
                  <c:v>0.92401999999999995</c:v>
                </c:pt>
                <c:pt idx="166">
                  <c:v>0.92190000000000005</c:v>
                </c:pt>
                <c:pt idx="167">
                  <c:v>0.91974</c:v>
                </c:pt>
                <c:pt idx="168">
                  <c:v>0.91752999999999996</c:v>
                </c:pt>
                <c:pt idx="169">
                  <c:v>0.91527999999999998</c:v>
                </c:pt>
                <c:pt idx="170">
                  <c:v>0.91298999999999997</c:v>
                </c:pt>
                <c:pt idx="171">
                  <c:v>0.91063000000000005</c:v>
                </c:pt>
                <c:pt idx="172">
                  <c:v>0.90822999999999998</c:v>
                </c:pt>
                <c:pt idx="173">
                  <c:v>0.90580000000000005</c:v>
                </c:pt>
                <c:pt idx="174">
                  <c:v>0.90329999999999999</c:v>
                </c:pt>
                <c:pt idx="175">
                  <c:v>0.90075000000000005</c:v>
                </c:pt>
                <c:pt idx="176">
                  <c:v>0.89815999999999996</c:v>
                </c:pt>
                <c:pt idx="177">
                  <c:v>0.89549999999999996</c:v>
                </c:pt>
                <c:pt idx="178">
                  <c:v>0.89280999999999999</c:v>
                </c:pt>
                <c:pt idx="179">
                  <c:v>0.89007999999999998</c:v>
                </c:pt>
                <c:pt idx="180">
                  <c:v>0.88727</c:v>
                </c:pt>
                <c:pt idx="181">
                  <c:v>0.88441000000000003</c:v>
                </c:pt>
                <c:pt idx="182">
                  <c:v>0.88151000000000002</c:v>
                </c:pt>
                <c:pt idx="183">
                  <c:v>0.87856999999999996</c:v>
                </c:pt>
                <c:pt idx="184">
                  <c:v>0.87553999999999998</c:v>
                </c:pt>
                <c:pt idx="185">
                  <c:v>0.87248999999999999</c:v>
                </c:pt>
                <c:pt idx="186">
                  <c:v>0.86938000000000004</c:v>
                </c:pt>
                <c:pt idx="187">
                  <c:v>0.86621999999999999</c:v>
                </c:pt>
                <c:pt idx="188">
                  <c:v>0.86299000000000003</c:v>
                </c:pt>
                <c:pt idx="189">
                  <c:v>0.85970000000000002</c:v>
                </c:pt>
                <c:pt idx="190">
                  <c:v>0.85638999999999998</c:v>
                </c:pt>
                <c:pt idx="191">
                  <c:v>0.85299999999999998</c:v>
                </c:pt>
                <c:pt idx="192">
                  <c:v>0.84955999999999998</c:v>
                </c:pt>
                <c:pt idx="193">
                  <c:v>0.84602999999999995</c:v>
                </c:pt>
                <c:pt idx="194">
                  <c:v>0.84248999999999996</c:v>
                </c:pt>
                <c:pt idx="195">
                  <c:v>0.83889000000000002</c:v>
                </c:pt>
                <c:pt idx="196">
                  <c:v>0.83521000000000001</c:v>
                </c:pt>
                <c:pt idx="197">
                  <c:v>0.83150999999999997</c:v>
                </c:pt>
                <c:pt idx="198">
                  <c:v>0.82772999999999997</c:v>
                </c:pt>
                <c:pt idx="199">
                  <c:v>0.82389000000000001</c:v>
                </c:pt>
                <c:pt idx="200">
                  <c:v>0.82</c:v>
                </c:pt>
                <c:pt idx="201">
                  <c:v>0.81606000000000001</c:v>
                </c:pt>
                <c:pt idx="202">
                  <c:v>0.81206999999999996</c:v>
                </c:pt>
                <c:pt idx="203">
                  <c:v>0.80798999999999999</c:v>
                </c:pt>
                <c:pt idx="204">
                  <c:v>0.80389999999999995</c:v>
                </c:pt>
                <c:pt idx="205">
                  <c:v>0.79971999999999999</c:v>
                </c:pt>
                <c:pt idx="206">
                  <c:v>0.79547999999999996</c:v>
                </c:pt>
                <c:pt idx="207">
                  <c:v>0.79120000000000001</c:v>
                </c:pt>
                <c:pt idx="208">
                  <c:v>0.78686999999999996</c:v>
                </c:pt>
                <c:pt idx="209">
                  <c:v>0.78247999999999995</c:v>
                </c:pt>
                <c:pt idx="210">
                  <c:v>0.77805000000000002</c:v>
                </c:pt>
                <c:pt idx="211">
                  <c:v>0.77356000000000003</c:v>
                </c:pt>
                <c:pt idx="212">
                  <c:v>0.76898999999999995</c:v>
                </c:pt>
                <c:pt idx="213">
                  <c:v>0.76441000000000003</c:v>
                </c:pt>
                <c:pt idx="214">
                  <c:v>0.75973999999999997</c:v>
                </c:pt>
                <c:pt idx="215">
                  <c:v>0.75502999999999998</c:v>
                </c:pt>
                <c:pt idx="216">
                  <c:v>0.75026000000000004</c:v>
                </c:pt>
                <c:pt idx="217">
                  <c:v>0.74544999999999995</c:v>
                </c:pt>
                <c:pt idx="218">
                  <c:v>0.74060000000000004</c:v>
                </c:pt>
                <c:pt idx="219">
                  <c:v>0.73565000000000003</c:v>
                </c:pt>
                <c:pt idx="220">
                  <c:v>0.73070000000000002</c:v>
                </c:pt>
                <c:pt idx="221">
                  <c:v>0.72567000000000004</c:v>
                </c:pt>
                <c:pt idx="222">
                  <c:v>0.72062999999999999</c:v>
                </c:pt>
                <c:pt idx="223">
                  <c:v>0.71550999999999998</c:v>
                </c:pt>
                <c:pt idx="224">
                  <c:v>0.71035000000000004</c:v>
                </c:pt>
                <c:pt idx="225">
                  <c:v>0.70513999999999999</c:v>
                </c:pt>
                <c:pt idx="226">
                  <c:v>0.69989000000000001</c:v>
                </c:pt>
                <c:pt idx="227">
                  <c:v>0.69455999999999996</c:v>
                </c:pt>
                <c:pt idx="228">
                  <c:v>0.68923999999999996</c:v>
                </c:pt>
                <c:pt idx="229">
                  <c:v>0.68383000000000005</c:v>
                </c:pt>
                <c:pt idx="230">
                  <c:v>0.67837999999999998</c:v>
                </c:pt>
                <c:pt idx="231">
                  <c:v>0.67293999999999998</c:v>
                </c:pt>
                <c:pt idx="232">
                  <c:v>0.66742000000000001</c:v>
                </c:pt>
                <c:pt idx="233">
                  <c:v>0.66186999999999996</c:v>
                </c:pt>
                <c:pt idx="234">
                  <c:v>0.65624000000000005</c:v>
                </c:pt>
                <c:pt idx="235">
                  <c:v>0.65061999999999998</c:v>
                </c:pt>
                <c:pt idx="236">
                  <c:v>0.64495999999999998</c:v>
                </c:pt>
                <c:pt idx="237">
                  <c:v>0.63924000000000003</c:v>
                </c:pt>
                <c:pt idx="238">
                  <c:v>0.63348000000000004</c:v>
                </c:pt>
                <c:pt idx="239">
                  <c:v>0.62768999999999997</c:v>
                </c:pt>
                <c:pt idx="240">
                  <c:v>0.62187999999999999</c:v>
                </c:pt>
                <c:pt idx="241">
                  <c:v>0.61604000000000003</c:v>
                </c:pt>
                <c:pt idx="242">
                  <c:v>0.61016999999999999</c:v>
                </c:pt>
                <c:pt idx="243">
                  <c:v>0.60428999999999999</c:v>
                </c:pt>
                <c:pt idx="244">
                  <c:v>0.59833000000000003</c:v>
                </c:pt>
                <c:pt idx="245">
                  <c:v>0.59240000000000004</c:v>
                </c:pt>
                <c:pt idx="246">
                  <c:v>0.58640000000000003</c:v>
                </c:pt>
                <c:pt idx="247">
                  <c:v>0.58038000000000001</c:v>
                </c:pt>
                <c:pt idx="248">
                  <c:v>0.57435000000000003</c:v>
                </c:pt>
                <c:pt idx="249">
                  <c:v>0.56830000000000003</c:v>
                </c:pt>
                <c:pt idx="250">
                  <c:v>0.56223999999999996</c:v>
                </c:pt>
                <c:pt idx="251">
                  <c:v>0.55610999999999999</c:v>
                </c:pt>
                <c:pt idx="252">
                  <c:v>0.55001999999999995</c:v>
                </c:pt>
                <c:pt idx="253">
                  <c:v>0.54386999999999996</c:v>
                </c:pt>
                <c:pt idx="254">
                  <c:v>0.53771999999999998</c:v>
                </c:pt>
                <c:pt idx="255">
                  <c:v>0.53156000000000003</c:v>
                </c:pt>
                <c:pt idx="256">
                  <c:v>0.52539000000000002</c:v>
                </c:pt>
                <c:pt idx="257">
                  <c:v>0.51920999999999995</c:v>
                </c:pt>
                <c:pt idx="258">
                  <c:v>0.51302999999999999</c:v>
                </c:pt>
                <c:pt idx="259">
                  <c:v>0.50680999999999998</c:v>
                </c:pt>
                <c:pt idx="260">
                  <c:v>0.50063000000000002</c:v>
                </c:pt>
                <c:pt idx="261">
                  <c:v>0.49440000000000001</c:v>
                </c:pt>
                <c:pt idx="262">
                  <c:v>0.48818</c:v>
                </c:pt>
                <c:pt idx="263">
                  <c:v>0.48196</c:v>
                </c:pt>
                <c:pt idx="264">
                  <c:v>0.47575000000000001</c:v>
                </c:pt>
                <c:pt idx="265">
                  <c:v>0.46954000000000001</c:v>
                </c:pt>
                <c:pt idx="266">
                  <c:v>0.46334999999999998</c:v>
                </c:pt>
                <c:pt idx="267">
                  <c:v>0.45711000000000002</c:v>
                </c:pt>
                <c:pt idx="268">
                  <c:v>0.45094000000000001</c:v>
                </c:pt>
                <c:pt idx="269">
                  <c:v>0.44473000000000001</c:v>
                </c:pt>
                <c:pt idx="270">
                  <c:v>0.43853999999999999</c:v>
                </c:pt>
                <c:pt idx="271">
                  <c:v>0.43236000000000002</c:v>
                </c:pt>
                <c:pt idx="272">
                  <c:v>0.42620000000000002</c:v>
                </c:pt>
                <c:pt idx="273">
                  <c:v>0.42005999999999999</c:v>
                </c:pt>
                <c:pt idx="274">
                  <c:v>0.41393999999999997</c:v>
                </c:pt>
                <c:pt idx="275">
                  <c:v>0.4078</c:v>
                </c:pt>
                <c:pt idx="276">
                  <c:v>0.40167999999999998</c:v>
                </c:pt>
                <c:pt idx="277">
                  <c:v>0.39562999999999998</c:v>
                </c:pt>
                <c:pt idx="278">
                  <c:v>0.38956000000000002</c:v>
                </c:pt>
                <c:pt idx="279">
                  <c:v>0.38352000000000003</c:v>
                </c:pt>
                <c:pt idx="280">
                  <c:v>0.37751000000000001</c:v>
                </c:pt>
                <c:pt idx="281">
                  <c:v>0.37148999999999999</c:v>
                </c:pt>
                <c:pt idx="282">
                  <c:v>0.36553999999999998</c:v>
                </c:pt>
                <c:pt idx="283">
                  <c:v>0.35958000000000001</c:v>
                </c:pt>
                <c:pt idx="284">
                  <c:v>0.35371000000000002</c:v>
                </c:pt>
                <c:pt idx="285">
                  <c:v>0.34782000000000002</c:v>
                </c:pt>
                <c:pt idx="286">
                  <c:v>0.34197</c:v>
                </c:pt>
                <c:pt idx="287">
                  <c:v>0.33616000000000001</c:v>
                </c:pt>
                <c:pt idx="288">
                  <c:v>0.33034000000000002</c:v>
                </c:pt>
                <c:pt idx="289">
                  <c:v>0.32462000000000002</c:v>
                </c:pt>
                <c:pt idx="290">
                  <c:v>0.31892999999999999</c:v>
                </c:pt>
                <c:pt idx="291">
                  <c:v>0.31324000000000002</c:v>
                </c:pt>
                <c:pt idx="292">
                  <c:v>0.30759999999999998</c:v>
                </c:pt>
                <c:pt idx="293">
                  <c:v>0.30201</c:v>
                </c:pt>
                <c:pt idx="294">
                  <c:v>0.29646</c:v>
                </c:pt>
                <c:pt idx="295">
                  <c:v>0.29096</c:v>
                </c:pt>
                <c:pt idx="296">
                  <c:v>0.28550999999999999</c:v>
                </c:pt>
                <c:pt idx="297">
                  <c:v>0.28006999999999999</c:v>
                </c:pt>
                <c:pt idx="298">
                  <c:v>0.27472999999999997</c:v>
                </c:pt>
                <c:pt idx="299">
                  <c:v>0.26939000000000002</c:v>
                </c:pt>
                <c:pt idx="300">
                  <c:v>0.26411000000000001</c:v>
                </c:pt>
                <c:pt idx="301">
                  <c:v>0.25888</c:v>
                </c:pt>
                <c:pt idx="302">
                  <c:v>0.25370999999999999</c:v>
                </c:pt>
                <c:pt idx="303">
                  <c:v>0.24859000000000001</c:v>
                </c:pt>
                <c:pt idx="304">
                  <c:v>0.24353</c:v>
                </c:pt>
                <c:pt idx="305">
                  <c:v>0.23849000000000001</c:v>
                </c:pt>
                <c:pt idx="306">
                  <c:v>0.23354</c:v>
                </c:pt>
                <c:pt idx="307">
                  <c:v>0.22861999999999999</c:v>
                </c:pt>
                <c:pt idx="308">
                  <c:v>0.22375</c:v>
                </c:pt>
                <c:pt idx="309">
                  <c:v>0.21895000000000001</c:v>
                </c:pt>
                <c:pt idx="310">
                  <c:v>0.2142</c:v>
                </c:pt>
                <c:pt idx="311">
                  <c:v>0.20948</c:v>
                </c:pt>
                <c:pt idx="312">
                  <c:v>0.20485999999999999</c:v>
                </c:pt>
                <c:pt idx="313">
                  <c:v>0.20027</c:v>
                </c:pt>
                <c:pt idx="314">
                  <c:v>0.19577</c:v>
                </c:pt>
                <c:pt idx="315">
                  <c:v>0.1913</c:v>
                </c:pt>
                <c:pt idx="316">
                  <c:v>0.18689</c:v>
                </c:pt>
                <c:pt idx="317">
                  <c:v>0.18251999999999999</c:v>
                </c:pt>
                <c:pt idx="318">
                  <c:v>0.17824000000000001</c:v>
                </c:pt>
                <c:pt idx="319">
                  <c:v>0.17563999999999999</c:v>
                </c:pt>
                <c:pt idx="320">
                  <c:v>0.16707</c:v>
                </c:pt>
                <c:pt idx="321">
                  <c:v>0.15726999999999999</c:v>
                </c:pt>
                <c:pt idx="322">
                  <c:v>0.14788000000000001</c:v>
                </c:pt>
                <c:pt idx="323">
                  <c:v>0.13885</c:v>
                </c:pt>
                <c:pt idx="324">
                  <c:v>0.13025999999999999</c:v>
                </c:pt>
                <c:pt idx="325">
                  <c:v>0.12203</c:v>
                </c:pt>
                <c:pt idx="326">
                  <c:v>0.11419</c:v>
                </c:pt>
                <c:pt idx="327">
                  <c:v>0.10672</c:v>
                </c:pt>
                <c:pt idx="328" formatCode="0.00E+00">
                  <c:v>9.9615999999999996E-2</c:v>
                </c:pt>
                <c:pt idx="329" formatCode="0.00E+00">
                  <c:v>9.2884999999999995E-2</c:v>
                </c:pt>
                <c:pt idx="330" formatCode="0.00E+00">
                  <c:v>8.6498000000000005E-2</c:v>
                </c:pt>
                <c:pt idx="331" formatCode="0.00E+00">
                  <c:v>8.0465999999999996E-2</c:v>
                </c:pt>
                <c:pt idx="332" formatCode="0.00E+00">
                  <c:v>7.4759000000000006E-2</c:v>
                </c:pt>
                <c:pt idx="333" formatCode="0.00E+00">
                  <c:v>6.9369E-2</c:v>
                </c:pt>
                <c:pt idx="334" formatCode="0.00E+00">
                  <c:v>6.4284999999999995E-2</c:v>
                </c:pt>
                <c:pt idx="335" formatCode="0.00E+00">
                  <c:v>5.9512000000000002E-2</c:v>
                </c:pt>
                <c:pt idx="336" formatCode="0.00E+00">
                  <c:v>5.5022000000000001E-2</c:v>
                </c:pt>
                <c:pt idx="337" formatCode="0.00E+00">
                  <c:v>5.0819000000000003E-2</c:v>
                </c:pt>
                <c:pt idx="338" formatCode="0.00E+00">
                  <c:v>4.6877000000000002E-2</c:v>
                </c:pt>
                <c:pt idx="339" formatCode="0.00E+00">
                  <c:v>4.3185000000000001E-2</c:v>
                </c:pt>
                <c:pt idx="340" formatCode="0.00E+00">
                  <c:v>3.9733999999999998E-2</c:v>
                </c:pt>
                <c:pt idx="341" formatCode="0.00E+00">
                  <c:v>3.6519999999999997E-2</c:v>
                </c:pt>
                <c:pt idx="342" formatCode="0.00E+00">
                  <c:v>3.3523999999999998E-2</c:v>
                </c:pt>
                <c:pt idx="343" formatCode="0.00E+00">
                  <c:v>3.0734000000000001E-2</c:v>
                </c:pt>
                <c:pt idx="344" formatCode="0.00E+00">
                  <c:v>2.8147999999999999E-2</c:v>
                </c:pt>
                <c:pt idx="345" formatCode="0.00E+00">
                  <c:v>2.5746000000000002E-2</c:v>
                </c:pt>
                <c:pt idx="346" formatCode="0.00E+00">
                  <c:v>2.3525999999999998E-2</c:v>
                </c:pt>
                <c:pt idx="347" formatCode="0.00E+00">
                  <c:v>2.1468999999999999E-2</c:v>
                </c:pt>
                <c:pt idx="348" formatCode="0.00E+00">
                  <c:v>1.9567999999999999E-2</c:v>
                </c:pt>
                <c:pt idx="349" formatCode="0.00E+00">
                  <c:v>1.7812000000000001E-2</c:v>
                </c:pt>
                <c:pt idx="350" formatCode="0.00E+00">
                  <c:v>1.6198000000000001E-2</c:v>
                </c:pt>
                <c:pt idx="351" formatCode="0.00E+00">
                  <c:v>1.4711E-2</c:v>
                </c:pt>
                <c:pt idx="352" formatCode="0.00E+00">
                  <c:v>1.3343000000000001E-2</c:v>
                </c:pt>
                <c:pt idx="353" formatCode="0.00E+00">
                  <c:v>1.2090999999999999E-2</c:v>
                </c:pt>
                <c:pt idx="354" formatCode="0.00E+00">
                  <c:v>1.0943E-2</c:v>
                </c:pt>
                <c:pt idx="355" formatCode="0.00E+00">
                  <c:v>9.8910000000000005E-3</c:v>
                </c:pt>
                <c:pt idx="356" formatCode="0.00E+00">
                  <c:v>8.9315000000000002E-3</c:v>
                </c:pt>
                <c:pt idx="357" formatCode="0.00E+00">
                  <c:v>8.0549000000000003E-3</c:v>
                </c:pt>
                <c:pt idx="358" formatCode="0.00E+00">
                  <c:v>7.2551999999999998E-3</c:v>
                </c:pt>
                <c:pt idx="359" formatCode="0.00E+00">
                  <c:v>6.5287000000000001E-3</c:v>
                </c:pt>
                <c:pt idx="360" formatCode="0.00E+00">
                  <c:v>5.8675000000000003E-3</c:v>
                </c:pt>
                <c:pt idx="361" formatCode="0.00E+00">
                  <c:v>5.2665999999999998E-3</c:v>
                </c:pt>
                <c:pt idx="362" formatCode="0.00E+00">
                  <c:v>4.7229000000000004E-3</c:v>
                </c:pt>
                <c:pt idx="363" formatCode="0.00E+00">
                  <c:v>4.2300000000000003E-3</c:v>
                </c:pt>
                <c:pt idx="364" formatCode="0.00E+00">
                  <c:v>3.7837000000000001E-3</c:v>
                </c:pt>
                <c:pt idx="365" formatCode="0.00E+00">
                  <c:v>3.3815E-3</c:v>
                </c:pt>
                <c:pt idx="366" formatCode="0.00E+00">
                  <c:v>3.0182E-3</c:v>
                </c:pt>
                <c:pt idx="367" formatCode="0.00E+00">
                  <c:v>2.6906E-3</c:v>
                </c:pt>
                <c:pt idx="368" formatCode="0.00E+00">
                  <c:v>2.3963999999999999E-3</c:v>
                </c:pt>
                <c:pt idx="369" formatCode="0.00E+00">
                  <c:v>2.1316999999999998E-3</c:v>
                </c:pt>
                <c:pt idx="370" formatCode="0.00E+00">
                  <c:v>1.8939E-3</c:v>
                </c:pt>
                <c:pt idx="371" formatCode="0.00E+00">
                  <c:v>1.6806E-3</c:v>
                </c:pt>
                <c:pt idx="372" formatCode="0.00E+00">
                  <c:v>1.4898999999999999E-3</c:v>
                </c:pt>
                <c:pt idx="373" formatCode="0.00E+00">
                  <c:v>1.3193E-3</c:v>
                </c:pt>
                <c:pt idx="374" formatCode="0.00E+00">
                  <c:v>1.1672E-3</c:v>
                </c:pt>
                <c:pt idx="375" formatCode="0.00E+00">
                  <c:v>1.0313E-3</c:v>
                </c:pt>
                <c:pt idx="376" formatCode="0.00E+00">
                  <c:v>9.1014999999999998E-4</c:v>
                </c:pt>
                <c:pt idx="377" formatCode="0.00E+00">
                  <c:v>8.0223999999999996E-4</c:v>
                </c:pt>
                <c:pt idx="378" formatCode="0.00E+00">
                  <c:v>7.0653000000000003E-4</c:v>
                </c:pt>
                <c:pt idx="379" formatCode="0.00E+00">
                  <c:v>6.2147999999999999E-4</c:v>
                </c:pt>
                <c:pt idx="380" formatCode="0.00E+00">
                  <c:v>5.4622000000000004E-4</c:v>
                </c:pt>
                <c:pt idx="381" formatCode="0.00E+00">
                  <c:v>4.7929E-4</c:v>
                </c:pt>
                <c:pt idx="382" formatCode="0.00E+00">
                  <c:v>4.2022000000000001E-4</c:v>
                </c:pt>
                <c:pt idx="383" formatCode="0.00E+00">
                  <c:v>3.6812999999999999E-4</c:v>
                </c:pt>
                <c:pt idx="384" formatCode="0.00E+00">
                  <c:v>3.2211000000000002E-4</c:v>
                </c:pt>
                <c:pt idx="385" formatCode="0.00E+00">
                  <c:v>2.8150000000000001E-4</c:v>
                </c:pt>
                <c:pt idx="386" formatCode="0.00E+00">
                  <c:v>2.4572E-4</c:v>
                </c:pt>
                <c:pt idx="387" formatCode="0.00E+00">
                  <c:v>2.1421999999999999E-4</c:v>
                </c:pt>
                <c:pt idx="388" formatCode="0.00E+00">
                  <c:v>1.8662E-4</c:v>
                </c:pt>
                <c:pt idx="389" formatCode="0.00E+00">
                  <c:v>1.6244999999999999E-4</c:v>
                </c:pt>
                <c:pt idx="390" formatCode="0.00E+00">
                  <c:v>1.4117000000000001E-4</c:v>
                </c:pt>
                <c:pt idx="391" formatCode="0.00E+00">
                  <c:v>1.226E-4</c:v>
                </c:pt>
                <c:pt idx="392" formatCode="0.00E+00">
                  <c:v>1.0632999999999999E-4</c:v>
                </c:pt>
                <c:pt idx="393" formatCode="0.00E+00">
                  <c:v>9.2162000000000003E-5</c:v>
                </c:pt>
                <c:pt idx="394" formatCode="0.00E+00">
                  <c:v>7.9783000000000005E-5</c:v>
                </c:pt>
                <c:pt idx="395" formatCode="0.00E+00">
                  <c:v>6.8985000000000004E-5</c:v>
                </c:pt>
                <c:pt idx="396" formatCode="0.00E+00">
                  <c:v>5.9577999999999998E-5</c:v>
                </c:pt>
                <c:pt idx="397" formatCode="0.00E+00">
                  <c:v>5.1416999999999999E-5</c:v>
                </c:pt>
                <c:pt idx="398" formatCode="0.00E+00">
                  <c:v>4.4322E-5</c:v>
                </c:pt>
                <c:pt idx="399" formatCode="0.00E+00">
                  <c:v>3.8160000000000001E-5</c:v>
                </c:pt>
                <c:pt idx="400" formatCode="0.00E+00">
                  <c:v>3.2833000000000002E-5</c:v>
                </c:pt>
                <c:pt idx="401" formatCode="0.00E+00">
                  <c:v>2.8215999999999999E-5</c:v>
                </c:pt>
                <c:pt idx="402" formatCode="0.00E+00">
                  <c:v>2.4219999999999999E-5</c:v>
                </c:pt>
                <c:pt idx="403" formatCode="0.00E+00">
                  <c:v>2.0775999999999999E-5</c:v>
                </c:pt>
                <c:pt idx="404" formatCode="0.00E+00">
                  <c:v>1.7801000000000001E-5</c:v>
                </c:pt>
                <c:pt idx="405" formatCode="0.00E+00">
                  <c:v>1.5234E-5</c:v>
                </c:pt>
                <c:pt idx="406" formatCode="0.00E+00">
                  <c:v>1.3029E-5</c:v>
                </c:pt>
                <c:pt idx="407" formatCode="0.00E+00">
                  <c:v>1.113E-5</c:v>
                </c:pt>
                <c:pt idx="408" formatCode="0.00E+00">
                  <c:v>9.4968000000000003E-6</c:v>
                </c:pt>
                <c:pt idx="409" formatCode="0.00E+00">
                  <c:v>8.0940999999999993E-6</c:v>
                </c:pt>
                <c:pt idx="410" formatCode="0.00E+00">
                  <c:v>6.8942E-6</c:v>
                </c:pt>
                <c:pt idx="411" formatCode="0.00E+00">
                  <c:v>5.8655E-6</c:v>
                </c:pt>
                <c:pt idx="412" formatCode="0.00E+00">
                  <c:v>4.9871000000000001E-6</c:v>
                </c:pt>
                <c:pt idx="413" formatCode="0.00E+00">
                  <c:v>4.2332999999999998E-6</c:v>
                </c:pt>
                <c:pt idx="414" formatCode="0.00E+00">
                  <c:v>3.5912999999999998E-6</c:v>
                </c:pt>
                <c:pt idx="415" formatCode="0.00E+00">
                  <c:v>3.0446999999999998E-6</c:v>
                </c:pt>
                <c:pt idx="416" formatCode="0.00E+00">
                  <c:v>2.5770999999999999E-6</c:v>
                </c:pt>
                <c:pt idx="417" formatCode="0.00E+00">
                  <c:v>2.1799999999999999E-6</c:v>
                </c:pt>
                <c:pt idx="418" formatCode="0.00E+00">
                  <c:v>1.843E-6</c:v>
                </c:pt>
                <c:pt idx="419" formatCode="0.00E+00">
                  <c:v>1.5556E-6</c:v>
                </c:pt>
                <c:pt idx="420" formatCode="0.00E+00">
                  <c:v>1.3121999999999999E-6</c:v>
                </c:pt>
                <c:pt idx="421" formatCode="0.00E+00">
                  <c:v>1.1057000000000001E-6</c:v>
                </c:pt>
                <c:pt idx="422" formatCode="0.00E+00">
                  <c:v>9.3116000000000003E-7</c:v>
                </c:pt>
                <c:pt idx="423" formatCode="0.00E+00">
                  <c:v>7.8291999999999997E-7</c:v>
                </c:pt>
                <c:pt idx="424" formatCode="0.00E+00">
                  <c:v>6.5796000000000005E-7</c:v>
                </c:pt>
                <c:pt idx="425" formatCode="0.00E+00">
                  <c:v>5.5270999999999998E-7</c:v>
                </c:pt>
                <c:pt idx="426" formatCode="0.00E+00">
                  <c:v>4.6388E-7</c:v>
                </c:pt>
                <c:pt idx="427" formatCode="0.00E+00">
                  <c:v>3.8906000000000002E-7</c:v>
                </c:pt>
                <c:pt idx="428" formatCode="0.00E+00">
                  <c:v>3.2618999999999998E-7</c:v>
                </c:pt>
                <c:pt idx="429" formatCode="0.00E+00">
                  <c:v>2.7355000000000001E-7</c:v>
                </c:pt>
                <c:pt idx="430" formatCode="0.00E+00">
                  <c:v>2.2984E-7</c:v>
                </c:pt>
                <c:pt idx="431" formatCode="0.00E+00">
                  <c:v>1.9387E-7</c:v>
                </c:pt>
                <c:pt idx="432" formatCode="0.00E+00">
                  <c:v>1.6455E-7</c:v>
                </c:pt>
                <c:pt idx="433" formatCode="0.00E+00">
                  <c:v>1.4154000000000001E-7</c:v>
                </c:pt>
                <c:pt idx="434" formatCode="0.00E+00">
                  <c:v>1.2454999999999999E-7</c:v>
                </c:pt>
                <c:pt idx="435" formatCode="0.00E+00">
                  <c:v>1.1385E-7</c:v>
                </c:pt>
                <c:pt idx="436" formatCode="0.00E+00">
                  <c:v>1.1043E-7</c:v>
                </c:pt>
              </c:numCache>
            </c:numRef>
          </c:xVal>
          <c:yVal>
            <c:numRef>
              <c:f>BM_STUDY_SOLUTE_MOVEMENT!$F$877:$F$1313</c:f>
              <c:numCache>
                <c:formatCode>General</c:formatCode>
                <c:ptCount val="437"/>
                <c:pt idx="0">
                  <c:v>750</c:v>
                </c:pt>
                <c:pt idx="1">
                  <c:v>749</c:v>
                </c:pt>
                <c:pt idx="2">
                  <c:v>748</c:v>
                </c:pt>
                <c:pt idx="3">
                  <c:v>747</c:v>
                </c:pt>
                <c:pt idx="4">
                  <c:v>745.99</c:v>
                </c:pt>
                <c:pt idx="5">
                  <c:v>744.99</c:v>
                </c:pt>
                <c:pt idx="6">
                  <c:v>743.98</c:v>
                </c:pt>
                <c:pt idx="7">
                  <c:v>742.98</c:v>
                </c:pt>
                <c:pt idx="8">
                  <c:v>741.97</c:v>
                </c:pt>
                <c:pt idx="9">
                  <c:v>740.96</c:v>
                </c:pt>
                <c:pt idx="10">
                  <c:v>739.95</c:v>
                </c:pt>
                <c:pt idx="11">
                  <c:v>738.94</c:v>
                </c:pt>
                <c:pt idx="12">
                  <c:v>737.93</c:v>
                </c:pt>
                <c:pt idx="13">
                  <c:v>736.92</c:v>
                </c:pt>
                <c:pt idx="14">
                  <c:v>735.91</c:v>
                </c:pt>
                <c:pt idx="15">
                  <c:v>734.89</c:v>
                </c:pt>
                <c:pt idx="16">
                  <c:v>733.88</c:v>
                </c:pt>
                <c:pt idx="17">
                  <c:v>732.86</c:v>
                </c:pt>
                <c:pt idx="18">
                  <c:v>731.85</c:v>
                </c:pt>
                <c:pt idx="19">
                  <c:v>730.83</c:v>
                </c:pt>
                <c:pt idx="20">
                  <c:v>729.81</c:v>
                </c:pt>
                <c:pt idx="21">
                  <c:v>728.79</c:v>
                </c:pt>
                <c:pt idx="22">
                  <c:v>727.77</c:v>
                </c:pt>
                <c:pt idx="23">
                  <c:v>726.75</c:v>
                </c:pt>
                <c:pt idx="24">
                  <c:v>725.72</c:v>
                </c:pt>
                <c:pt idx="25">
                  <c:v>724.7</c:v>
                </c:pt>
                <c:pt idx="26">
                  <c:v>723.67</c:v>
                </c:pt>
                <c:pt idx="27">
                  <c:v>722.65</c:v>
                </c:pt>
                <c:pt idx="28">
                  <c:v>721.62</c:v>
                </c:pt>
                <c:pt idx="29">
                  <c:v>720.59</c:v>
                </c:pt>
                <c:pt idx="30">
                  <c:v>719.56</c:v>
                </c:pt>
                <c:pt idx="31">
                  <c:v>718.53</c:v>
                </c:pt>
                <c:pt idx="32">
                  <c:v>717.5</c:v>
                </c:pt>
                <c:pt idx="33">
                  <c:v>716.47</c:v>
                </c:pt>
                <c:pt idx="34">
                  <c:v>715.43</c:v>
                </c:pt>
                <c:pt idx="35">
                  <c:v>714.4</c:v>
                </c:pt>
                <c:pt idx="36">
                  <c:v>713.36</c:v>
                </c:pt>
                <c:pt idx="37">
                  <c:v>712.33</c:v>
                </c:pt>
                <c:pt idx="38">
                  <c:v>711.29</c:v>
                </c:pt>
                <c:pt idx="39">
                  <c:v>710.25</c:v>
                </c:pt>
                <c:pt idx="40">
                  <c:v>709.21</c:v>
                </c:pt>
                <c:pt idx="41">
                  <c:v>708.17</c:v>
                </c:pt>
                <c:pt idx="42">
                  <c:v>707.13</c:v>
                </c:pt>
                <c:pt idx="43">
                  <c:v>706.08</c:v>
                </c:pt>
                <c:pt idx="44">
                  <c:v>705.04</c:v>
                </c:pt>
                <c:pt idx="45">
                  <c:v>704</c:v>
                </c:pt>
                <c:pt idx="46">
                  <c:v>702.95</c:v>
                </c:pt>
                <c:pt idx="47">
                  <c:v>701.9</c:v>
                </c:pt>
                <c:pt idx="48">
                  <c:v>700.85</c:v>
                </c:pt>
                <c:pt idx="49">
                  <c:v>699.81</c:v>
                </c:pt>
                <c:pt idx="50">
                  <c:v>698.76</c:v>
                </c:pt>
                <c:pt idx="51">
                  <c:v>697.7</c:v>
                </c:pt>
                <c:pt idx="52">
                  <c:v>696.65</c:v>
                </c:pt>
                <c:pt idx="53">
                  <c:v>695.6</c:v>
                </c:pt>
                <c:pt idx="54">
                  <c:v>694.54</c:v>
                </c:pt>
                <c:pt idx="55">
                  <c:v>693.49</c:v>
                </c:pt>
                <c:pt idx="56">
                  <c:v>692.43</c:v>
                </c:pt>
                <c:pt idx="57">
                  <c:v>691.37</c:v>
                </c:pt>
                <c:pt idx="58">
                  <c:v>690.32</c:v>
                </c:pt>
                <c:pt idx="59">
                  <c:v>689.26</c:v>
                </c:pt>
                <c:pt idx="60">
                  <c:v>688.2</c:v>
                </c:pt>
                <c:pt idx="61">
                  <c:v>687.13</c:v>
                </c:pt>
                <c:pt idx="62">
                  <c:v>686.07</c:v>
                </c:pt>
                <c:pt idx="63">
                  <c:v>685.01</c:v>
                </c:pt>
                <c:pt idx="64">
                  <c:v>683.94</c:v>
                </c:pt>
                <c:pt idx="65">
                  <c:v>682.88</c:v>
                </c:pt>
                <c:pt idx="66">
                  <c:v>681.81</c:v>
                </c:pt>
                <c:pt idx="67">
                  <c:v>680.74</c:v>
                </c:pt>
                <c:pt idx="68">
                  <c:v>679.67</c:v>
                </c:pt>
                <c:pt idx="69">
                  <c:v>678.6</c:v>
                </c:pt>
                <c:pt idx="70">
                  <c:v>677.53</c:v>
                </c:pt>
                <c:pt idx="71">
                  <c:v>676.46</c:v>
                </c:pt>
                <c:pt idx="72">
                  <c:v>675.38</c:v>
                </c:pt>
                <c:pt idx="73">
                  <c:v>674.31</c:v>
                </c:pt>
                <c:pt idx="74">
                  <c:v>673.23</c:v>
                </c:pt>
                <c:pt idx="75">
                  <c:v>672.16</c:v>
                </c:pt>
                <c:pt idx="76">
                  <c:v>671.08</c:v>
                </c:pt>
                <c:pt idx="77">
                  <c:v>670</c:v>
                </c:pt>
                <c:pt idx="78">
                  <c:v>668.92</c:v>
                </c:pt>
                <c:pt idx="79">
                  <c:v>667.84</c:v>
                </c:pt>
                <c:pt idx="80">
                  <c:v>666.76</c:v>
                </c:pt>
                <c:pt idx="81">
                  <c:v>665.67</c:v>
                </c:pt>
                <c:pt idx="82">
                  <c:v>664.59</c:v>
                </c:pt>
                <c:pt idx="83">
                  <c:v>663.5</c:v>
                </c:pt>
                <c:pt idx="84">
                  <c:v>662.42</c:v>
                </c:pt>
                <c:pt idx="85">
                  <c:v>661.33</c:v>
                </c:pt>
                <c:pt idx="86">
                  <c:v>660.24</c:v>
                </c:pt>
                <c:pt idx="87">
                  <c:v>659.15</c:v>
                </c:pt>
                <c:pt idx="88">
                  <c:v>658.06</c:v>
                </c:pt>
                <c:pt idx="89">
                  <c:v>656.97</c:v>
                </c:pt>
                <c:pt idx="90">
                  <c:v>655.87</c:v>
                </c:pt>
                <c:pt idx="91">
                  <c:v>654.78</c:v>
                </c:pt>
                <c:pt idx="92">
                  <c:v>653.69000000000005</c:v>
                </c:pt>
                <c:pt idx="93">
                  <c:v>652.59</c:v>
                </c:pt>
                <c:pt idx="94">
                  <c:v>651.49</c:v>
                </c:pt>
                <c:pt idx="95">
                  <c:v>650.39</c:v>
                </c:pt>
                <c:pt idx="96">
                  <c:v>649.29</c:v>
                </c:pt>
                <c:pt idx="97">
                  <c:v>648.19000000000005</c:v>
                </c:pt>
                <c:pt idx="98">
                  <c:v>647.09</c:v>
                </c:pt>
                <c:pt idx="99">
                  <c:v>645.99</c:v>
                </c:pt>
                <c:pt idx="100">
                  <c:v>644.88</c:v>
                </c:pt>
                <c:pt idx="101">
                  <c:v>643.78</c:v>
                </c:pt>
                <c:pt idx="102">
                  <c:v>642.66999999999996</c:v>
                </c:pt>
                <c:pt idx="103">
                  <c:v>641.57000000000005</c:v>
                </c:pt>
                <c:pt idx="104">
                  <c:v>640.46</c:v>
                </c:pt>
                <c:pt idx="105">
                  <c:v>639.35</c:v>
                </c:pt>
                <c:pt idx="106">
                  <c:v>638.24</c:v>
                </c:pt>
                <c:pt idx="107">
                  <c:v>637.13</c:v>
                </c:pt>
                <c:pt idx="108">
                  <c:v>636.01</c:v>
                </c:pt>
                <c:pt idx="109">
                  <c:v>634.9</c:v>
                </c:pt>
                <c:pt idx="110">
                  <c:v>633.78</c:v>
                </c:pt>
                <c:pt idx="111">
                  <c:v>632.66999999999996</c:v>
                </c:pt>
                <c:pt idx="112">
                  <c:v>631.54999999999995</c:v>
                </c:pt>
                <c:pt idx="113">
                  <c:v>630.42999999999995</c:v>
                </c:pt>
                <c:pt idx="114">
                  <c:v>629.30999999999995</c:v>
                </c:pt>
                <c:pt idx="115">
                  <c:v>628.19000000000005</c:v>
                </c:pt>
                <c:pt idx="116">
                  <c:v>627.07000000000005</c:v>
                </c:pt>
                <c:pt idx="117">
                  <c:v>625.95000000000005</c:v>
                </c:pt>
                <c:pt idx="118">
                  <c:v>624.82000000000005</c:v>
                </c:pt>
                <c:pt idx="119">
                  <c:v>623.70000000000005</c:v>
                </c:pt>
                <c:pt idx="120">
                  <c:v>622.57000000000005</c:v>
                </c:pt>
                <c:pt idx="121">
                  <c:v>621.44000000000005</c:v>
                </c:pt>
                <c:pt idx="122">
                  <c:v>620.30999999999995</c:v>
                </c:pt>
                <c:pt idx="123">
                  <c:v>619.19000000000005</c:v>
                </c:pt>
                <c:pt idx="124">
                  <c:v>618.04999999999995</c:v>
                </c:pt>
                <c:pt idx="125">
                  <c:v>616.91999999999996</c:v>
                </c:pt>
                <c:pt idx="126">
                  <c:v>615.79</c:v>
                </c:pt>
                <c:pt idx="127">
                  <c:v>614.66</c:v>
                </c:pt>
                <c:pt idx="128">
                  <c:v>613.52</c:v>
                </c:pt>
                <c:pt idx="129">
                  <c:v>612.38</c:v>
                </c:pt>
                <c:pt idx="130">
                  <c:v>611.25</c:v>
                </c:pt>
                <c:pt idx="131">
                  <c:v>610.11</c:v>
                </c:pt>
                <c:pt idx="132">
                  <c:v>608.97</c:v>
                </c:pt>
                <c:pt idx="133">
                  <c:v>607.83000000000004</c:v>
                </c:pt>
                <c:pt idx="134">
                  <c:v>606.67999999999995</c:v>
                </c:pt>
                <c:pt idx="135">
                  <c:v>605.54</c:v>
                </c:pt>
                <c:pt idx="136">
                  <c:v>604.4</c:v>
                </c:pt>
                <c:pt idx="137">
                  <c:v>603.25</c:v>
                </c:pt>
                <c:pt idx="138">
                  <c:v>602.1</c:v>
                </c:pt>
                <c:pt idx="139">
                  <c:v>600.96</c:v>
                </c:pt>
                <c:pt idx="140">
                  <c:v>599.80999999999995</c:v>
                </c:pt>
                <c:pt idx="141">
                  <c:v>598.66</c:v>
                </c:pt>
                <c:pt idx="142">
                  <c:v>597.51</c:v>
                </c:pt>
                <c:pt idx="143">
                  <c:v>596.35</c:v>
                </c:pt>
                <c:pt idx="144">
                  <c:v>595.20000000000005</c:v>
                </c:pt>
                <c:pt idx="145">
                  <c:v>594.04</c:v>
                </c:pt>
                <c:pt idx="146">
                  <c:v>592.89</c:v>
                </c:pt>
                <c:pt idx="147">
                  <c:v>591.73</c:v>
                </c:pt>
                <c:pt idx="148">
                  <c:v>590.57000000000005</c:v>
                </c:pt>
                <c:pt idx="149">
                  <c:v>589.41</c:v>
                </c:pt>
                <c:pt idx="150">
                  <c:v>588.25</c:v>
                </c:pt>
                <c:pt idx="151">
                  <c:v>587.09</c:v>
                </c:pt>
                <c:pt idx="152">
                  <c:v>585.92999999999995</c:v>
                </c:pt>
                <c:pt idx="153">
                  <c:v>584.76</c:v>
                </c:pt>
                <c:pt idx="154">
                  <c:v>583.6</c:v>
                </c:pt>
                <c:pt idx="155">
                  <c:v>582.42999999999995</c:v>
                </c:pt>
                <c:pt idx="156">
                  <c:v>581.26</c:v>
                </c:pt>
                <c:pt idx="157">
                  <c:v>580.1</c:v>
                </c:pt>
                <c:pt idx="158">
                  <c:v>578.92999999999995</c:v>
                </c:pt>
                <c:pt idx="159">
                  <c:v>577.76</c:v>
                </c:pt>
                <c:pt idx="160">
                  <c:v>576.58000000000004</c:v>
                </c:pt>
                <c:pt idx="161">
                  <c:v>575.41</c:v>
                </c:pt>
                <c:pt idx="162">
                  <c:v>574.23</c:v>
                </c:pt>
                <c:pt idx="163">
                  <c:v>573.05999999999995</c:v>
                </c:pt>
                <c:pt idx="164">
                  <c:v>571.88</c:v>
                </c:pt>
                <c:pt idx="165">
                  <c:v>570.70000000000005</c:v>
                </c:pt>
                <c:pt idx="166">
                  <c:v>569.52</c:v>
                </c:pt>
                <c:pt idx="167">
                  <c:v>568.34</c:v>
                </c:pt>
                <c:pt idx="168">
                  <c:v>567.16</c:v>
                </c:pt>
                <c:pt idx="169">
                  <c:v>565.98</c:v>
                </c:pt>
                <c:pt idx="170">
                  <c:v>564.79999999999995</c:v>
                </c:pt>
                <c:pt idx="171">
                  <c:v>563.61</c:v>
                </c:pt>
                <c:pt idx="172">
                  <c:v>562.41999999999996</c:v>
                </c:pt>
                <c:pt idx="173">
                  <c:v>561.24</c:v>
                </c:pt>
                <c:pt idx="174">
                  <c:v>560.04999999999995</c:v>
                </c:pt>
                <c:pt idx="175">
                  <c:v>558.86</c:v>
                </c:pt>
                <c:pt idx="176">
                  <c:v>557.66999999999996</c:v>
                </c:pt>
                <c:pt idx="177">
                  <c:v>556.47</c:v>
                </c:pt>
                <c:pt idx="178">
                  <c:v>555.28</c:v>
                </c:pt>
                <c:pt idx="179">
                  <c:v>554.09</c:v>
                </c:pt>
                <c:pt idx="180">
                  <c:v>552.89</c:v>
                </c:pt>
                <c:pt idx="181">
                  <c:v>551.69000000000005</c:v>
                </c:pt>
                <c:pt idx="182">
                  <c:v>550.49</c:v>
                </c:pt>
                <c:pt idx="183">
                  <c:v>549.29999999999995</c:v>
                </c:pt>
                <c:pt idx="184">
                  <c:v>548.09</c:v>
                </c:pt>
                <c:pt idx="185">
                  <c:v>546.89</c:v>
                </c:pt>
                <c:pt idx="186">
                  <c:v>545.69000000000005</c:v>
                </c:pt>
                <c:pt idx="187">
                  <c:v>544.49</c:v>
                </c:pt>
                <c:pt idx="188">
                  <c:v>543.28</c:v>
                </c:pt>
                <c:pt idx="189">
                  <c:v>542.07000000000005</c:v>
                </c:pt>
                <c:pt idx="190">
                  <c:v>540.87</c:v>
                </c:pt>
                <c:pt idx="191">
                  <c:v>539.66</c:v>
                </c:pt>
                <c:pt idx="192">
                  <c:v>538.45000000000005</c:v>
                </c:pt>
                <c:pt idx="193">
                  <c:v>537.23</c:v>
                </c:pt>
                <c:pt idx="194">
                  <c:v>536.02</c:v>
                </c:pt>
                <c:pt idx="195">
                  <c:v>534.80999999999995</c:v>
                </c:pt>
                <c:pt idx="196">
                  <c:v>533.59</c:v>
                </c:pt>
                <c:pt idx="197">
                  <c:v>532.38</c:v>
                </c:pt>
                <c:pt idx="198">
                  <c:v>531.16</c:v>
                </c:pt>
                <c:pt idx="199">
                  <c:v>529.94000000000005</c:v>
                </c:pt>
                <c:pt idx="200">
                  <c:v>528.72</c:v>
                </c:pt>
                <c:pt idx="201">
                  <c:v>527.5</c:v>
                </c:pt>
                <c:pt idx="202">
                  <c:v>526.28</c:v>
                </c:pt>
                <c:pt idx="203">
                  <c:v>525.04999999999995</c:v>
                </c:pt>
                <c:pt idx="204">
                  <c:v>523.83000000000004</c:v>
                </c:pt>
                <c:pt idx="205">
                  <c:v>522.6</c:v>
                </c:pt>
                <c:pt idx="206">
                  <c:v>521.37</c:v>
                </c:pt>
                <c:pt idx="207">
                  <c:v>520.14</c:v>
                </c:pt>
                <c:pt idx="208">
                  <c:v>518.91</c:v>
                </c:pt>
                <c:pt idx="209">
                  <c:v>517.67999999999995</c:v>
                </c:pt>
                <c:pt idx="210">
                  <c:v>516.45000000000005</c:v>
                </c:pt>
                <c:pt idx="211">
                  <c:v>515.22</c:v>
                </c:pt>
                <c:pt idx="212">
                  <c:v>513.98</c:v>
                </c:pt>
                <c:pt idx="213">
                  <c:v>512.75</c:v>
                </c:pt>
                <c:pt idx="214">
                  <c:v>511.51</c:v>
                </c:pt>
                <c:pt idx="215">
                  <c:v>510.27</c:v>
                </c:pt>
                <c:pt idx="216">
                  <c:v>509.03</c:v>
                </c:pt>
                <c:pt idx="217">
                  <c:v>507.79</c:v>
                </c:pt>
                <c:pt idx="218">
                  <c:v>506.55</c:v>
                </c:pt>
                <c:pt idx="219">
                  <c:v>505.3</c:v>
                </c:pt>
                <c:pt idx="220">
                  <c:v>504.06</c:v>
                </c:pt>
                <c:pt idx="221">
                  <c:v>502.81</c:v>
                </c:pt>
                <c:pt idx="222">
                  <c:v>501.57</c:v>
                </c:pt>
                <c:pt idx="223">
                  <c:v>500.32</c:v>
                </c:pt>
                <c:pt idx="224">
                  <c:v>499.07</c:v>
                </c:pt>
                <c:pt idx="225">
                  <c:v>497.82</c:v>
                </c:pt>
                <c:pt idx="226">
                  <c:v>496.57</c:v>
                </c:pt>
                <c:pt idx="227">
                  <c:v>495.31</c:v>
                </c:pt>
                <c:pt idx="228">
                  <c:v>494.06</c:v>
                </c:pt>
                <c:pt idx="229">
                  <c:v>492.8</c:v>
                </c:pt>
                <c:pt idx="230">
                  <c:v>491.54</c:v>
                </c:pt>
                <c:pt idx="231">
                  <c:v>490.29</c:v>
                </c:pt>
                <c:pt idx="232">
                  <c:v>489.03</c:v>
                </c:pt>
                <c:pt idx="233">
                  <c:v>487.77</c:v>
                </c:pt>
                <c:pt idx="234">
                  <c:v>486.5</c:v>
                </c:pt>
                <c:pt idx="235">
                  <c:v>485.24</c:v>
                </c:pt>
                <c:pt idx="236">
                  <c:v>483.98</c:v>
                </c:pt>
                <c:pt idx="237">
                  <c:v>482.71</c:v>
                </c:pt>
                <c:pt idx="238">
                  <c:v>481.44</c:v>
                </c:pt>
                <c:pt idx="239">
                  <c:v>480.17</c:v>
                </c:pt>
                <c:pt idx="240">
                  <c:v>478.9</c:v>
                </c:pt>
                <c:pt idx="241">
                  <c:v>477.63</c:v>
                </c:pt>
                <c:pt idx="242">
                  <c:v>476.36</c:v>
                </c:pt>
                <c:pt idx="243">
                  <c:v>475.09</c:v>
                </c:pt>
                <c:pt idx="244">
                  <c:v>473.81</c:v>
                </c:pt>
                <c:pt idx="245">
                  <c:v>472.54</c:v>
                </c:pt>
                <c:pt idx="246">
                  <c:v>471.26</c:v>
                </c:pt>
                <c:pt idx="247">
                  <c:v>469.98</c:v>
                </c:pt>
                <c:pt idx="248">
                  <c:v>468.7</c:v>
                </c:pt>
                <c:pt idx="249">
                  <c:v>467.42</c:v>
                </c:pt>
                <c:pt idx="250">
                  <c:v>466.14</c:v>
                </c:pt>
                <c:pt idx="251">
                  <c:v>464.85</c:v>
                </c:pt>
                <c:pt idx="252">
                  <c:v>463.57</c:v>
                </c:pt>
                <c:pt idx="253">
                  <c:v>462.28</c:v>
                </c:pt>
                <c:pt idx="254">
                  <c:v>460.99</c:v>
                </c:pt>
                <c:pt idx="255">
                  <c:v>459.7</c:v>
                </c:pt>
                <c:pt idx="256">
                  <c:v>458.41</c:v>
                </c:pt>
                <c:pt idx="257">
                  <c:v>457.12</c:v>
                </c:pt>
                <c:pt idx="258">
                  <c:v>455.83</c:v>
                </c:pt>
                <c:pt idx="259">
                  <c:v>454.53</c:v>
                </c:pt>
                <c:pt idx="260">
                  <c:v>453.24</c:v>
                </c:pt>
                <c:pt idx="261">
                  <c:v>451.94</c:v>
                </c:pt>
                <c:pt idx="262">
                  <c:v>450.64</c:v>
                </c:pt>
                <c:pt idx="263">
                  <c:v>449.34</c:v>
                </c:pt>
                <c:pt idx="264">
                  <c:v>448.04</c:v>
                </c:pt>
                <c:pt idx="265">
                  <c:v>446.74</c:v>
                </c:pt>
                <c:pt idx="266">
                  <c:v>445.44</c:v>
                </c:pt>
                <c:pt idx="267">
                  <c:v>444.13</c:v>
                </c:pt>
                <c:pt idx="268">
                  <c:v>442.83</c:v>
                </c:pt>
                <c:pt idx="269">
                  <c:v>441.52</c:v>
                </c:pt>
                <c:pt idx="270">
                  <c:v>440.21</c:v>
                </c:pt>
                <c:pt idx="271">
                  <c:v>438.9</c:v>
                </c:pt>
                <c:pt idx="272">
                  <c:v>437.59</c:v>
                </c:pt>
                <c:pt idx="273">
                  <c:v>436.28</c:v>
                </c:pt>
                <c:pt idx="274">
                  <c:v>434.97</c:v>
                </c:pt>
                <c:pt idx="275">
                  <c:v>433.65</c:v>
                </c:pt>
                <c:pt idx="276">
                  <c:v>432.33</c:v>
                </c:pt>
                <c:pt idx="277">
                  <c:v>431.02</c:v>
                </c:pt>
                <c:pt idx="278">
                  <c:v>429.7</c:v>
                </c:pt>
                <c:pt idx="279">
                  <c:v>428.38</c:v>
                </c:pt>
                <c:pt idx="280">
                  <c:v>427.06</c:v>
                </c:pt>
                <c:pt idx="281">
                  <c:v>425.73</c:v>
                </c:pt>
                <c:pt idx="282">
                  <c:v>424.41</c:v>
                </c:pt>
                <c:pt idx="283">
                  <c:v>423.08</c:v>
                </c:pt>
                <c:pt idx="284">
                  <c:v>421.76</c:v>
                </c:pt>
                <c:pt idx="285">
                  <c:v>420.43</c:v>
                </c:pt>
                <c:pt idx="286">
                  <c:v>419.1</c:v>
                </c:pt>
                <c:pt idx="287">
                  <c:v>417.77</c:v>
                </c:pt>
                <c:pt idx="288">
                  <c:v>416.43</c:v>
                </c:pt>
                <c:pt idx="289">
                  <c:v>415.1</c:v>
                </c:pt>
                <c:pt idx="290">
                  <c:v>413.77</c:v>
                </c:pt>
                <c:pt idx="291">
                  <c:v>412.43</c:v>
                </c:pt>
                <c:pt idx="292">
                  <c:v>411.09</c:v>
                </c:pt>
                <c:pt idx="293">
                  <c:v>409.75</c:v>
                </c:pt>
                <c:pt idx="294">
                  <c:v>408.41</c:v>
                </c:pt>
                <c:pt idx="295">
                  <c:v>407.07</c:v>
                </c:pt>
                <c:pt idx="296">
                  <c:v>405.73</c:v>
                </c:pt>
                <c:pt idx="297">
                  <c:v>404.38</c:v>
                </c:pt>
                <c:pt idx="298">
                  <c:v>403.04</c:v>
                </c:pt>
                <c:pt idx="299">
                  <c:v>401.69</c:v>
                </c:pt>
                <c:pt idx="300">
                  <c:v>400.34</c:v>
                </c:pt>
                <c:pt idx="301">
                  <c:v>398.99</c:v>
                </c:pt>
                <c:pt idx="302">
                  <c:v>397.64</c:v>
                </c:pt>
                <c:pt idx="303">
                  <c:v>396.29</c:v>
                </c:pt>
                <c:pt idx="304">
                  <c:v>394.94</c:v>
                </c:pt>
                <c:pt idx="305">
                  <c:v>393.58</c:v>
                </c:pt>
                <c:pt idx="306">
                  <c:v>392.23</c:v>
                </c:pt>
                <c:pt idx="307">
                  <c:v>390.87</c:v>
                </c:pt>
                <c:pt idx="308">
                  <c:v>389.51</c:v>
                </c:pt>
                <c:pt idx="309">
                  <c:v>388.15</c:v>
                </c:pt>
                <c:pt idx="310">
                  <c:v>386.79</c:v>
                </c:pt>
                <c:pt idx="311">
                  <c:v>385.42</c:v>
                </c:pt>
                <c:pt idx="312">
                  <c:v>384.06</c:v>
                </c:pt>
                <c:pt idx="313">
                  <c:v>382.69</c:v>
                </c:pt>
                <c:pt idx="314">
                  <c:v>381.33</c:v>
                </c:pt>
                <c:pt idx="315">
                  <c:v>379.96</c:v>
                </c:pt>
                <c:pt idx="316">
                  <c:v>378.59</c:v>
                </c:pt>
                <c:pt idx="317">
                  <c:v>377.21</c:v>
                </c:pt>
                <c:pt idx="318">
                  <c:v>375.84</c:v>
                </c:pt>
                <c:pt idx="319">
                  <c:v>375</c:v>
                </c:pt>
                <c:pt idx="320">
                  <c:v>372.16</c:v>
                </c:pt>
                <c:pt idx="321">
                  <c:v>368.79</c:v>
                </c:pt>
                <c:pt idx="322">
                  <c:v>365.43</c:v>
                </c:pt>
                <c:pt idx="323">
                  <c:v>362.06</c:v>
                </c:pt>
                <c:pt idx="324">
                  <c:v>358.71</c:v>
                </c:pt>
                <c:pt idx="325">
                  <c:v>355.35</c:v>
                </c:pt>
                <c:pt idx="326">
                  <c:v>352</c:v>
                </c:pt>
                <c:pt idx="327">
                  <c:v>348.65</c:v>
                </c:pt>
                <c:pt idx="328">
                  <c:v>345.3</c:v>
                </c:pt>
                <c:pt idx="329">
                  <c:v>341.96</c:v>
                </c:pt>
                <c:pt idx="330">
                  <c:v>338.62</c:v>
                </c:pt>
                <c:pt idx="331">
                  <c:v>335.29</c:v>
                </c:pt>
                <c:pt idx="332">
                  <c:v>331.96</c:v>
                </c:pt>
                <c:pt idx="333">
                  <c:v>328.63</c:v>
                </c:pt>
                <c:pt idx="334">
                  <c:v>325.3</c:v>
                </c:pt>
                <c:pt idx="335">
                  <c:v>321.98</c:v>
                </c:pt>
                <c:pt idx="336">
                  <c:v>318.66000000000003</c:v>
                </c:pt>
                <c:pt idx="337">
                  <c:v>315.35000000000002</c:v>
                </c:pt>
                <c:pt idx="338">
                  <c:v>312.04000000000002</c:v>
                </c:pt>
                <c:pt idx="339">
                  <c:v>308.73</c:v>
                </c:pt>
                <c:pt idx="340">
                  <c:v>305.42</c:v>
                </c:pt>
                <c:pt idx="341">
                  <c:v>302.12</c:v>
                </c:pt>
                <c:pt idx="342">
                  <c:v>298.82</c:v>
                </c:pt>
                <c:pt idx="343">
                  <c:v>295.52</c:v>
                </c:pt>
                <c:pt idx="344">
                  <c:v>292.23</c:v>
                </c:pt>
                <c:pt idx="345">
                  <c:v>288.94</c:v>
                </c:pt>
                <c:pt idx="346">
                  <c:v>285.66000000000003</c:v>
                </c:pt>
                <c:pt idx="347">
                  <c:v>282.38</c:v>
                </c:pt>
                <c:pt idx="348">
                  <c:v>279.10000000000002</c:v>
                </c:pt>
                <c:pt idx="349">
                  <c:v>275.82</c:v>
                </c:pt>
                <c:pt idx="350">
                  <c:v>272.55</c:v>
                </c:pt>
                <c:pt idx="351">
                  <c:v>269.27999999999997</c:v>
                </c:pt>
                <c:pt idx="352">
                  <c:v>266.01</c:v>
                </c:pt>
                <c:pt idx="353">
                  <c:v>262.75</c:v>
                </c:pt>
                <c:pt idx="354">
                  <c:v>259.49</c:v>
                </c:pt>
                <c:pt idx="355">
                  <c:v>256.23</c:v>
                </c:pt>
                <c:pt idx="356">
                  <c:v>252.98</c:v>
                </c:pt>
                <c:pt idx="357">
                  <c:v>249.73</c:v>
                </c:pt>
                <c:pt idx="358">
                  <c:v>246.48</c:v>
                </c:pt>
                <c:pt idx="359">
                  <c:v>243.24</c:v>
                </c:pt>
                <c:pt idx="360">
                  <c:v>240</c:v>
                </c:pt>
                <c:pt idx="361">
                  <c:v>236.76</c:v>
                </c:pt>
                <c:pt idx="362">
                  <c:v>233.53</c:v>
                </c:pt>
                <c:pt idx="363">
                  <c:v>230.3</c:v>
                </c:pt>
                <c:pt idx="364">
                  <c:v>227.07</c:v>
                </c:pt>
                <c:pt idx="365">
                  <c:v>223.85</c:v>
                </c:pt>
                <c:pt idx="366">
                  <c:v>220.63</c:v>
                </c:pt>
                <c:pt idx="367">
                  <c:v>217.41</c:v>
                </c:pt>
                <c:pt idx="368">
                  <c:v>214.2</c:v>
                </c:pt>
                <c:pt idx="369">
                  <c:v>210.99</c:v>
                </c:pt>
                <c:pt idx="370">
                  <c:v>207.78</c:v>
                </c:pt>
                <c:pt idx="371">
                  <c:v>204.57</c:v>
                </c:pt>
                <c:pt idx="372">
                  <c:v>201.37</c:v>
                </c:pt>
                <c:pt idx="373">
                  <c:v>198.17</c:v>
                </c:pt>
                <c:pt idx="374">
                  <c:v>194.98</c:v>
                </c:pt>
                <c:pt idx="375">
                  <c:v>191.79</c:v>
                </c:pt>
                <c:pt idx="376">
                  <c:v>188.6</c:v>
                </c:pt>
                <c:pt idx="377">
                  <c:v>185.41</c:v>
                </c:pt>
                <c:pt idx="378">
                  <c:v>182.23</c:v>
                </c:pt>
                <c:pt idx="379">
                  <c:v>179.05</c:v>
                </c:pt>
                <c:pt idx="380">
                  <c:v>175.88</c:v>
                </c:pt>
                <c:pt idx="381">
                  <c:v>172.7</c:v>
                </c:pt>
                <c:pt idx="382">
                  <c:v>169.53</c:v>
                </c:pt>
                <c:pt idx="383">
                  <c:v>166.37</c:v>
                </c:pt>
                <c:pt idx="384">
                  <c:v>163.21</c:v>
                </c:pt>
                <c:pt idx="385">
                  <c:v>160.05000000000001</c:v>
                </c:pt>
                <c:pt idx="386">
                  <c:v>156.88999999999999</c:v>
                </c:pt>
                <c:pt idx="387">
                  <c:v>153.72999999999999</c:v>
                </c:pt>
                <c:pt idx="388">
                  <c:v>150.58000000000001</c:v>
                </c:pt>
                <c:pt idx="389">
                  <c:v>147.44</c:v>
                </c:pt>
                <c:pt idx="390">
                  <c:v>144.29</c:v>
                </c:pt>
                <c:pt idx="391">
                  <c:v>141.15</c:v>
                </c:pt>
                <c:pt idx="392">
                  <c:v>138.01</c:v>
                </c:pt>
                <c:pt idx="393">
                  <c:v>134.88</c:v>
                </c:pt>
                <c:pt idx="394">
                  <c:v>131.75</c:v>
                </c:pt>
                <c:pt idx="395">
                  <c:v>128.62</c:v>
                </c:pt>
                <c:pt idx="396">
                  <c:v>125.49</c:v>
                </c:pt>
                <c:pt idx="397">
                  <c:v>122.37</c:v>
                </c:pt>
                <c:pt idx="398">
                  <c:v>119.25</c:v>
                </c:pt>
                <c:pt idx="399">
                  <c:v>116.13</c:v>
                </c:pt>
                <c:pt idx="400">
                  <c:v>113.02</c:v>
                </c:pt>
                <c:pt idx="401">
                  <c:v>109.91</c:v>
                </c:pt>
                <c:pt idx="402">
                  <c:v>106.8</c:v>
                </c:pt>
                <c:pt idx="403">
                  <c:v>103.7</c:v>
                </c:pt>
                <c:pt idx="404">
                  <c:v>100.6</c:v>
                </c:pt>
                <c:pt idx="405">
                  <c:v>97.5</c:v>
                </c:pt>
                <c:pt idx="406">
                  <c:v>94.41</c:v>
                </c:pt>
                <c:pt idx="407">
                  <c:v>91.32</c:v>
                </c:pt>
                <c:pt idx="408">
                  <c:v>88.23</c:v>
                </c:pt>
                <c:pt idx="409">
                  <c:v>85.14</c:v>
                </c:pt>
                <c:pt idx="410">
                  <c:v>82.06</c:v>
                </c:pt>
                <c:pt idx="411">
                  <c:v>78.98</c:v>
                </c:pt>
                <c:pt idx="412">
                  <c:v>75.91</c:v>
                </c:pt>
                <c:pt idx="413">
                  <c:v>72.83</c:v>
                </c:pt>
                <c:pt idx="414">
                  <c:v>69.760000000000005</c:v>
                </c:pt>
                <c:pt idx="415">
                  <c:v>66.7</c:v>
                </c:pt>
                <c:pt idx="416">
                  <c:v>63.63</c:v>
                </c:pt>
                <c:pt idx="417">
                  <c:v>60.57</c:v>
                </c:pt>
                <c:pt idx="418">
                  <c:v>57.52</c:v>
                </c:pt>
                <c:pt idx="419">
                  <c:v>54.46</c:v>
                </c:pt>
                <c:pt idx="420">
                  <c:v>51.41</c:v>
                </c:pt>
                <c:pt idx="421">
                  <c:v>48.36</c:v>
                </c:pt>
                <c:pt idx="422">
                  <c:v>45.32</c:v>
                </c:pt>
                <c:pt idx="423">
                  <c:v>42.27</c:v>
                </c:pt>
                <c:pt idx="424">
                  <c:v>39.229999999999997</c:v>
                </c:pt>
                <c:pt idx="425">
                  <c:v>36.200000000000003</c:v>
                </c:pt>
                <c:pt idx="426">
                  <c:v>33.17</c:v>
                </c:pt>
                <c:pt idx="427">
                  <c:v>30.14</c:v>
                </c:pt>
                <c:pt idx="428">
                  <c:v>27.11</c:v>
                </c:pt>
                <c:pt idx="429">
                  <c:v>24.08</c:v>
                </c:pt>
                <c:pt idx="430">
                  <c:v>21.06</c:v>
                </c:pt>
                <c:pt idx="431">
                  <c:v>18.05</c:v>
                </c:pt>
                <c:pt idx="432">
                  <c:v>15.03</c:v>
                </c:pt>
                <c:pt idx="433">
                  <c:v>12.02</c:v>
                </c:pt>
                <c:pt idx="434">
                  <c:v>9.01</c:v>
                </c:pt>
                <c:pt idx="435">
                  <c:v>6</c:v>
                </c:pt>
                <c:pt idx="436">
                  <c:v>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5C5-46F9-8D7E-AC7E633822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3608624"/>
        <c:axId val="1723586544"/>
      </c:scatterChart>
      <c:scatterChart>
        <c:scatterStyle val="lineMarker"/>
        <c:varyColors val="0"/>
        <c:ser>
          <c:idx val="4"/>
          <c:order val="2"/>
          <c:tx>
            <c:v>Numerical Solution Day 5</c:v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BM_STUDY_SOLUTE_MOVEMENT!$G$1751:$G$2187</c:f>
              <c:numCache>
                <c:formatCode>General</c:formatCode>
                <c:ptCount val="43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0.99999000000000005</c:v>
                </c:pt>
                <c:pt idx="29">
                  <c:v>0.99999000000000005</c:v>
                </c:pt>
                <c:pt idx="30">
                  <c:v>0.99999000000000005</c:v>
                </c:pt>
                <c:pt idx="31">
                  <c:v>0.99999000000000005</c:v>
                </c:pt>
                <c:pt idx="32">
                  <c:v>0.99999000000000005</c:v>
                </c:pt>
                <c:pt idx="33">
                  <c:v>0.99999000000000005</c:v>
                </c:pt>
                <c:pt idx="34">
                  <c:v>0.99999000000000005</c:v>
                </c:pt>
                <c:pt idx="35">
                  <c:v>0.99999000000000005</c:v>
                </c:pt>
                <c:pt idx="36">
                  <c:v>0.99999000000000005</c:v>
                </c:pt>
                <c:pt idx="37">
                  <c:v>0.99999000000000005</c:v>
                </c:pt>
                <c:pt idx="38">
                  <c:v>0.99999000000000005</c:v>
                </c:pt>
                <c:pt idx="39">
                  <c:v>0.99999000000000005</c:v>
                </c:pt>
                <c:pt idx="40">
                  <c:v>0.99999000000000005</c:v>
                </c:pt>
                <c:pt idx="41">
                  <c:v>0.99999000000000005</c:v>
                </c:pt>
                <c:pt idx="42">
                  <c:v>0.99999000000000005</c:v>
                </c:pt>
                <c:pt idx="43">
                  <c:v>0.99999000000000005</c:v>
                </c:pt>
                <c:pt idx="44">
                  <c:v>0.99999000000000005</c:v>
                </c:pt>
                <c:pt idx="45">
                  <c:v>0.99999000000000005</c:v>
                </c:pt>
                <c:pt idx="46">
                  <c:v>0.99999000000000005</c:v>
                </c:pt>
                <c:pt idx="47">
                  <c:v>0.99999000000000005</c:v>
                </c:pt>
                <c:pt idx="48">
                  <c:v>0.99999000000000005</c:v>
                </c:pt>
                <c:pt idx="49">
                  <c:v>0.99999000000000005</c:v>
                </c:pt>
                <c:pt idx="50">
                  <c:v>0.99999000000000005</c:v>
                </c:pt>
                <c:pt idx="51">
                  <c:v>0.99997999999999998</c:v>
                </c:pt>
                <c:pt idx="52">
                  <c:v>0.99997999999999998</c:v>
                </c:pt>
                <c:pt idx="53">
                  <c:v>0.99997999999999998</c:v>
                </c:pt>
                <c:pt idx="54">
                  <c:v>0.99997999999999998</c:v>
                </c:pt>
                <c:pt idx="55">
                  <c:v>0.99997999999999998</c:v>
                </c:pt>
                <c:pt idx="56">
                  <c:v>0.99997999999999998</c:v>
                </c:pt>
                <c:pt idx="57">
                  <c:v>0.99997999999999998</c:v>
                </c:pt>
                <c:pt idx="58">
                  <c:v>0.99997999999999998</c:v>
                </c:pt>
                <c:pt idx="59">
                  <c:v>0.99997999999999998</c:v>
                </c:pt>
                <c:pt idx="60">
                  <c:v>0.99997999999999998</c:v>
                </c:pt>
                <c:pt idx="61">
                  <c:v>0.99997999999999998</c:v>
                </c:pt>
                <c:pt idx="62">
                  <c:v>0.99997000000000003</c:v>
                </c:pt>
                <c:pt idx="63">
                  <c:v>0.99997000000000003</c:v>
                </c:pt>
                <c:pt idx="64">
                  <c:v>0.99997000000000003</c:v>
                </c:pt>
                <c:pt idx="65">
                  <c:v>0.99997000000000003</c:v>
                </c:pt>
                <c:pt idx="66">
                  <c:v>0.99997000000000003</c:v>
                </c:pt>
                <c:pt idx="67">
                  <c:v>0.99997000000000003</c:v>
                </c:pt>
                <c:pt idx="68">
                  <c:v>0.99997000000000003</c:v>
                </c:pt>
                <c:pt idx="69">
                  <c:v>0.99995999999999996</c:v>
                </c:pt>
                <c:pt idx="70">
                  <c:v>0.99995999999999996</c:v>
                </c:pt>
                <c:pt idx="71">
                  <c:v>0.99995999999999996</c:v>
                </c:pt>
                <c:pt idx="72">
                  <c:v>0.99995999999999996</c:v>
                </c:pt>
                <c:pt idx="73">
                  <c:v>0.99995999999999996</c:v>
                </c:pt>
                <c:pt idx="74">
                  <c:v>0.99995999999999996</c:v>
                </c:pt>
                <c:pt idx="75">
                  <c:v>0.99995000000000001</c:v>
                </c:pt>
                <c:pt idx="76">
                  <c:v>0.99995000000000001</c:v>
                </c:pt>
                <c:pt idx="77">
                  <c:v>0.99995000000000001</c:v>
                </c:pt>
                <c:pt idx="78">
                  <c:v>0.99995000000000001</c:v>
                </c:pt>
                <c:pt idx="79">
                  <c:v>0.99994000000000005</c:v>
                </c:pt>
                <c:pt idx="80">
                  <c:v>0.99994000000000005</c:v>
                </c:pt>
                <c:pt idx="81">
                  <c:v>0.99994000000000005</c:v>
                </c:pt>
                <c:pt idx="82">
                  <c:v>0.99994000000000005</c:v>
                </c:pt>
                <c:pt idx="83">
                  <c:v>0.99992999999999999</c:v>
                </c:pt>
                <c:pt idx="84">
                  <c:v>0.99992999999999999</c:v>
                </c:pt>
                <c:pt idx="85">
                  <c:v>0.99992999999999999</c:v>
                </c:pt>
                <c:pt idx="86">
                  <c:v>0.99992999999999999</c:v>
                </c:pt>
                <c:pt idx="87">
                  <c:v>0.99992000000000003</c:v>
                </c:pt>
                <c:pt idx="88">
                  <c:v>0.99992000000000003</c:v>
                </c:pt>
                <c:pt idx="89">
                  <c:v>0.99992000000000003</c:v>
                </c:pt>
                <c:pt idx="90">
                  <c:v>0.99990999999999997</c:v>
                </c:pt>
                <c:pt idx="91">
                  <c:v>0.99990999999999997</c:v>
                </c:pt>
                <c:pt idx="92">
                  <c:v>0.99990000000000001</c:v>
                </c:pt>
                <c:pt idx="93">
                  <c:v>0.99990000000000001</c:v>
                </c:pt>
                <c:pt idx="94">
                  <c:v>0.99988999999999995</c:v>
                </c:pt>
                <c:pt idx="95">
                  <c:v>0.99988999999999995</c:v>
                </c:pt>
                <c:pt idx="96">
                  <c:v>0.99987999999999999</c:v>
                </c:pt>
                <c:pt idx="97">
                  <c:v>0.99987999999999999</c:v>
                </c:pt>
                <c:pt idx="98">
                  <c:v>0.99987000000000004</c:v>
                </c:pt>
                <c:pt idx="99">
                  <c:v>0.99987000000000004</c:v>
                </c:pt>
                <c:pt idx="100">
                  <c:v>0.99985999999999997</c:v>
                </c:pt>
                <c:pt idx="101">
                  <c:v>0.99985000000000002</c:v>
                </c:pt>
                <c:pt idx="102">
                  <c:v>0.99985000000000002</c:v>
                </c:pt>
                <c:pt idx="103">
                  <c:v>0.99983999999999995</c:v>
                </c:pt>
                <c:pt idx="104">
                  <c:v>0.99983</c:v>
                </c:pt>
                <c:pt idx="105">
                  <c:v>0.99983</c:v>
                </c:pt>
                <c:pt idx="106">
                  <c:v>0.99982000000000004</c:v>
                </c:pt>
                <c:pt idx="107">
                  <c:v>0.99980999999999998</c:v>
                </c:pt>
                <c:pt idx="108">
                  <c:v>0.99980000000000002</c:v>
                </c:pt>
                <c:pt idx="109">
                  <c:v>0.99978999999999996</c:v>
                </c:pt>
                <c:pt idx="110">
                  <c:v>0.99978</c:v>
                </c:pt>
                <c:pt idx="111">
                  <c:v>0.99977000000000005</c:v>
                </c:pt>
                <c:pt idx="112">
                  <c:v>0.99975999999999998</c:v>
                </c:pt>
                <c:pt idx="113">
                  <c:v>0.99975000000000003</c:v>
                </c:pt>
                <c:pt idx="114">
                  <c:v>0.99973999999999996</c:v>
                </c:pt>
                <c:pt idx="115">
                  <c:v>0.99973000000000001</c:v>
                </c:pt>
                <c:pt idx="116">
                  <c:v>0.99972000000000005</c:v>
                </c:pt>
                <c:pt idx="117">
                  <c:v>0.99970999999999999</c:v>
                </c:pt>
                <c:pt idx="118">
                  <c:v>0.99968999999999997</c:v>
                </c:pt>
                <c:pt idx="119">
                  <c:v>0.99968000000000001</c:v>
                </c:pt>
                <c:pt idx="120">
                  <c:v>0.99966999999999995</c:v>
                </c:pt>
                <c:pt idx="121">
                  <c:v>0.99965000000000004</c:v>
                </c:pt>
                <c:pt idx="122">
                  <c:v>0.99963999999999997</c:v>
                </c:pt>
                <c:pt idx="123">
                  <c:v>0.99961999999999995</c:v>
                </c:pt>
                <c:pt idx="124">
                  <c:v>0.99961</c:v>
                </c:pt>
                <c:pt idx="125">
                  <c:v>0.99958999999999998</c:v>
                </c:pt>
                <c:pt idx="126">
                  <c:v>0.99956999999999996</c:v>
                </c:pt>
                <c:pt idx="127">
                  <c:v>0.99956</c:v>
                </c:pt>
                <c:pt idx="128">
                  <c:v>0.99953999999999998</c:v>
                </c:pt>
                <c:pt idx="129">
                  <c:v>0.99951999999999996</c:v>
                </c:pt>
                <c:pt idx="130">
                  <c:v>0.99950000000000006</c:v>
                </c:pt>
                <c:pt idx="131">
                  <c:v>0.99948000000000004</c:v>
                </c:pt>
                <c:pt idx="132">
                  <c:v>0.99946000000000002</c:v>
                </c:pt>
                <c:pt idx="133">
                  <c:v>0.99943000000000004</c:v>
                </c:pt>
                <c:pt idx="134">
                  <c:v>0.99941000000000002</c:v>
                </c:pt>
                <c:pt idx="135">
                  <c:v>0.99939</c:v>
                </c:pt>
                <c:pt idx="136">
                  <c:v>0.99936000000000003</c:v>
                </c:pt>
                <c:pt idx="137">
                  <c:v>0.99934000000000001</c:v>
                </c:pt>
                <c:pt idx="138">
                  <c:v>0.99931000000000003</c:v>
                </c:pt>
                <c:pt idx="139">
                  <c:v>0.99927999999999995</c:v>
                </c:pt>
                <c:pt idx="140">
                  <c:v>0.99924999999999997</c:v>
                </c:pt>
                <c:pt idx="141">
                  <c:v>0.99922</c:v>
                </c:pt>
                <c:pt idx="142">
                  <c:v>0.99919000000000002</c:v>
                </c:pt>
                <c:pt idx="143">
                  <c:v>0.99916000000000005</c:v>
                </c:pt>
                <c:pt idx="144">
                  <c:v>0.99912999999999996</c:v>
                </c:pt>
                <c:pt idx="145">
                  <c:v>0.99909000000000003</c:v>
                </c:pt>
                <c:pt idx="146">
                  <c:v>0.99905999999999995</c:v>
                </c:pt>
                <c:pt idx="147">
                  <c:v>0.99902000000000002</c:v>
                </c:pt>
                <c:pt idx="148">
                  <c:v>0.99897999999999998</c:v>
                </c:pt>
                <c:pt idx="149">
                  <c:v>0.99894000000000005</c:v>
                </c:pt>
                <c:pt idx="150">
                  <c:v>0.99890000000000001</c:v>
                </c:pt>
                <c:pt idx="151">
                  <c:v>0.99885999999999997</c:v>
                </c:pt>
                <c:pt idx="152">
                  <c:v>0.99880999999999998</c:v>
                </c:pt>
                <c:pt idx="153">
                  <c:v>0.99877000000000005</c:v>
                </c:pt>
                <c:pt idx="154">
                  <c:v>0.99872000000000005</c:v>
                </c:pt>
                <c:pt idx="155">
                  <c:v>0.99866999999999995</c:v>
                </c:pt>
                <c:pt idx="156">
                  <c:v>0.99861999999999995</c:v>
                </c:pt>
                <c:pt idx="157">
                  <c:v>0.99856999999999996</c:v>
                </c:pt>
                <c:pt idx="158">
                  <c:v>0.99851999999999996</c:v>
                </c:pt>
                <c:pt idx="159">
                  <c:v>0.99846000000000001</c:v>
                </c:pt>
                <c:pt idx="160">
                  <c:v>0.99839999999999995</c:v>
                </c:pt>
                <c:pt idx="161">
                  <c:v>0.99834000000000001</c:v>
                </c:pt>
                <c:pt idx="162">
                  <c:v>0.99827999999999995</c:v>
                </c:pt>
                <c:pt idx="163">
                  <c:v>0.99821000000000004</c:v>
                </c:pt>
                <c:pt idx="164">
                  <c:v>0.99814999999999998</c:v>
                </c:pt>
                <c:pt idx="165">
                  <c:v>0.99807999999999997</c:v>
                </c:pt>
                <c:pt idx="166">
                  <c:v>0.99800999999999995</c:v>
                </c:pt>
                <c:pt idx="167">
                  <c:v>0.99792999999999998</c:v>
                </c:pt>
                <c:pt idx="168">
                  <c:v>0.99785999999999997</c:v>
                </c:pt>
                <c:pt idx="169">
                  <c:v>0.99778</c:v>
                </c:pt>
                <c:pt idx="170">
                  <c:v>0.99770000000000003</c:v>
                </c:pt>
                <c:pt idx="171">
                  <c:v>0.99761</c:v>
                </c:pt>
                <c:pt idx="172">
                  <c:v>0.99751999999999996</c:v>
                </c:pt>
                <c:pt idx="173">
                  <c:v>0.99743000000000004</c:v>
                </c:pt>
                <c:pt idx="174">
                  <c:v>0.99734</c:v>
                </c:pt>
                <c:pt idx="175">
                  <c:v>0.99724000000000002</c:v>
                </c:pt>
                <c:pt idx="176">
                  <c:v>0.99714000000000003</c:v>
                </c:pt>
                <c:pt idx="177">
                  <c:v>0.99704000000000004</c:v>
                </c:pt>
                <c:pt idx="178">
                  <c:v>0.99692999999999998</c:v>
                </c:pt>
                <c:pt idx="179">
                  <c:v>0.99682000000000004</c:v>
                </c:pt>
                <c:pt idx="180">
                  <c:v>0.99670999999999998</c:v>
                </c:pt>
                <c:pt idx="181">
                  <c:v>0.99658999999999998</c:v>
                </c:pt>
                <c:pt idx="182">
                  <c:v>0.99646999999999997</c:v>
                </c:pt>
                <c:pt idx="183">
                  <c:v>0.99634999999999996</c:v>
                </c:pt>
                <c:pt idx="184">
                  <c:v>0.99621999999999999</c:v>
                </c:pt>
                <c:pt idx="185">
                  <c:v>0.99609000000000003</c:v>
                </c:pt>
                <c:pt idx="186">
                  <c:v>0.99595</c:v>
                </c:pt>
                <c:pt idx="187">
                  <c:v>0.99580999999999997</c:v>
                </c:pt>
                <c:pt idx="188">
                  <c:v>0.99565999999999999</c:v>
                </c:pt>
                <c:pt idx="189">
                  <c:v>0.99551000000000001</c:v>
                </c:pt>
                <c:pt idx="190">
                  <c:v>0.99536000000000002</c:v>
                </c:pt>
                <c:pt idx="191">
                  <c:v>0.99519999999999997</c:v>
                </c:pt>
                <c:pt idx="192">
                  <c:v>0.99502999999999997</c:v>
                </c:pt>
                <c:pt idx="193">
                  <c:v>0.99485999999999997</c:v>
                </c:pt>
                <c:pt idx="194">
                  <c:v>0.99468000000000001</c:v>
                </c:pt>
                <c:pt idx="195">
                  <c:v>0.99450000000000005</c:v>
                </c:pt>
                <c:pt idx="196">
                  <c:v>0.99431000000000003</c:v>
                </c:pt>
                <c:pt idx="197">
                  <c:v>0.99412</c:v>
                </c:pt>
                <c:pt idx="198">
                  <c:v>0.99392000000000003</c:v>
                </c:pt>
                <c:pt idx="199">
                  <c:v>0.99372000000000005</c:v>
                </c:pt>
                <c:pt idx="200">
                  <c:v>0.99351</c:v>
                </c:pt>
                <c:pt idx="201">
                  <c:v>0.99329000000000001</c:v>
                </c:pt>
                <c:pt idx="202">
                  <c:v>0.99307000000000001</c:v>
                </c:pt>
                <c:pt idx="203">
                  <c:v>0.99283999999999994</c:v>
                </c:pt>
                <c:pt idx="204">
                  <c:v>0.99260000000000004</c:v>
                </c:pt>
                <c:pt idx="205">
                  <c:v>0.99236000000000002</c:v>
                </c:pt>
                <c:pt idx="206">
                  <c:v>0.99211000000000005</c:v>
                </c:pt>
                <c:pt idx="207">
                  <c:v>0.99185000000000001</c:v>
                </c:pt>
                <c:pt idx="208">
                  <c:v>0.99158000000000002</c:v>
                </c:pt>
                <c:pt idx="209">
                  <c:v>0.99131000000000002</c:v>
                </c:pt>
                <c:pt idx="210">
                  <c:v>0.99102999999999997</c:v>
                </c:pt>
                <c:pt idx="211">
                  <c:v>0.99073999999999995</c:v>
                </c:pt>
                <c:pt idx="212">
                  <c:v>0.99043999999999999</c:v>
                </c:pt>
                <c:pt idx="213">
                  <c:v>0.99012999999999995</c:v>
                </c:pt>
                <c:pt idx="214">
                  <c:v>0.98980999999999997</c:v>
                </c:pt>
                <c:pt idx="215">
                  <c:v>0.98948999999999998</c:v>
                </c:pt>
                <c:pt idx="216">
                  <c:v>0.98916000000000004</c:v>
                </c:pt>
                <c:pt idx="217">
                  <c:v>0.98880999999999997</c:v>
                </c:pt>
                <c:pt idx="218">
                  <c:v>0.98846000000000001</c:v>
                </c:pt>
                <c:pt idx="219">
                  <c:v>0.98809999999999998</c:v>
                </c:pt>
                <c:pt idx="220">
                  <c:v>0.98772000000000004</c:v>
                </c:pt>
                <c:pt idx="221">
                  <c:v>0.98734</c:v>
                </c:pt>
                <c:pt idx="222">
                  <c:v>0.98694999999999999</c:v>
                </c:pt>
                <c:pt idx="223">
                  <c:v>0.98653999999999997</c:v>
                </c:pt>
                <c:pt idx="224">
                  <c:v>0.98612999999999995</c:v>
                </c:pt>
                <c:pt idx="225">
                  <c:v>0.98570000000000002</c:v>
                </c:pt>
                <c:pt idx="226">
                  <c:v>0.98526000000000002</c:v>
                </c:pt>
                <c:pt idx="227">
                  <c:v>0.98480999999999996</c:v>
                </c:pt>
                <c:pt idx="228">
                  <c:v>0.98434999999999995</c:v>
                </c:pt>
                <c:pt idx="229">
                  <c:v>0.98387000000000002</c:v>
                </c:pt>
                <c:pt idx="230">
                  <c:v>0.98338999999999999</c:v>
                </c:pt>
                <c:pt idx="231">
                  <c:v>0.98289000000000004</c:v>
                </c:pt>
                <c:pt idx="232">
                  <c:v>0.98238000000000003</c:v>
                </c:pt>
                <c:pt idx="233">
                  <c:v>0.98185</c:v>
                </c:pt>
                <c:pt idx="234">
                  <c:v>0.98129999999999995</c:v>
                </c:pt>
                <c:pt idx="235">
                  <c:v>0.98075000000000001</c:v>
                </c:pt>
                <c:pt idx="236">
                  <c:v>0.98018000000000005</c:v>
                </c:pt>
                <c:pt idx="237">
                  <c:v>0.97960000000000003</c:v>
                </c:pt>
                <c:pt idx="238">
                  <c:v>0.97899999999999998</c:v>
                </c:pt>
                <c:pt idx="239">
                  <c:v>0.97838999999999998</c:v>
                </c:pt>
                <c:pt idx="240">
                  <c:v>0.97775999999999996</c:v>
                </c:pt>
                <c:pt idx="241">
                  <c:v>0.97711000000000003</c:v>
                </c:pt>
                <c:pt idx="242">
                  <c:v>0.97645000000000004</c:v>
                </c:pt>
                <c:pt idx="243">
                  <c:v>0.97577999999999998</c:v>
                </c:pt>
                <c:pt idx="244">
                  <c:v>0.97507999999999995</c:v>
                </c:pt>
                <c:pt idx="245">
                  <c:v>0.97436999999999996</c:v>
                </c:pt>
                <c:pt idx="246">
                  <c:v>0.97363999999999995</c:v>
                </c:pt>
                <c:pt idx="247">
                  <c:v>0.97289000000000003</c:v>
                </c:pt>
                <c:pt idx="248">
                  <c:v>0.97213000000000005</c:v>
                </c:pt>
                <c:pt idx="249">
                  <c:v>0.97135000000000005</c:v>
                </c:pt>
                <c:pt idx="250">
                  <c:v>0.97055000000000002</c:v>
                </c:pt>
                <c:pt idx="251">
                  <c:v>0.96972000000000003</c:v>
                </c:pt>
                <c:pt idx="252">
                  <c:v>0.96889000000000003</c:v>
                </c:pt>
                <c:pt idx="253">
                  <c:v>0.96801999999999999</c:v>
                </c:pt>
                <c:pt idx="254">
                  <c:v>0.96714</c:v>
                </c:pt>
                <c:pt idx="255">
                  <c:v>0.96623999999999999</c:v>
                </c:pt>
                <c:pt idx="256">
                  <c:v>0.96531999999999996</c:v>
                </c:pt>
                <c:pt idx="257">
                  <c:v>0.96436999999999995</c:v>
                </c:pt>
                <c:pt idx="258">
                  <c:v>0.96340999999999999</c:v>
                </c:pt>
                <c:pt idx="259">
                  <c:v>0.96242000000000005</c:v>
                </c:pt>
                <c:pt idx="260">
                  <c:v>0.96140999999999999</c:v>
                </c:pt>
                <c:pt idx="261">
                  <c:v>0.96038000000000001</c:v>
                </c:pt>
                <c:pt idx="262">
                  <c:v>0.95931999999999995</c:v>
                </c:pt>
                <c:pt idx="263">
                  <c:v>0.95823999999999998</c:v>
                </c:pt>
                <c:pt idx="264">
                  <c:v>0.95713999999999999</c:v>
                </c:pt>
                <c:pt idx="265">
                  <c:v>0.95601000000000003</c:v>
                </c:pt>
                <c:pt idx="266">
                  <c:v>0.95486000000000004</c:v>
                </c:pt>
                <c:pt idx="267">
                  <c:v>0.95367999999999997</c:v>
                </c:pt>
                <c:pt idx="268">
                  <c:v>0.95248999999999995</c:v>
                </c:pt>
                <c:pt idx="269">
                  <c:v>0.95125000000000004</c:v>
                </c:pt>
                <c:pt idx="270">
                  <c:v>0.95</c:v>
                </c:pt>
                <c:pt idx="271">
                  <c:v>0.94872000000000001</c:v>
                </c:pt>
                <c:pt idx="272">
                  <c:v>0.94740999999999997</c:v>
                </c:pt>
                <c:pt idx="273">
                  <c:v>0.94608000000000003</c:v>
                </c:pt>
                <c:pt idx="274">
                  <c:v>0.94472</c:v>
                </c:pt>
                <c:pt idx="275">
                  <c:v>0.94332000000000005</c:v>
                </c:pt>
                <c:pt idx="276">
                  <c:v>0.94189999999999996</c:v>
                </c:pt>
                <c:pt idx="277">
                  <c:v>0.94045999999999996</c:v>
                </c:pt>
                <c:pt idx="278">
                  <c:v>0.93898000000000004</c:v>
                </c:pt>
                <c:pt idx="279">
                  <c:v>0.93747000000000003</c:v>
                </c:pt>
                <c:pt idx="280">
                  <c:v>0.93593000000000004</c:v>
                </c:pt>
                <c:pt idx="281">
                  <c:v>0.93435999999999997</c:v>
                </c:pt>
                <c:pt idx="282">
                  <c:v>0.93276000000000003</c:v>
                </c:pt>
                <c:pt idx="283">
                  <c:v>0.93111999999999995</c:v>
                </c:pt>
                <c:pt idx="284">
                  <c:v>0.92947000000000002</c:v>
                </c:pt>
                <c:pt idx="285">
                  <c:v>0.92776999999999998</c:v>
                </c:pt>
                <c:pt idx="286">
                  <c:v>0.92605000000000004</c:v>
                </c:pt>
                <c:pt idx="287">
                  <c:v>0.92428999999999994</c:v>
                </c:pt>
                <c:pt idx="288">
                  <c:v>0.92247999999999997</c:v>
                </c:pt>
                <c:pt idx="289">
                  <c:v>0.92066000000000003</c:v>
                </c:pt>
                <c:pt idx="290">
                  <c:v>0.91881000000000002</c:v>
                </c:pt>
                <c:pt idx="291">
                  <c:v>0.91691</c:v>
                </c:pt>
                <c:pt idx="292">
                  <c:v>0.91498000000000002</c:v>
                </c:pt>
                <c:pt idx="293">
                  <c:v>0.91300999999999999</c:v>
                </c:pt>
                <c:pt idx="294">
                  <c:v>0.91100999999999999</c:v>
                </c:pt>
                <c:pt idx="295">
                  <c:v>0.90898000000000001</c:v>
                </c:pt>
                <c:pt idx="296">
                  <c:v>0.90691999999999995</c:v>
                </c:pt>
                <c:pt idx="297">
                  <c:v>0.90480000000000005</c:v>
                </c:pt>
                <c:pt idx="298">
                  <c:v>0.90266999999999997</c:v>
                </c:pt>
                <c:pt idx="299">
                  <c:v>0.90047999999999995</c:v>
                </c:pt>
                <c:pt idx="300">
                  <c:v>0.89825999999999995</c:v>
                </c:pt>
                <c:pt idx="301">
                  <c:v>0.89600000000000002</c:v>
                </c:pt>
                <c:pt idx="302">
                  <c:v>0.89371</c:v>
                </c:pt>
                <c:pt idx="303">
                  <c:v>0.89137999999999995</c:v>
                </c:pt>
                <c:pt idx="304">
                  <c:v>0.88902000000000003</c:v>
                </c:pt>
                <c:pt idx="305">
                  <c:v>0.88660000000000005</c:v>
                </c:pt>
                <c:pt idx="306">
                  <c:v>0.88417000000000001</c:v>
                </c:pt>
                <c:pt idx="307">
                  <c:v>0.88168000000000002</c:v>
                </c:pt>
                <c:pt idx="308">
                  <c:v>0.87914999999999999</c:v>
                </c:pt>
                <c:pt idx="309">
                  <c:v>0.87658999999999998</c:v>
                </c:pt>
                <c:pt idx="310">
                  <c:v>0.87399000000000004</c:v>
                </c:pt>
                <c:pt idx="311">
                  <c:v>0.87133000000000005</c:v>
                </c:pt>
                <c:pt idx="312">
                  <c:v>0.86865000000000003</c:v>
                </c:pt>
                <c:pt idx="313">
                  <c:v>0.86592000000000002</c:v>
                </c:pt>
                <c:pt idx="314">
                  <c:v>0.86316000000000004</c:v>
                </c:pt>
                <c:pt idx="315">
                  <c:v>0.86034999999999995</c:v>
                </c:pt>
                <c:pt idx="316">
                  <c:v>0.85750000000000004</c:v>
                </c:pt>
                <c:pt idx="317">
                  <c:v>0.85460000000000003</c:v>
                </c:pt>
                <c:pt idx="318">
                  <c:v>0.85167000000000004</c:v>
                </c:pt>
                <c:pt idx="319">
                  <c:v>0.84985999999999995</c:v>
                </c:pt>
                <c:pt idx="320">
                  <c:v>0.84362000000000004</c:v>
                </c:pt>
                <c:pt idx="321">
                  <c:v>0.83599000000000001</c:v>
                </c:pt>
                <c:pt idx="322">
                  <c:v>0.82815000000000005</c:v>
                </c:pt>
                <c:pt idx="323">
                  <c:v>0.82004999999999995</c:v>
                </c:pt>
                <c:pt idx="324">
                  <c:v>0.81176999999999999</c:v>
                </c:pt>
                <c:pt idx="325">
                  <c:v>0.80323999999999995</c:v>
                </c:pt>
                <c:pt idx="326">
                  <c:v>0.79451000000000005</c:v>
                </c:pt>
                <c:pt idx="327">
                  <c:v>0.78556000000000004</c:v>
                </c:pt>
                <c:pt idx="328">
                  <c:v>0.77637999999999996</c:v>
                </c:pt>
                <c:pt idx="329">
                  <c:v>0.76702000000000004</c:v>
                </c:pt>
                <c:pt idx="330">
                  <c:v>0.75744999999999996</c:v>
                </c:pt>
                <c:pt idx="331">
                  <c:v>0.74770999999999999</c:v>
                </c:pt>
                <c:pt idx="332">
                  <c:v>0.73775999999999997</c:v>
                </c:pt>
                <c:pt idx="333">
                  <c:v>0.72762000000000004</c:v>
                </c:pt>
                <c:pt idx="334">
                  <c:v>0.71728999999999998</c:v>
                </c:pt>
                <c:pt idx="335">
                  <c:v>0.70682</c:v>
                </c:pt>
                <c:pt idx="336">
                  <c:v>0.69616999999999996</c:v>
                </c:pt>
                <c:pt idx="337">
                  <c:v>0.68539000000000005</c:v>
                </c:pt>
                <c:pt idx="338">
                  <c:v>0.67444999999999999</c:v>
                </c:pt>
                <c:pt idx="339">
                  <c:v>0.66335999999999995</c:v>
                </c:pt>
                <c:pt idx="340">
                  <c:v>0.65212999999999999</c:v>
                </c:pt>
                <c:pt idx="341">
                  <c:v>0.64080999999999999</c:v>
                </c:pt>
                <c:pt idx="342">
                  <c:v>0.62936000000000003</c:v>
                </c:pt>
                <c:pt idx="343">
                  <c:v>0.61780000000000002</c:v>
                </c:pt>
                <c:pt idx="344">
                  <c:v>0.60618000000000005</c:v>
                </c:pt>
                <c:pt idx="345">
                  <c:v>0.59445999999999999</c:v>
                </c:pt>
                <c:pt idx="346">
                  <c:v>0.5827</c:v>
                </c:pt>
                <c:pt idx="347">
                  <c:v>0.57086000000000003</c:v>
                </c:pt>
                <c:pt idx="348">
                  <c:v>0.55896999999999997</c:v>
                </c:pt>
                <c:pt idx="349">
                  <c:v>0.54701999999999995</c:v>
                </c:pt>
                <c:pt idx="350">
                  <c:v>0.53508</c:v>
                </c:pt>
                <c:pt idx="351">
                  <c:v>0.52310000000000001</c:v>
                </c:pt>
                <c:pt idx="352">
                  <c:v>0.51110999999999995</c:v>
                </c:pt>
                <c:pt idx="353">
                  <c:v>0.49913999999999997</c:v>
                </c:pt>
                <c:pt idx="354">
                  <c:v>0.48719000000000001</c:v>
                </c:pt>
                <c:pt idx="355">
                  <c:v>0.47524</c:v>
                </c:pt>
                <c:pt idx="356">
                  <c:v>0.46335999999999999</c:v>
                </c:pt>
                <c:pt idx="357">
                  <c:v>0.45151000000000002</c:v>
                </c:pt>
                <c:pt idx="358">
                  <c:v>0.43970999999999999</c:v>
                </c:pt>
                <c:pt idx="359">
                  <c:v>0.42799999999999999</c:v>
                </c:pt>
                <c:pt idx="360">
                  <c:v>0.41636000000000001</c:v>
                </c:pt>
                <c:pt idx="361">
                  <c:v>0.40478999999999998</c:v>
                </c:pt>
                <c:pt idx="362">
                  <c:v>0.39334999999999998</c:v>
                </c:pt>
                <c:pt idx="363">
                  <c:v>0.38200000000000001</c:v>
                </c:pt>
                <c:pt idx="364">
                  <c:v>0.37075000000000002</c:v>
                </c:pt>
                <c:pt idx="365">
                  <c:v>0.35965000000000003</c:v>
                </c:pt>
                <c:pt idx="366">
                  <c:v>0.34866999999999998</c:v>
                </c:pt>
                <c:pt idx="367">
                  <c:v>0.33781</c:v>
                </c:pt>
                <c:pt idx="368">
                  <c:v>0.32712999999999998</c:v>
                </c:pt>
                <c:pt idx="369">
                  <c:v>0.31657999999999997</c:v>
                </c:pt>
                <c:pt idx="370">
                  <c:v>0.30619000000000002</c:v>
                </c:pt>
                <c:pt idx="371">
                  <c:v>0.29594999999999999</c:v>
                </c:pt>
                <c:pt idx="372">
                  <c:v>0.28591</c:v>
                </c:pt>
                <c:pt idx="373">
                  <c:v>0.27604000000000001</c:v>
                </c:pt>
                <c:pt idx="374">
                  <c:v>0.26635999999999999</c:v>
                </c:pt>
                <c:pt idx="375">
                  <c:v>0.25686999999999999</c:v>
                </c:pt>
                <c:pt idx="376">
                  <c:v>0.24754999999999999</c:v>
                </c:pt>
                <c:pt idx="377">
                  <c:v>0.23841999999999999</c:v>
                </c:pt>
                <c:pt idx="378">
                  <c:v>0.22950999999999999</c:v>
                </c:pt>
                <c:pt idx="379">
                  <c:v>0.22078999999999999</c:v>
                </c:pt>
                <c:pt idx="380">
                  <c:v>0.21229000000000001</c:v>
                </c:pt>
                <c:pt idx="381">
                  <c:v>0.20396</c:v>
                </c:pt>
                <c:pt idx="382">
                  <c:v>0.19586000000000001</c:v>
                </c:pt>
                <c:pt idx="383">
                  <c:v>0.18798000000000001</c:v>
                </c:pt>
                <c:pt idx="384">
                  <c:v>0.18029999999999999</c:v>
                </c:pt>
                <c:pt idx="385">
                  <c:v>0.17282</c:v>
                </c:pt>
                <c:pt idx="386">
                  <c:v>0.16555</c:v>
                </c:pt>
                <c:pt idx="387">
                  <c:v>0.15847</c:v>
                </c:pt>
                <c:pt idx="388">
                  <c:v>0.15162</c:v>
                </c:pt>
                <c:pt idx="389">
                  <c:v>0.14499999999999999</c:v>
                </c:pt>
                <c:pt idx="390">
                  <c:v>0.13855000000000001</c:v>
                </c:pt>
                <c:pt idx="391">
                  <c:v>0.13231999999999999</c:v>
                </c:pt>
                <c:pt idx="392">
                  <c:v>0.12629000000000001</c:v>
                </c:pt>
                <c:pt idx="393">
                  <c:v>0.12046999999999999</c:v>
                </c:pt>
                <c:pt idx="394">
                  <c:v>0.11484999999999999</c:v>
                </c:pt>
                <c:pt idx="395">
                  <c:v>0.10940999999999999</c:v>
                </c:pt>
                <c:pt idx="396">
                  <c:v>0.10416</c:v>
                </c:pt>
                <c:pt idx="397" formatCode="0.00E+00">
                  <c:v>9.912E-2</c:v>
                </c:pt>
                <c:pt idx="398" formatCode="0.00E+00">
                  <c:v>9.4256999999999994E-2</c:v>
                </c:pt>
                <c:pt idx="399" formatCode="0.00E+00">
                  <c:v>8.9574000000000001E-2</c:v>
                </c:pt>
                <c:pt idx="400" formatCode="0.00E+00">
                  <c:v>8.5080000000000003E-2</c:v>
                </c:pt>
                <c:pt idx="401" formatCode="0.00E+00">
                  <c:v>8.0758999999999997E-2</c:v>
                </c:pt>
                <c:pt idx="402" formatCode="0.00E+00">
                  <c:v>7.6605999999999994E-2</c:v>
                </c:pt>
                <c:pt idx="403" formatCode="0.00E+00">
                  <c:v>7.2631000000000001E-2</c:v>
                </c:pt>
                <c:pt idx="404" formatCode="0.00E+00">
                  <c:v>6.8817000000000003E-2</c:v>
                </c:pt>
                <c:pt idx="405" formatCode="0.00E+00">
                  <c:v>6.5159999999999996E-2</c:v>
                </c:pt>
                <c:pt idx="406" formatCode="0.00E+00">
                  <c:v>6.1667E-2</c:v>
                </c:pt>
                <c:pt idx="407" formatCode="0.00E+00">
                  <c:v>5.8323E-2</c:v>
                </c:pt>
                <c:pt idx="408" formatCode="0.00E+00">
                  <c:v>5.5123999999999999E-2</c:v>
                </c:pt>
                <c:pt idx="409" formatCode="0.00E+00">
                  <c:v>5.2065E-2</c:v>
                </c:pt>
                <c:pt idx="410" formatCode="0.00E+00">
                  <c:v>4.9153000000000002E-2</c:v>
                </c:pt>
                <c:pt idx="411" formatCode="0.00E+00">
                  <c:v>4.6372999999999998E-2</c:v>
                </c:pt>
                <c:pt idx="412" formatCode="0.00E+00">
                  <c:v>4.3728999999999997E-2</c:v>
                </c:pt>
                <c:pt idx="413" formatCode="0.00E+00">
                  <c:v>4.1201000000000002E-2</c:v>
                </c:pt>
                <c:pt idx="414" formatCode="0.00E+00">
                  <c:v>3.8802000000000003E-2</c:v>
                </c:pt>
                <c:pt idx="415" formatCode="0.00E+00">
                  <c:v>3.6525000000000002E-2</c:v>
                </c:pt>
                <c:pt idx="416" formatCode="0.00E+00">
                  <c:v>3.4353000000000002E-2</c:v>
                </c:pt>
                <c:pt idx="417" formatCode="0.00E+00">
                  <c:v>3.2294999999999997E-2</c:v>
                </c:pt>
                <c:pt idx="418" formatCode="0.00E+00">
                  <c:v>3.0348E-2</c:v>
                </c:pt>
                <c:pt idx="419" formatCode="0.00E+00">
                  <c:v>2.8493999999999998E-2</c:v>
                </c:pt>
                <c:pt idx="420" formatCode="0.00E+00">
                  <c:v>2.6742999999999999E-2</c:v>
                </c:pt>
                <c:pt idx="421" formatCode="0.00E+00">
                  <c:v>2.5085E-2</c:v>
                </c:pt>
                <c:pt idx="422" formatCode="0.00E+00">
                  <c:v>2.3522000000000001E-2</c:v>
                </c:pt>
                <c:pt idx="423" formatCode="0.00E+00">
                  <c:v>2.2041999999999999E-2</c:v>
                </c:pt>
                <c:pt idx="424" formatCode="0.00E+00">
                  <c:v>2.0650000000000002E-2</c:v>
                </c:pt>
                <c:pt idx="425" formatCode="0.00E+00">
                  <c:v>1.9345000000000001E-2</c:v>
                </c:pt>
                <c:pt idx="426" formatCode="0.00E+00">
                  <c:v>1.8121000000000002E-2</c:v>
                </c:pt>
                <c:pt idx="427" formatCode="0.00E+00">
                  <c:v>1.6976999999999999E-2</c:v>
                </c:pt>
                <c:pt idx="428" formatCode="0.00E+00">
                  <c:v>1.5913E-2</c:v>
                </c:pt>
                <c:pt idx="429" formatCode="0.00E+00">
                  <c:v>1.4931E-2</c:v>
                </c:pt>
                <c:pt idx="430" formatCode="0.00E+00">
                  <c:v>1.4038E-2</c:v>
                </c:pt>
                <c:pt idx="431" formatCode="0.00E+00">
                  <c:v>1.3238E-2</c:v>
                </c:pt>
                <c:pt idx="432" formatCode="0.00E+00">
                  <c:v>1.2534999999999999E-2</c:v>
                </c:pt>
                <c:pt idx="433" formatCode="0.00E+00">
                  <c:v>1.1948E-2</c:v>
                </c:pt>
                <c:pt idx="434" formatCode="0.00E+00">
                  <c:v>1.1492E-2</c:v>
                </c:pt>
                <c:pt idx="435" formatCode="0.00E+00">
                  <c:v>1.1194000000000001E-2</c:v>
                </c:pt>
                <c:pt idx="436" formatCode="0.00E+00">
                  <c:v>1.1098E-2</c:v>
                </c:pt>
              </c:numCache>
            </c:numRef>
          </c:xVal>
          <c:yVal>
            <c:numRef>
              <c:f>BM_STUDY_SOLUTE_MOVEMENT!$F$1751:$F$2187</c:f>
              <c:numCache>
                <c:formatCode>General</c:formatCode>
                <c:ptCount val="437"/>
                <c:pt idx="0">
                  <c:v>750</c:v>
                </c:pt>
                <c:pt idx="1">
                  <c:v>749</c:v>
                </c:pt>
                <c:pt idx="2">
                  <c:v>748</c:v>
                </c:pt>
                <c:pt idx="3">
                  <c:v>747</c:v>
                </c:pt>
                <c:pt idx="4">
                  <c:v>745.99</c:v>
                </c:pt>
                <c:pt idx="5">
                  <c:v>744.99</c:v>
                </c:pt>
                <c:pt idx="6">
                  <c:v>743.98</c:v>
                </c:pt>
                <c:pt idx="7">
                  <c:v>742.98</c:v>
                </c:pt>
                <c:pt idx="8">
                  <c:v>741.97</c:v>
                </c:pt>
                <c:pt idx="9">
                  <c:v>740.96</c:v>
                </c:pt>
                <c:pt idx="10">
                  <c:v>739.95</c:v>
                </c:pt>
                <c:pt idx="11">
                  <c:v>738.94</c:v>
                </c:pt>
                <c:pt idx="12">
                  <c:v>737.93</c:v>
                </c:pt>
                <c:pt idx="13">
                  <c:v>736.92</c:v>
                </c:pt>
                <c:pt idx="14">
                  <c:v>735.91</c:v>
                </c:pt>
                <c:pt idx="15">
                  <c:v>734.89</c:v>
                </c:pt>
                <c:pt idx="16">
                  <c:v>733.88</c:v>
                </c:pt>
                <c:pt idx="17">
                  <c:v>732.86</c:v>
                </c:pt>
                <c:pt idx="18">
                  <c:v>731.85</c:v>
                </c:pt>
                <c:pt idx="19">
                  <c:v>730.83</c:v>
                </c:pt>
                <c:pt idx="20">
                  <c:v>729.81</c:v>
                </c:pt>
                <c:pt idx="21">
                  <c:v>728.79</c:v>
                </c:pt>
                <c:pt idx="22">
                  <c:v>727.77</c:v>
                </c:pt>
                <c:pt idx="23">
                  <c:v>726.75</c:v>
                </c:pt>
                <c:pt idx="24">
                  <c:v>725.72</c:v>
                </c:pt>
                <c:pt idx="25">
                  <c:v>724.7</c:v>
                </c:pt>
                <c:pt idx="26">
                  <c:v>723.67</c:v>
                </c:pt>
                <c:pt idx="27">
                  <c:v>722.65</c:v>
                </c:pt>
                <c:pt idx="28">
                  <c:v>721.62</c:v>
                </c:pt>
                <c:pt idx="29">
                  <c:v>720.59</c:v>
                </c:pt>
                <c:pt idx="30">
                  <c:v>719.56</c:v>
                </c:pt>
                <c:pt idx="31">
                  <c:v>718.53</c:v>
                </c:pt>
                <c:pt idx="32">
                  <c:v>717.5</c:v>
                </c:pt>
                <c:pt idx="33">
                  <c:v>716.47</c:v>
                </c:pt>
                <c:pt idx="34">
                  <c:v>715.43</c:v>
                </c:pt>
                <c:pt idx="35">
                  <c:v>714.4</c:v>
                </c:pt>
                <c:pt idx="36">
                  <c:v>713.36</c:v>
                </c:pt>
                <c:pt idx="37">
                  <c:v>712.33</c:v>
                </c:pt>
                <c:pt idx="38">
                  <c:v>711.29</c:v>
                </c:pt>
                <c:pt idx="39">
                  <c:v>710.25</c:v>
                </c:pt>
                <c:pt idx="40">
                  <c:v>709.21</c:v>
                </c:pt>
                <c:pt idx="41">
                  <c:v>708.17</c:v>
                </c:pt>
                <c:pt idx="42">
                  <c:v>707.13</c:v>
                </c:pt>
                <c:pt idx="43">
                  <c:v>706.08</c:v>
                </c:pt>
                <c:pt idx="44">
                  <c:v>705.04</c:v>
                </c:pt>
                <c:pt idx="45">
                  <c:v>704</c:v>
                </c:pt>
                <c:pt idx="46">
                  <c:v>702.95</c:v>
                </c:pt>
                <c:pt idx="47">
                  <c:v>701.9</c:v>
                </c:pt>
                <c:pt idx="48">
                  <c:v>700.85</c:v>
                </c:pt>
                <c:pt idx="49">
                  <c:v>699.81</c:v>
                </c:pt>
                <c:pt idx="50">
                  <c:v>698.76</c:v>
                </c:pt>
                <c:pt idx="51">
                  <c:v>697.7</c:v>
                </c:pt>
                <c:pt idx="52">
                  <c:v>696.65</c:v>
                </c:pt>
                <c:pt idx="53">
                  <c:v>695.6</c:v>
                </c:pt>
                <c:pt idx="54">
                  <c:v>694.54</c:v>
                </c:pt>
                <c:pt idx="55">
                  <c:v>693.49</c:v>
                </c:pt>
                <c:pt idx="56">
                  <c:v>692.43</c:v>
                </c:pt>
                <c:pt idx="57">
                  <c:v>691.37</c:v>
                </c:pt>
                <c:pt idx="58">
                  <c:v>690.32</c:v>
                </c:pt>
                <c:pt idx="59">
                  <c:v>689.26</c:v>
                </c:pt>
                <c:pt idx="60">
                  <c:v>688.2</c:v>
                </c:pt>
                <c:pt idx="61">
                  <c:v>687.13</c:v>
                </c:pt>
                <c:pt idx="62">
                  <c:v>686.07</c:v>
                </c:pt>
                <c:pt idx="63">
                  <c:v>685.01</c:v>
                </c:pt>
                <c:pt idx="64">
                  <c:v>683.94</c:v>
                </c:pt>
                <c:pt idx="65">
                  <c:v>682.88</c:v>
                </c:pt>
                <c:pt idx="66">
                  <c:v>681.81</c:v>
                </c:pt>
                <c:pt idx="67">
                  <c:v>680.74</c:v>
                </c:pt>
                <c:pt idx="68">
                  <c:v>679.67</c:v>
                </c:pt>
                <c:pt idx="69">
                  <c:v>678.6</c:v>
                </c:pt>
                <c:pt idx="70">
                  <c:v>677.53</c:v>
                </c:pt>
                <c:pt idx="71">
                  <c:v>676.46</c:v>
                </c:pt>
                <c:pt idx="72">
                  <c:v>675.38</c:v>
                </c:pt>
                <c:pt idx="73">
                  <c:v>674.31</c:v>
                </c:pt>
                <c:pt idx="74">
                  <c:v>673.23</c:v>
                </c:pt>
                <c:pt idx="75">
                  <c:v>672.16</c:v>
                </c:pt>
                <c:pt idx="76">
                  <c:v>671.08</c:v>
                </c:pt>
                <c:pt idx="77">
                  <c:v>670</c:v>
                </c:pt>
                <c:pt idx="78">
                  <c:v>668.92</c:v>
                </c:pt>
                <c:pt idx="79">
                  <c:v>667.84</c:v>
                </c:pt>
                <c:pt idx="80">
                  <c:v>666.76</c:v>
                </c:pt>
                <c:pt idx="81">
                  <c:v>665.67</c:v>
                </c:pt>
                <c:pt idx="82">
                  <c:v>664.59</c:v>
                </c:pt>
                <c:pt idx="83">
                  <c:v>663.5</c:v>
                </c:pt>
                <c:pt idx="84">
                  <c:v>662.42</c:v>
                </c:pt>
                <c:pt idx="85">
                  <c:v>661.33</c:v>
                </c:pt>
                <c:pt idx="86">
                  <c:v>660.24</c:v>
                </c:pt>
                <c:pt idx="87">
                  <c:v>659.15</c:v>
                </c:pt>
                <c:pt idx="88">
                  <c:v>658.06</c:v>
                </c:pt>
                <c:pt idx="89">
                  <c:v>656.97</c:v>
                </c:pt>
                <c:pt idx="90">
                  <c:v>655.87</c:v>
                </c:pt>
                <c:pt idx="91">
                  <c:v>654.78</c:v>
                </c:pt>
                <c:pt idx="92">
                  <c:v>653.69000000000005</c:v>
                </c:pt>
                <c:pt idx="93">
                  <c:v>652.59</c:v>
                </c:pt>
                <c:pt idx="94">
                  <c:v>651.49</c:v>
                </c:pt>
                <c:pt idx="95">
                  <c:v>650.39</c:v>
                </c:pt>
                <c:pt idx="96">
                  <c:v>649.29</c:v>
                </c:pt>
                <c:pt idx="97">
                  <c:v>648.19000000000005</c:v>
                </c:pt>
                <c:pt idx="98">
                  <c:v>647.09</c:v>
                </c:pt>
                <c:pt idx="99">
                  <c:v>645.99</c:v>
                </c:pt>
                <c:pt idx="100">
                  <c:v>644.88</c:v>
                </c:pt>
                <c:pt idx="101">
                  <c:v>643.78</c:v>
                </c:pt>
                <c:pt idx="102">
                  <c:v>642.66999999999996</c:v>
                </c:pt>
                <c:pt idx="103">
                  <c:v>641.57000000000005</c:v>
                </c:pt>
                <c:pt idx="104">
                  <c:v>640.46</c:v>
                </c:pt>
                <c:pt idx="105">
                  <c:v>639.35</c:v>
                </c:pt>
                <c:pt idx="106">
                  <c:v>638.24</c:v>
                </c:pt>
                <c:pt idx="107">
                  <c:v>637.13</c:v>
                </c:pt>
                <c:pt idx="108">
                  <c:v>636.01</c:v>
                </c:pt>
                <c:pt idx="109">
                  <c:v>634.9</c:v>
                </c:pt>
                <c:pt idx="110">
                  <c:v>633.78</c:v>
                </c:pt>
                <c:pt idx="111">
                  <c:v>632.66999999999996</c:v>
                </c:pt>
                <c:pt idx="112">
                  <c:v>631.54999999999995</c:v>
                </c:pt>
                <c:pt idx="113">
                  <c:v>630.42999999999995</c:v>
                </c:pt>
                <c:pt idx="114">
                  <c:v>629.30999999999995</c:v>
                </c:pt>
                <c:pt idx="115">
                  <c:v>628.19000000000005</c:v>
                </c:pt>
                <c:pt idx="116">
                  <c:v>627.07000000000005</c:v>
                </c:pt>
                <c:pt idx="117">
                  <c:v>625.95000000000005</c:v>
                </c:pt>
                <c:pt idx="118">
                  <c:v>624.82000000000005</c:v>
                </c:pt>
                <c:pt idx="119">
                  <c:v>623.70000000000005</c:v>
                </c:pt>
                <c:pt idx="120">
                  <c:v>622.57000000000005</c:v>
                </c:pt>
                <c:pt idx="121">
                  <c:v>621.44000000000005</c:v>
                </c:pt>
                <c:pt idx="122">
                  <c:v>620.30999999999995</c:v>
                </c:pt>
                <c:pt idx="123">
                  <c:v>619.19000000000005</c:v>
                </c:pt>
                <c:pt idx="124">
                  <c:v>618.04999999999995</c:v>
                </c:pt>
                <c:pt idx="125">
                  <c:v>616.91999999999996</c:v>
                </c:pt>
                <c:pt idx="126">
                  <c:v>615.79</c:v>
                </c:pt>
                <c:pt idx="127">
                  <c:v>614.66</c:v>
                </c:pt>
                <c:pt idx="128">
                  <c:v>613.52</c:v>
                </c:pt>
                <c:pt idx="129">
                  <c:v>612.38</c:v>
                </c:pt>
                <c:pt idx="130">
                  <c:v>611.25</c:v>
                </c:pt>
                <c:pt idx="131">
                  <c:v>610.11</c:v>
                </c:pt>
                <c:pt idx="132">
                  <c:v>608.97</c:v>
                </c:pt>
                <c:pt idx="133">
                  <c:v>607.83000000000004</c:v>
                </c:pt>
                <c:pt idx="134">
                  <c:v>606.67999999999995</c:v>
                </c:pt>
                <c:pt idx="135">
                  <c:v>605.54</c:v>
                </c:pt>
                <c:pt idx="136">
                  <c:v>604.4</c:v>
                </c:pt>
                <c:pt idx="137">
                  <c:v>603.25</c:v>
                </c:pt>
                <c:pt idx="138">
                  <c:v>602.1</c:v>
                </c:pt>
                <c:pt idx="139">
                  <c:v>600.96</c:v>
                </c:pt>
                <c:pt idx="140">
                  <c:v>599.80999999999995</c:v>
                </c:pt>
                <c:pt idx="141">
                  <c:v>598.66</c:v>
                </c:pt>
                <c:pt idx="142">
                  <c:v>597.51</c:v>
                </c:pt>
                <c:pt idx="143">
                  <c:v>596.35</c:v>
                </c:pt>
                <c:pt idx="144">
                  <c:v>595.20000000000005</c:v>
                </c:pt>
                <c:pt idx="145">
                  <c:v>594.04</c:v>
                </c:pt>
                <c:pt idx="146">
                  <c:v>592.89</c:v>
                </c:pt>
                <c:pt idx="147">
                  <c:v>591.73</c:v>
                </c:pt>
                <c:pt idx="148">
                  <c:v>590.57000000000005</c:v>
                </c:pt>
                <c:pt idx="149">
                  <c:v>589.41</c:v>
                </c:pt>
                <c:pt idx="150">
                  <c:v>588.25</c:v>
                </c:pt>
                <c:pt idx="151">
                  <c:v>587.09</c:v>
                </c:pt>
                <c:pt idx="152">
                  <c:v>585.92999999999995</c:v>
                </c:pt>
                <c:pt idx="153">
                  <c:v>584.76</c:v>
                </c:pt>
                <c:pt idx="154">
                  <c:v>583.6</c:v>
                </c:pt>
                <c:pt idx="155">
                  <c:v>582.42999999999995</c:v>
                </c:pt>
                <c:pt idx="156">
                  <c:v>581.26</c:v>
                </c:pt>
                <c:pt idx="157">
                  <c:v>580.1</c:v>
                </c:pt>
                <c:pt idx="158">
                  <c:v>578.92999999999995</c:v>
                </c:pt>
                <c:pt idx="159">
                  <c:v>577.76</c:v>
                </c:pt>
                <c:pt idx="160">
                  <c:v>576.58000000000004</c:v>
                </c:pt>
                <c:pt idx="161">
                  <c:v>575.41</c:v>
                </c:pt>
                <c:pt idx="162">
                  <c:v>574.23</c:v>
                </c:pt>
                <c:pt idx="163">
                  <c:v>573.05999999999995</c:v>
                </c:pt>
                <c:pt idx="164">
                  <c:v>571.88</c:v>
                </c:pt>
                <c:pt idx="165">
                  <c:v>570.70000000000005</c:v>
                </c:pt>
                <c:pt idx="166">
                  <c:v>569.52</c:v>
                </c:pt>
                <c:pt idx="167">
                  <c:v>568.34</c:v>
                </c:pt>
                <c:pt idx="168">
                  <c:v>567.16</c:v>
                </c:pt>
                <c:pt idx="169">
                  <c:v>565.98</c:v>
                </c:pt>
                <c:pt idx="170">
                  <c:v>564.79999999999995</c:v>
                </c:pt>
                <c:pt idx="171">
                  <c:v>563.61</c:v>
                </c:pt>
                <c:pt idx="172">
                  <c:v>562.41999999999996</c:v>
                </c:pt>
                <c:pt idx="173">
                  <c:v>561.24</c:v>
                </c:pt>
                <c:pt idx="174">
                  <c:v>560.04999999999995</c:v>
                </c:pt>
                <c:pt idx="175">
                  <c:v>558.86</c:v>
                </c:pt>
                <c:pt idx="176">
                  <c:v>557.66999999999996</c:v>
                </c:pt>
                <c:pt idx="177">
                  <c:v>556.47</c:v>
                </c:pt>
                <c:pt idx="178">
                  <c:v>555.28</c:v>
                </c:pt>
                <c:pt idx="179">
                  <c:v>554.09</c:v>
                </c:pt>
                <c:pt idx="180">
                  <c:v>552.89</c:v>
                </c:pt>
                <c:pt idx="181">
                  <c:v>551.69000000000005</c:v>
                </c:pt>
                <c:pt idx="182">
                  <c:v>550.49</c:v>
                </c:pt>
                <c:pt idx="183">
                  <c:v>549.29999999999995</c:v>
                </c:pt>
                <c:pt idx="184">
                  <c:v>548.09</c:v>
                </c:pt>
                <c:pt idx="185">
                  <c:v>546.89</c:v>
                </c:pt>
                <c:pt idx="186">
                  <c:v>545.69000000000005</c:v>
                </c:pt>
                <c:pt idx="187">
                  <c:v>544.49</c:v>
                </c:pt>
                <c:pt idx="188">
                  <c:v>543.28</c:v>
                </c:pt>
                <c:pt idx="189">
                  <c:v>542.07000000000005</c:v>
                </c:pt>
                <c:pt idx="190">
                  <c:v>540.87</c:v>
                </c:pt>
                <c:pt idx="191">
                  <c:v>539.66</c:v>
                </c:pt>
                <c:pt idx="192">
                  <c:v>538.45000000000005</c:v>
                </c:pt>
                <c:pt idx="193">
                  <c:v>537.23</c:v>
                </c:pt>
                <c:pt idx="194">
                  <c:v>536.02</c:v>
                </c:pt>
                <c:pt idx="195">
                  <c:v>534.80999999999995</c:v>
                </c:pt>
                <c:pt idx="196">
                  <c:v>533.59</c:v>
                </c:pt>
                <c:pt idx="197">
                  <c:v>532.38</c:v>
                </c:pt>
                <c:pt idx="198">
                  <c:v>531.16</c:v>
                </c:pt>
                <c:pt idx="199">
                  <c:v>529.94000000000005</c:v>
                </c:pt>
                <c:pt idx="200">
                  <c:v>528.72</c:v>
                </c:pt>
                <c:pt idx="201">
                  <c:v>527.5</c:v>
                </c:pt>
                <c:pt idx="202">
                  <c:v>526.28</c:v>
                </c:pt>
                <c:pt idx="203">
                  <c:v>525.04999999999995</c:v>
                </c:pt>
                <c:pt idx="204">
                  <c:v>523.83000000000004</c:v>
                </c:pt>
                <c:pt idx="205">
                  <c:v>522.6</c:v>
                </c:pt>
                <c:pt idx="206">
                  <c:v>521.37</c:v>
                </c:pt>
                <c:pt idx="207">
                  <c:v>520.14</c:v>
                </c:pt>
                <c:pt idx="208">
                  <c:v>518.91</c:v>
                </c:pt>
                <c:pt idx="209">
                  <c:v>517.67999999999995</c:v>
                </c:pt>
                <c:pt idx="210">
                  <c:v>516.45000000000005</c:v>
                </c:pt>
                <c:pt idx="211">
                  <c:v>515.22</c:v>
                </c:pt>
                <c:pt idx="212">
                  <c:v>513.98</c:v>
                </c:pt>
                <c:pt idx="213">
                  <c:v>512.75</c:v>
                </c:pt>
                <c:pt idx="214">
                  <c:v>511.51</c:v>
                </c:pt>
                <c:pt idx="215">
                  <c:v>510.27</c:v>
                </c:pt>
                <c:pt idx="216">
                  <c:v>509.03</c:v>
                </c:pt>
                <c:pt idx="217">
                  <c:v>507.79</c:v>
                </c:pt>
                <c:pt idx="218">
                  <c:v>506.55</c:v>
                </c:pt>
                <c:pt idx="219">
                  <c:v>505.3</c:v>
                </c:pt>
                <c:pt idx="220">
                  <c:v>504.06</c:v>
                </c:pt>
                <c:pt idx="221">
                  <c:v>502.81</c:v>
                </c:pt>
                <c:pt idx="222">
                  <c:v>501.57</c:v>
                </c:pt>
                <c:pt idx="223">
                  <c:v>500.32</c:v>
                </c:pt>
                <c:pt idx="224">
                  <c:v>499.07</c:v>
                </c:pt>
                <c:pt idx="225">
                  <c:v>497.82</c:v>
                </c:pt>
                <c:pt idx="226">
                  <c:v>496.57</c:v>
                </c:pt>
                <c:pt idx="227">
                  <c:v>495.31</c:v>
                </c:pt>
                <c:pt idx="228">
                  <c:v>494.06</c:v>
                </c:pt>
                <c:pt idx="229">
                  <c:v>492.8</c:v>
                </c:pt>
                <c:pt idx="230">
                  <c:v>491.54</c:v>
                </c:pt>
                <c:pt idx="231">
                  <c:v>490.29</c:v>
                </c:pt>
                <c:pt idx="232">
                  <c:v>489.03</c:v>
                </c:pt>
                <c:pt idx="233">
                  <c:v>487.77</c:v>
                </c:pt>
                <c:pt idx="234">
                  <c:v>486.5</c:v>
                </c:pt>
                <c:pt idx="235">
                  <c:v>485.24</c:v>
                </c:pt>
                <c:pt idx="236">
                  <c:v>483.98</c:v>
                </c:pt>
                <c:pt idx="237">
                  <c:v>482.71</c:v>
                </c:pt>
                <c:pt idx="238">
                  <c:v>481.44</c:v>
                </c:pt>
                <c:pt idx="239">
                  <c:v>480.17</c:v>
                </c:pt>
                <c:pt idx="240">
                  <c:v>478.9</c:v>
                </c:pt>
                <c:pt idx="241">
                  <c:v>477.63</c:v>
                </c:pt>
                <c:pt idx="242">
                  <c:v>476.36</c:v>
                </c:pt>
                <c:pt idx="243">
                  <c:v>475.09</c:v>
                </c:pt>
                <c:pt idx="244">
                  <c:v>473.81</c:v>
                </c:pt>
                <c:pt idx="245">
                  <c:v>472.54</c:v>
                </c:pt>
                <c:pt idx="246">
                  <c:v>471.26</c:v>
                </c:pt>
                <c:pt idx="247">
                  <c:v>469.98</c:v>
                </c:pt>
                <c:pt idx="248">
                  <c:v>468.7</c:v>
                </c:pt>
                <c:pt idx="249">
                  <c:v>467.42</c:v>
                </c:pt>
                <c:pt idx="250">
                  <c:v>466.14</c:v>
                </c:pt>
                <c:pt idx="251">
                  <c:v>464.85</c:v>
                </c:pt>
                <c:pt idx="252">
                  <c:v>463.57</c:v>
                </c:pt>
                <c:pt idx="253">
                  <c:v>462.28</c:v>
                </c:pt>
                <c:pt idx="254">
                  <c:v>460.99</c:v>
                </c:pt>
                <c:pt idx="255">
                  <c:v>459.7</c:v>
                </c:pt>
                <c:pt idx="256">
                  <c:v>458.41</c:v>
                </c:pt>
                <c:pt idx="257">
                  <c:v>457.12</c:v>
                </c:pt>
                <c:pt idx="258">
                  <c:v>455.83</c:v>
                </c:pt>
                <c:pt idx="259">
                  <c:v>454.53</c:v>
                </c:pt>
                <c:pt idx="260">
                  <c:v>453.24</c:v>
                </c:pt>
                <c:pt idx="261">
                  <c:v>451.94</c:v>
                </c:pt>
                <c:pt idx="262">
                  <c:v>450.64</c:v>
                </c:pt>
                <c:pt idx="263">
                  <c:v>449.34</c:v>
                </c:pt>
                <c:pt idx="264">
                  <c:v>448.04</c:v>
                </c:pt>
                <c:pt idx="265">
                  <c:v>446.74</c:v>
                </c:pt>
                <c:pt idx="266">
                  <c:v>445.44</c:v>
                </c:pt>
                <c:pt idx="267">
                  <c:v>444.13</c:v>
                </c:pt>
                <c:pt idx="268">
                  <c:v>442.83</c:v>
                </c:pt>
                <c:pt idx="269">
                  <c:v>441.52</c:v>
                </c:pt>
                <c:pt idx="270">
                  <c:v>440.21</c:v>
                </c:pt>
                <c:pt idx="271">
                  <c:v>438.9</c:v>
                </c:pt>
                <c:pt idx="272">
                  <c:v>437.59</c:v>
                </c:pt>
                <c:pt idx="273">
                  <c:v>436.28</c:v>
                </c:pt>
                <c:pt idx="274">
                  <c:v>434.97</c:v>
                </c:pt>
                <c:pt idx="275">
                  <c:v>433.65</c:v>
                </c:pt>
                <c:pt idx="276">
                  <c:v>432.33</c:v>
                </c:pt>
                <c:pt idx="277">
                  <c:v>431.02</c:v>
                </c:pt>
                <c:pt idx="278">
                  <c:v>429.7</c:v>
                </c:pt>
                <c:pt idx="279">
                  <c:v>428.38</c:v>
                </c:pt>
                <c:pt idx="280">
                  <c:v>427.06</c:v>
                </c:pt>
                <c:pt idx="281">
                  <c:v>425.73</c:v>
                </c:pt>
                <c:pt idx="282">
                  <c:v>424.41</c:v>
                </c:pt>
                <c:pt idx="283">
                  <c:v>423.08</c:v>
                </c:pt>
                <c:pt idx="284">
                  <c:v>421.76</c:v>
                </c:pt>
                <c:pt idx="285">
                  <c:v>420.43</c:v>
                </c:pt>
                <c:pt idx="286">
                  <c:v>419.1</c:v>
                </c:pt>
                <c:pt idx="287">
                  <c:v>417.77</c:v>
                </c:pt>
                <c:pt idx="288">
                  <c:v>416.43</c:v>
                </c:pt>
                <c:pt idx="289">
                  <c:v>415.1</c:v>
                </c:pt>
                <c:pt idx="290">
                  <c:v>413.77</c:v>
                </c:pt>
                <c:pt idx="291">
                  <c:v>412.43</c:v>
                </c:pt>
                <c:pt idx="292">
                  <c:v>411.09</c:v>
                </c:pt>
                <c:pt idx="293">
                  <c:v>409.75</c:v>
                </c:pt>
                <c:pt idx="294">
                  <c:v>408.41</c:v>
                </c:pt>
                <c:pt idx="295">
                  <c:v>407.07</c:v>
                </c:pt>
                <c:pt idx="296">
                  <c:v>405.73</c:v>
                </c:pt>
                <c:pt idx="297">
                  <c:v>404.38</c:v>
                </c:pt>
                <c:pt idx="298">
                  <c:v>403.04</c:v>
                </c:pt>
                <c:pt idx="299">
                  <c:v>401.69</c:v>
                </c:pt>
                <c:pt idx="300">
                  <c:v>400.34</c:v>
                </c:pt>
                <c:pt idx="301">
                  <c:v>398.99</c:v>
                </c:pt>
                <c:pt idx="302">
                  <c:v>397.64</c:v>
                </c:pt>
                <c:pt idx="303">
                  <c:v>396.29</c:v>
                </c:pt>
                <c:pt idx="304">
                  <c:v>394.94</c:v>
                </c:pt>
                <c:pt idx="305">
                  <c:v>393.58</c:v>
                </c:pt>
                <c:pt idx="306">
                  <c:v>392.23</c:v>
                </c:pt>
                <c:pt idx="307">
                  <c:v>390.87</c:v>
                </c:pt>
                <c:pt idx="308">
                  <c:v>389.51</c:v>
                </c:pt>
                <c:pt idx="309">
                  <c:v>388.15</c:v>
                </c:pt>
                <c:pt idx="310">
                  <c:v>386.79</c:v>
                </c:pt>
                <c:pt idx="311">
                  <c:v>385.42</c:v>
                </c:pt>
                <c:pt idx="312">
                  <c:v>384.06</c:v>
                </c:pt>
                <c:pt idx="313">
                  <c:v>382.69</c:v>
                </c:pt>
                <c:pt idx="314">
                  <c:v>381.33</c:v>
                </c:pt>
                <c:pt idx="315">
                  <c:v>379.96</c:v>
                </c:pt>
                <c:pt idx="316">
                  <c:v>378.59</c:v>
                </c:pt>
                <c:pt idx="317">
                  <c:v>377.21</c:v>
                </c:pt>
                <c:pt idx="318">
                  <c:v>375.84</c:v>
                </c:pt>
                <c:pt idx="319">
                  <c:v>375</c:v>
                </c:pt>
                <c:pt idx="320">
                  <c:v>372.16</c:v>
                </c:pt>
                <c:pt idx="321">
                  <c:v>368.79</c:v>
                </c:pt>
                <c:pt idx="322">
                  <c:v>365.43</c:v>
                </c:pt>
                <c:pt idx="323">
                  <c:v>362.06</c:v>
                </c:pt>
                <c:pt idx="324">
                  <c:v>358.71</c:v>
                </c:pt>
                <c:pt idx="325">
                  <c:v>355.35</c:v>
                </c:pt>
                <c:pt idx="326">
                  <c:v>352</c:v>
                </c:pt>
                <c:pt idx="327">
                  <c:v>348.65</c:v>
                </c:pt>
                <c:pt idx="328">
                  <c:v>345.3</c:v>
                </c:pt>
                <c:pt idx="329">
                  <c:v>341.96</c:v>
                </c:pt>
                <c:pt idx="330">
                  <c:v>338.62</c:v>
                </c:pt>
                <c:pt idx="331">
                  <c:v>335.29</c:v>
                </c:pt>
                <c:pt idx="332">
                  <c:v>331.96</c:v>
                </c:pt>
                <c:pt idx="333">
                  <c:v>328.63</c:v>
                </c:pt>
                <c:pt idx="334">
                  <c:v>325.3</c:v>
                </c:pt>
                <c:pt idx="335">
                  <c:v>321.98</c:v>
                </c:pt>
                <c:pt idx="336">
                  <c:v>318.66000000000003</c:v>
                </c:pt>
                <c:pt idx="337">
                  <c:v>315.35000000000002</c:v>
                </c:pt>
                <c:pt idx="338">
                  <c:v>312.04000000000002</c:v>
                </c:pt>
                <c:pt idx="339">
                  <c:v>308.73</c:v>
                </c:pt>
                <c:pt idx="340">
                  <c:v>305.42</c:v>
                </c:pt>
                <c:pt idx="341">
                  <c:v>302.12</c:v>
                </c:pt>
                <c:pt idx="342">
                  <c:v>298.82</c:v>
                </c:pt>
                <c:pt idx="343">
                  <c:v>295.52</c:v>
                </c:pt>
                <c:pt idx="344">
                  <c:v>292.23</c:v>
                </c:pt>
                <c:pt idx="345">
                  <c:v>288.94</c:v>
                </c:pt>
                <c:pt idx="346">
                  <c:v>285.66000000000003</c:v>
                </c:pt>
                <c:pt idx="347">
                  <c:v>282.38</c:v>
                </c:pt>
                <c:pt idx="348">
                  <c:v>279.10000000000002</c:v>
                </c:pt>
                <c:pt idx="349">
                  <c:v>275.82</c:v>
                </c:pt>
                <c:pt idx="350">
                  <c:v>272.55</c:v>
                </c:pt>
                <c:pt idx="351">
                  <c:v>269.27999999999997</c:v>
                </c:pt>
                <c:pt idx="352">
                  <c:v>266.01</c:v>
                </c:pt>
                <c:pt idx="353">
                  <c:v>262.75</c:v>
                </c:pt>
                <c:pt idx="354">
                  <c:v>259.49</c:v>
                </c:pt>
                <c:pt idx="355">
                  <c:v>256.23</c:v>
                </c:pt>
                <c:pt idx="356">
                  <c:v>252.98</c:v>
                </c:pt>
                <c:pt idx="357">
                  <c:v>249.73</c:v>
                </c:pt>
                <c:pt idx="358">
                  <c:v>246.48</c:v>
                </c:pt>
                <c:pt idx="359">
                  <c:v>243.24</c:v>
                </c:pt>
                <c:pt idx="360">
                  <c:v>240</c:v>
                </c:pt>
                <c:pt idx="361">
                  <c:v>236.76</c:v>
                </c:pt>
                <c:pt idx="362">
                  <c:v>233.53</c:v>
                </c:pt>
                <c:pt idx="363">
                  <c:v>230.3</c:v>
                </c:pt>
                <c:pt idx="364">
                  <c:v>227.07</c:v>
                </c:pt>
                <c:pt idx="365">
                  <c:v>223.85</c:v>
                </c:pt>
                <c:pt idx="366">
                  <c:v>220.63</c:v>
                </c:pt>
                <c:pt idx="367">
                  <c:v>217.41</c:v>
                </c:pt>
                <c:pt idx="368">
                  <c:v>214.2</c:v>
                </c:pt>
                <c:pt idx="369">
                  <c:v>210.99</c:v>
                </c:pt>
                <c:pt idx="370">
                  <c:v>207.78</c:v>
                </c:pt>
                <c:pt idx="371">
                  <c:v>204.57</c:v>
                </c:pt>
                <c:pt idx="372">
                  <c:v>201.37</c:v>
                </c:pt>
                <c:pt idx="373">
                  <c:v>198.17</c:v>
                </c:pt>
                <c:pt idx="374">
                  <c:v>194.98</c:v>
                </c:pt>
                <c:pt idx="375">
                  <c:v>191.79</c:v>
                </c:pt>
                <c:pt idx="376">
                  <c:v>188.6</c:v>
                </c:pt>
                <c:pt idx="377">
                  <c:v>185.41</c:v>
                </c:pt>
                <c:pt idx="378">
                  <c:v>182.23</c:v>
                </c:pt>
                <c:pt idx="379">
                  <c:v>179.05</c:v>
                </c:pt>
                <c:pt idx="380">
                  <c:v>175.88</c:v>
                </c:pt>
                <c:pt idx="381">
                  <c:v>172.7</c:v>
                </c:pt>
                <c:pt idx="382">
                  <c:v>169.53</c:v>
                </c:pt>
                <c:pt idx="383">
                  <c:v>166.37</c:v>
                </c:pt>
                <c:pt idx="384">
                  <c:v>163.21</c:v>
                </c:pt>
                <c:pt idx="385">
                  <c:v>160.05000000000001</c:v>
                </c:pt>
                <c:pt idx="386">
                  <c:v>156.88999999999999</c:v>
                </c:pt>
                <c:pt idx="387">
                  <c:v>153.72999999999999</c:v>
                </c:pt>
                <c:pt idx="388">
                  <c:v>150.58000000000001</c:v>
                </c:pt>
                <c:pt idx="389">
                  <c:v>147.44</c:v>
                </c:pt>
                <c:pt idx="390">
                  <c:v>144.29</c:v>
                </c:pt>
                <c:pt idx="391">
                  <c:v>141.15</c:v>
                </c:pt>
                <c:pt idx="392">
                  <c:v>138.01</c:v>
                </c:pt>
                <c:pt idx="393">
                  <c:v>134.88</c:v>
                </c:pt>
                <c:pt idx="394">
                  <c:v>131.75</c:v>
                </c:pt>
                <c:pt idx="395">
                  <c:v>128.62</c:v>
                </c:pt>
                <c:pt idx="396">
                  <c:v>125.49</c:v>
                </c:pt>
                <c:pt idx="397">
                  <c:v>122.37</c:v>
                </c:pt>
                <c:pt idx="398">
                  <c:v>119.25</c:v>
                </c:pt>
                <c:pt idx="399">
                  <c:v>116.13</c:v>
                </c:pt>
                <c:pt idx="400">
                  <c:v>113.02</c:v>
                </c:pt>
                <c:pt idx="401">
                  <c:v>109.91</c:v>
                </c:pt>
                <c:pt idx="402">
                  <c:v>106.8</c:v>
                </c:pt>
                <c:pt idx="403">
                  <c:v>103.7</c:v>
                </c:pt>
                <c:pt idx="404">
                  <c:v>100.6</c:v>
                </c:pt>
                <c:pt idx="405">
                  <c:v>97.5</c:v>
                </c:pt>
                <c:pt idx="406">
                  <c:v>94.41</c:v>
                </c:pt>
                <c:pt idx="407">
                  <c:v>91.32</c:v>
                </c:pt>
                <c:pt idx="408">
                  <c:v>88.23</c:v>
                </c:pt>
                <c:pt idx="409">
                  <c:v>85.14</c:v>
                </c:pt>
                <c:pt idx="410">
                  <c:v>82.06</c:v>
                </c:pt>
                <c:pt idx="411">
                  <c:v>78.98</c:v>
                </c:pt>
                <c:pt idx="412">
                  <c:v>75.91</c:v>
                </c:pt>
                <c:pt idx="413">
                  <c:v>72.83</c:v>
                </c:pt>
                <c:pt idx="414">
                  <c:v>69.760000000000005</c:v>
                </c:pt>
                <c:pt idx="415">
                  <c:v>66.7</c:v>
                </c:pt>
                <c:pt idx="416">
                  <c:v>63.63</c:v>
                </c:pt>
                <c:pt idx="417">
                  <c:v>60.57</c:v>
                </c:pt>
                <c:pt idx="418">
                  <c:v>57.52</c:v>
                </c:pt>
                <c:pt idx="419">
                  <c:v>54.46</c:v>
                </c:pt>
                <c:pt idx="420">
                  <c:v>51.41</c:v>
                </c:pt>
                <c:pt idx="421">
                  <c:v>48.36</c:v>
                </c:pt>
                <c:pt idx="422">
                  <c:v>45.32</c:v>
                </c:pt>
                <c:pt idx="423">
                  <c:v>42.27</c:v>
                </c:pt>
                <c:pt idx="424">
                  <c:v>39.229999999999997</c:v>
                </c:pt>
                <c:pt idx="425">
                  <c:v>36.200000000000003</c:v>
                </c:pt>
                <c:pt idx="426">
                  <c:v>33.17</c:v>
                </c:pt>
                <c:pt idx="427">
                  <c:v>30.14</c:v>
                </c:pt>
                <c:pt idx="428">
                  <c:v>27.11</c:v>
                </c:pt>
                <c:pt idx="429">
                  <c:v>24.08</c:v>
                </c:pt>
                <c:pt idx="430">
                  <c:v>21.06</c:v>
                </c:pt>
                <c:pt idx="431">
                  <c:v>18.05</c:v>
                </c:pt>
                <c:pt idx="432">
                  <c:v>15.03</c:v>
                </c:pt>
                <c:pt idx="433">
                  <c:v>12.02</c:v>
                </c:pt>
                <c:pt idx="434">
                  <c:v>9.01</c:v>
                </c:pt>
                <c:pt idx="435">
                  <c:v>6</c:v>
                </c:pt>
                <c:pt idx="436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5C5-46F9-8D7E-AC7E633822B2}"/>
            </c:ext>
          </c:extLst>
        </c:ser>
        <c:ser>
          <c:idx val="2"/>
          <c:order val="3"/>
          <c:tx>
            <c:v>Analytical Solution Day 1</c:v>
          </c:tx>
          <c:spPr>
            <a:ln w="25400" cap="rnd">
              <a:noFill/>
              <a:round/>
            </a:ln>
            <a:effectLst/>
          </c:spPr>
          <c:marker>
            <c:symbol val="triangle"/>
            <c:size val="5"/>
            <c:spPr>
              <a:solidFill>
                <a:schemeClr val="accent3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BM_STUDY_SOLUTE_MOVEMENT!$Q$3:$Q$52</c:f>
              <c:numCache>
                <c:formatCode>0.0000</c:formatCode>
                <c:ptCount val="50"/>
                <c:pt idx="0">
                  <c:v>0.99999957810770701</c:v>
                </c:pt>
                <c:pt idx="1">
                  <c:v>0.98869028524836999</c:v>
                </c:pt>
                <c:pt idx="2">
                  <c:v>0.96323983734565499</c:v>
                </c:pt>
                <c:pt idx="3">
                  <c:v>0.916744563329843</c:v>
                </c:pt>
                <c:pt idx="4">
                  <c:v>0.84398232299869003</c:v>
                </c:pt>
                <c:pt idx="5">
                  <c:v>0.74413414546888501</c:v>
                </c:pt>
                <c:pt idx="6">
                  <c:v>0.62251660361485495</c:v>
                </c:pt>
                <c:pt idx="7">
                  <c:v>0.49009857852776301</c:v>
                </c:pt>
                <c:pt idx="8">
                  <c:v>0.36064326432163901</c:v>
                </c:pt>
                <c:pt idx="9">
                  <c:v>0.246672890654419</c:v>
                </c:pt>
                <c:pt idx="10">
                  <c:v>0.156131560304692</c:v>
                </c:pt>
                <c:pt idx="11">
                  <c:v>9.11310850787206E-2</c:v>
                </c:pt>
                <c:pt idx="12">
                  <c:v>4.8916211268039599E-2</c:v>
                </c:pt>
                <c:pt idx="13">
                  <c:v>2.4093852276654601E-2</c:v>
                </c:pt>
                <c:pt idx="14">
                  <c:v>1.0871252074847701E-2</c:v>
                </c:pt>
                <c:pt idx="15">
                  <c:v>4.48721528568693E-3</c:v>
                </c:pt>
                <c:pt idx="16">
                  <c:v>1.6924640033630001E-3</c:v>
                </c:pt>
                <c:pt idx="17">
                  <c:v>5.8279952018936896E-4</c:v>
                </c:pt>
                <c:pt idx="18">
                  <c:v>1.83087654854466E-4</c:v>
                </c:pt>
                <c:pt idx="19">
                  <c:v>5.2441814644416203E-5</c:v>
                </c:pt>
                <c:pt idx="20">
                  <c:v>1.36885641300626E-5</c:v>
                </c:pt>
                <c:pt idx="21">
                  <c:v>3.2547496098065001E-6</c:v>
                </c:pt>
                <c:pt idx="22">
                  <c:v>7.0469804806856204E-7</c:v>
                </c:pt>
                <c:pt idx="23">
                  <c:v>1.3889403715512199E-7</c:v>
                </c:pt>
                <c:pt idx="24">
                  <c:v>2.4914214079457801E-8</c:v>
                </c:pt>
                <c:pt idx="25">
                  <c:v>4.0662800711788997E-9</c:v>
                </c:pt>
                <c:pt idx="26">
                  <c:v>6.0374025883581902E-10</c:v>
                </c:pt>
                <c:pt idx="27">
                  <c:v>8.1532858117496803E-11</c:v>
                </c:pt>
                <c:pt idx="28">
                  <c:v>1.0013381944463399E-11</c:v>
                </c:pt>
                <c:pt idx="29">
                  <c:v>1.11824759515964E-12</c:v>
                </c:pt>
                <c:pt idx="30">
                  <c:v>1.13541383432989E-13</c:v>
                </c:pt>
                <c:pt idx="31">
                  <c:v>1.0480569130142901E-14</c:v>
                </c:pt>
                <c:pt idx="32">
                  <c:v>8.7940763303143297E-16</c:v>
                </c:pt>
                <c:pt idx="33">
                  <c:v>6.7070967772488996E-17</c:v>
                </c:pt>
                <c:pt idx="34">
                  <c:v>4.6492805107755001E-18</c:v>
                </c:pt>
                <c:pt idx="35">
                  <c:v>2.9289686326728402E-19</c:v>
                </c:pt>
                <c:pt idx="36">
                  <c:v>1.67685365293723E-20</c:v>
                </c:pt>
                <c:pt idx="37">
                  <c:v>8.7237484905843496E-22</c:v>
                </c:pt>
                <c:pt idx="38">
                  <c:v>4.12398254650431E-23</c:v>
                </c:pt>
                <c:pt idx="39">
                  <c:v>1.7713984069645999E-24</c:v>
                </c:pt>
                <c:pt idx="40">
                  <c:v>6.9132638381300305E-26</c:v>
                </c:pt>
                <c:pt idx="41">
                  <c:v>2.4513236045193901E-27</c:v>
                </c:pt>
                <c:pt idx="42">
                  <c:v>7.8968393789335797E-29</c:v>
                </c:pt>
                <c:pt idx="43">
                  <c:v>2.3111429103985802E-30</c:v>
                </c:pt>
                <c:pt idx="44">
                  <c:v>6.14480214804556E-32</c:v>
                </c:pt>
                <c:pt idx="45">
                  <c:v>1.48417238227593E-33</c:v>
                </c:pt>
                <c:pt idx="46">
                  <c:v>3.2564523910377602E-35</c:v>
                </c:pt>
                <c:pt idx="47">
                  <c:v>6.4905046307481803E-37</c:v>
                </c:pt>
                <c:pt idx="48">
                  <c:v>1.17510224710686E-38</c:v>
                </c:pt>
                <c:pt idx="49">
                  <c:v>1.93253374104679E-40</c:v>
                </c:pt>
              </c:numCache>
            </c:numRef>
          </c:xVal>
          <c:yVal>
            <c:numRef>
              <c:f>BM_STUDY_SOLUTE_MOVEMENT!$P$3:$P$52</c:f>
              <c:numCache>
                <c:formatCode>0.0000</c:formatCode>
                <c:ptCount val="50"/>
                <c:pt idx="0">
                  <c:v>749.99900000000002</c:v>
                </c:pt>
                <c:pt idx="1">
                  <c:v>734.69289795918303</c:v>
                </c:pt>
                <c:pt idx="2">
                  <c:v>719.38679591836706</c:v>
                </c:pt>
                <c:pt idx="3">
                  <c:v>704.08069387755097</c:v>
                </c:pt>
                <c:pt idx="4">
                  <c:v>688.77459183673398</c:v>
                </c:pt>
                <c:pt idx="5">
                  <c:v>673.468489795918</c:v>
                </c:pt>
                <c:pt idx="6">
                  <c:v>658.16238775510203</c:v>
                </c:pt>
                <c:pt idx="7">
                  <c:v>642.85628571428504</c:v>
                </c:pt>
                <c:pt idx="8">
                  <c:v>627.55018367346895</c:v>
                </c:pt>
                <c:pt idx="9">
                  <c:v>612.24408163265298</c:v>
                </c:pt>
                <c:pt idx="10">
                  <c:v>596.93797959183598</c:v>
                </c:pt>
                <c:pt idx="11">
                  <c:v>581.63187755102001</c:v>
                </c:pt>
                <c:pt idx="12">
                  <c:v>566.32577551020404</c:v>
                </c:pt>
                <c:pt idx="13">
                  <c:v>551.01967346938704</c:v>
                </c:pt>
                <c:pt idx="14">
                  <c:v>535.71357142857096</c:v>
                </c:pt>
                <c:pt idx="15">
                  <c:v>520.40746938775499</c:v>
                </c:pt>
                <c:pt idx="16">
                  <c:v>505.10136734693799</c:v>
                </c:pt>
                <c:pt idx="17">
                  <c:v>489.79526530612202</c:v>
                </c:pt>
                <c:pt idx="18">
                  <c:v>474.48916326530599</c:v>
                </c:pt>
                <c:pt idx="19">
                  <c:v>459.18306122448899</c:v>
                </c:pt>
                <c:pt idx="20">
                  <c:v>443.87695918367302</c:v>
                </c:pt>
                <c:pt idx="21">
                  <c:v>428.57085714285699</c:v>
                </c:pt>
                <c:pt idx="22">
                  <c:v>413.26475510204</c:v>
                </c:pt>
                <c:pt idx="23">
                  <c:v>397.95865306122403</c:v>
                </c:pt>
                <c:pt idx="24">
                  <c:v>382.652551020408</c:v>
                </c:pt>
                <c:pt idx="25">
                  <c:v>367.346448979591</c:v>
                </c:pt>
                <c:pt idx="26">
                  <c:v>352.04034693877497</c:v>
                </c:pt>
                <c:pt idx="27">
                  <c:v>336.734244897959</c:v>
                </c:pt>
                <c:pt idx="28">
                  <c:v>321.42814285714201</c:v>
                </c:pt>
                <c:pt idx="29">
                  <c:v>306.12204081632598</c:v>
                </c:pt>
                <c:pt idx="30">
                  <c:v>290.81593877551001</c:v>
                </c:pt>
                <c:pt idx="31">
                  <c:v>275.50983673469301</c:v>
                </c:pt>
                <c:pt idx="32">
                  <c:v>260.20373469387698</c:v>
                </c:pt>
                <c:pt idx="33">
                  <c:v>244.89763265306101</c:v>
                </c:pt>
                <c:pt idx="34">
                  <c:v>229.59153061224399</c:v>
                </c:pt>
                <c:pt idx="35">
                  <c:v>214.28542857142801</c:v>
                </c:pt>
                <c:pt idx="36">
                  <c:v>198.97932653061201</c:v>
                </c:pt>
                <c:pt idx="37">
                  <c:v>183.67322448979499</c:v>
                </c:pt>
                <c:pt idx="38">
                  <c:v>168.36712244897899</c:v>
                </c:pt>
                <c:pt idx="39">
                  <c:v>153.06102040816299</c:v>
                </c:pt>
                <c:pt idx="40">
                  <c:v>137.75491836734599</c:v>
                </c:pt>
                <c:pt idx="41">
                  <c:v>122.44881632652999</c:v>
                </c:pt>
                <c:pt idx="42">
                  <c:v>107.14271428571401</c:v>
                </c:pt>
                <c:pt idx="43">
                  <c:v>91.836612244897907</c:v>
                </c:pt>
                <c:pt idx="44">
                  <c:v>76.530510204081494</c:v>
                </c:pt>
                <c:pt idx="45">
                  <c:v>61.224408163265203</c:v>
                </c:pt>
                <c:pt idx="46">
                  <c:v>45.918306122448897</c:v>
                </c:pt>
                <c:pt idx="47">
                  <c:v>30.612204081632601</c:v>
                </c:pt>
                <c:pt idx="48">
                  <c:v>15.306102040816301</c:v>
                </c:pt>
                <c:pt idx="4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5C5-46F9-8D7E-AC7E633822B2}"/>
            </c:ext>
          </c:extLst>
        </c:ser>
        <c:ser>
          <c:idx val="3"/>
          <c:order val="4"/>
          <c:tx>
            <c:v>Analytical Solution at Day 3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BM_STUDY_SOLUTE_MOVEMENT!$T$3:$T$52</c:f>
              <c:numCache>
                <c:formatCode>0.0000</c:formatCode>
                <c:ptCount val="50"/>
                <c:pt idx="0">
                  <c:v>0.99999999736025902</c:v>
                </c:pt>
                <c:pt idx="1">
                  <c:v>0.99992756609265898</c:v>
                </c:pt>
                <c:pt idx="2">
                  <c:v>0.99974759152688197</c:v>
                </c:pt>
                <c:pt idx="3">
                  <c:v>0.99935876919626998</c:v>
                </c:pt>
                <c:pt idx="4">
                  <c:v>0.99859238251083204</c:v>
                </c:pt>
                <c:pt idx="5">
                  <c:v>0.99718367265377195</c:v>
                </c:pt>
                <c:pt idx="6">
                  <c:v>0.99474019286022497</c:v>
                </c:pt>
                <c:pt idx="7">
                  <c:v>0.99071215476096997</c:v>
                </c:pt>
                <c:pt idx="8">
                  <c:v>0.98437243831759702</c:v>
                </c:pt>
                <c:pt idx="9">
                  <c:v>0.97481594172818498</c:v>
                </c:pt>
                <c:pt idx="10">
                  <c:v>0.96098826759923195</c:v>
                </c:pt>
                <c:pt idx="11">
                  <c:v>0.94175141142881402</c:v>
                </c:pt>
                <c:pt idx="12">
                  <c:v>0.91598864128214896</c:v>
                </c:pt>
                <c:pt idx="13">
                  <c:v>0.88274250828711498</c:v>
                </c:pt>
                <c:pt idx="14">
                  <c:v>0.841370366950564</c:v>
                </c:pt>
                <c:pt idx="15">
                  <c:v>0.79169331375682295</c:v>
                </c:pt>
                <c:pt idx="16">
                  <c:v>0.73410984438466798</c:v>
                </c:pt>
                <c:pt idx="17">
                  <c:v>0.66964704272831199</c:v>
                </c:pt>
                <c:pt idx="18">
                  <c:v>0.59993057975279496</c:v>
                </c:pt>
                <c:pt idx="19">
                  <c:v>0.52706904844200198</c:v>
                </c:pt>
                <c:pt idx="20">
                  <c:v>0.45346509369729998</c:v>
                </c:pt>
                <c:pt idx="21">
                  <c:v>0.38158116895953997</c:v>
                </c:pt>
                <c:pt idx="22">
                  <c:v>0.31369745720478598</c:v>
                </c:pt>
                <c:pt idx="23">
                  <c:v>0.25170088951099701</c:v>
                </c:pt>
                <c:pt idx="24">
                  <c:v>0.19693697162278301</c:v>
                </c:pt>
                <c:pt idx="25">
                  <c:v>0.150142394244178</c:v>
                </c:pt>
                <c:pt idx="26">
                  <c:v>0.11145994151491601</c:v>
                </c:pt>
                <c:pt idx="27">
                  <c:v>8.0522236549648393E-2</c:v>
                </c:pt>
                <c:pt idx="28">
                  <c:v>5.6580724761915703E-2</c:v>
                </c:pt>
                <c:pt idx="29">
                  <c:v>3.86526176934213E-2</c:v>
                </c:pt>
                <c:pt idx="30">
                  <c:v>2.56609936159637E-2</c:v>
                </c:pt>
                <c:pt idx="31">
                  <c:v>1.6550067410952898E-2</c:v>
                </c:pt>
                <c:pt idx="32">
                  <c:v>1.03662996817657E-2</c:v>
                </c:pt>
                <c:pt idx="33">
                  <c:v>6.3041614323469403E-3</c:v>
                </c:pt>
                <c:pt idx="34">
                  <c:v>3.72139830499982E-3</c:v>
                </c:pt>
                <c:pt idx="35">
                  <c:v>2.1319053824398102E-3</c:v>
                </c:pt>
                <c:pt idx="36">
                  <c:v>1.18503377276709E-3</c:v>
                </c:pt>
                <c:pt idx="37">
                  <c:v>6.3903068117013599E-4</c:v>
                </c:pt>
                <c:pt idx="38">
                  <c:v>3.3425346496722701E-4</c:v>
                </c:pt>
                <c:pt idx="39">
                  <c:v>1.69564639019509E-4</c:v>
                </c:pt>
                <c:pt idx="40">
                  <c:v>8.34156991543429E-5</c:v>
                </c:pt>
                <c:pt idx="41">
                  <c:v>3.9789335715888602E-5</c:v>
                </c:pt>
                <c:pt idx="42">
                  <c:v>1.8401358087462001E-5</c:v>
                </c:pt>
                <c:pt idx="43">
                  <c:v>8.2501026996708608E-6</c:v>
                </c:pt>
                <c:pt idx="44">
                  <c:v>3.58559086148833E-6</c:v>
                </c:pt>
                <c:pt idx="45">
                  <c:v>1.51050725514847E-6</c:v>
                </c:pt>
                <c:pt idx="46">
                  <c:v>6.1676148633020999E-7</c:v>
                </c:pt>
                <c:pt idx="47">
                  <c:v>2.4407212763773399E-7</c:v>
                </c:pt>
                <c:pt idx="48">
                  <c:v>9.3605646186383496E-8</c:v>
                </c:pt>
                <c:pt idx="49">
                  <c:v>3.4789423817361198E-8</c:v>
                </c:pt>
              </c:numCache>
            </c:numRef>
          </c:xVal>
          <c:yVal>
            <c:numRef>
              <c:f>BM_STUDY_SOLUTE_MOVEMENT!$S$3:$S$52</c:f>
              <c:numCache>
                <c:formatCode>0.0000</c:formatCode>
                <c:ptCount val="50"/>
                <c:pt idx="0">
                  <c:v>749.99900000000002</c:v>
                </c:pt>
                <c:pt idx="1">
                  <c:v>734.69289795918303</c:v>
                </c:pt>
                <c:pt idx="2">
                  <c:v>719.38679591836706</c:v>
                </c:pt>
                <c:pt idx="3">
                  <c:v>704.08069387755097</c:v>
                </c:pt>
                <c:pt idx="4">
                  <c:v>688.77459183673398</c:v>
                </c:pt>
                <c:pt idx="5">
                  <c:v>673.468489795918</c:v>
                </c:pt>
                <c:pt idx="6">
                  <c:v>658.16238775510203</c:v>
                </c:pt>
                <c:pt idx="7">
                  <c:v>642.85628571428504</c:v>
                </c:pt>
                <c:pt idx="8">
                  <c:v>627.55018367346895</c:v>
                </c:pt>
                <c:pt idx="9">
                  <c:v>612.24408163265298</c:v>
                </c:pt>
                <c:pt idx="10">
                  <c:v>596.93797959183598</c:v>
                </c:pt>
                <c:pt idx="11">
                  <c:v>581.63187755102001</c:v>
                </c:pt>
                <c:pt idx="12">
                  <c:v>566.32577551020404</c:v>
                </c:pt>
                <c:pt idx="13">
                  <c:v>551.01967346938704</c:v>
                </c:pt>
                <c:pt idx="14">
                  <c:v>535.71357142857096</c:v>
                </c:pt>
                <c:pt idx="15">
                  <c:v>520.40746938775499</c:v>
                </c:pt>
                <c:pt idx="16">
                  <c:v>505.10136734693799</c:v>
                </c:pt>
                <c:pt idx="17">
                  <c:v>489.79526530612202</c:v>
                </c:pt>
                <c:pt idx="18">
                  <c:v>474.48916326530599</c:v>
                </c:pt>
                <c:pt idx="19">
                  <c:v>459.18306122448899</c:v>
                </c:pt>
                <c:pt idx="20">
                  <c:v>443.87695918367302</c:v>
                </c:pt>
                <c:pt idx="21">
                  <c:v>428.57085714285699</c:v>
                </c:pt>
                <c:pt idx="22">
                  <c:v>413.26475510204</c:v>
                </c:pt>
                <c:pt idx="23">
                  <c:v>397.95865306122403</c:v>
                </c:pt>
                <c:pt idx="24">
                  <c:v>382.652551020408</c:v>
                </c:pt>
                <c:pt idx="25">
                  <c:v>367.346448979591</c:v>
                </c:pt>
                <c:pt idx="26">
                  <c:v>352.04034693877497</c:v>
                </c:pt>
                <c:pt idx="27">
                  <c:v>336.734244897959</c:v>
                </c:pt>
                <c:pt idx="28">
                  <c:v>321.42814285714201</c:v>
                </c:pt>
                <c:pt idx="29">
                  <c:v>306.12204081632598</c:v>
                </c:pt>
                <c:pt idx="30">
                  <c:v>290.81593877551001</c:v>
                </c:pt>
                <c:pt idx="31">
                  <c:v>275.50983673469301</c:v>
                </c:pt>
                <c:pt idx="32">
                  <c:v>260.20373469387698</c:v>
                </c:pt>
                <c:pt idx="33">
                  <c:v>244.89763265306101</c:v>
                </c:pt>
                <c:pt idx="34">
                  <c:v>229.59153061224399</c:v>
                </c:pt>
                <c:pt idx="35">
                  <c:v>214.28542857142801</c:v>
                </c:pt>
                <c:pt idx="36">
                  <c:v>198.97932653061201</c:v>
                </c:pt>
                <c:pt idx="37">
                  <c:v>183.67322448979499</c:v>
                </c:pt>
                <c:pt idx="38">
                  <c:v>168.36712244897899</c:v>
                </c:pt>
                <c:pt idx="39">
                  <c:v>153.06102040816299</c:v>
                </c:pt>
                <c:pt idx="40">
                  <c:v>137.75491836734599</c:v>
                </c:pt>
                <c:pt idx="41">
                  <c:v>122.44881632652999</c:v>
                </c:pt>
                <c:pt idx="42">
                  <c:v>107.14271428571401</c:v>
                </c:pt>
                <c:pt idx="43">
                  <c:v>91.836612244897907</c:v>
                </c:pt>
                <c:pt idx="44">
                  <c:v>76.530510204081494</c:v>
                </c:pt>
                <c:pt idx="45">
                  <c:v>61.224408163265203</c:v>
                </c:pt>
                <c:pt idx="46">
                  <c:v>45.918306122448897</c:v>
                </c:pt>
                <c:pt idx="47">
                  <c:v>30.612204081632601</c:v>
                </c:pt>
                <c:pt idx="48">
                  <c:v>15.306102040816301</c:v>
                </c:pt>
                <c:pt idx="4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E5C5-46F9-8D7E-AC7E633822B2}"/>
            </c:ext>
          </c:extLst>
        </c:ser>
        <c:ser>
          <c:idx val="5"/>
          <c:order val="5"/>
          <c:tx>
            <c:v>Analytical Solution Day 5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BM_STUDY_SOLUTE_MOVEMENT!$W$3:$W$52</c:f>
              <c:numCache>
                <c:formatCode>0.0000</c:formatCode>
                <c:ptCount val="50"/>
                <c:pt idx="0">
                  <c:v>0.99999999996733802</c:v>
                </c:pt>
                <c:pt idx="1">
                  <c:v>0.99999909898750505</c:v>
                </c:pt>
                <c:pt idx="2">
                  <c:v>0.99999680963191995</c:v>
                </c:pt>
                <c:pt idx="3">
                  <c:v>0.99999167635125197</c:v>
                </c:pt>
                <c:pt idx="4">
                  <c:v>0.99998103578486797</c:v>
                </c:pt>
                <c:pt idx="5">
                  <c:v>0.999960204392083</c:v>
                </c:pt>
                <c:pt idx="6">
                  <c:v>0.99992123646256503</c:v>
                </c:pt>
                <c:pt idx="7">
                  <c:v>0.99985109370603298</c:v>
                </c:pt>
                <c:pt idx="8">
                  <c:v>0.99972904643733895</c:v>
                </c:pt>
                <c:pt idx="9">
                  <c:v>0.99952312377885899</c:v>
                </c:pt>
                <c:pt idx="10">
                  <c:v>0.999185459579784</c:v>
                </c:pt>
                <c:pt idx="11">
                  <c:v>0.99864645658419904</c:v>
                </c:pt>
                <c:pt idx="12">
                  <c:v>0.99780782703069004</c:v>
                </c:pt>
                <c:pt idx="13">
                  <c:v>0.99653477100678001</c:v>
                </c:pt>
                <c:pt idx="14">
                  <c:v>0.99464782149045705</c:v>
                </c:pt>
                <c:pt idx="15">
                  <c:v>0.99191519830601804</c:v>
                </c:pt>
                <c:pt idx="16">
                  <c:v>0.98804683410280703</c:v>
                </c:pt>
                <c:pt idx="17">
                  <c:v>0.98269150624609303</c:v>
                </c:pt>
                <c:pt idx="18">
                  <c:v>0.97543865657565598</c:v>
                </c:pt>
                <c:pt idx="19">
                  <c:v>0.96582642930208495</c:v>
                </c:pt>
                <c:pt idx="20">
                  <c:v>0.953357140325511</c:v>
                </c:pt>
                <c:pt idx="21">
                  <c:v>0.93752077403961298</c:v>
                </c:pt>
                <c:pt idx="22">
                  <c:v>0.917826200262428</c:v>
                </c:pt>
                <c:pt idx="23">
                  <c:v>0.89383868978905501</c:v>
                </c:pt>
                <c:pt idx="24">
                  <c:v>0.86522112053186995</c:v>
                </c:pt>
                <c:pt idx="25">
                  <c:v>0.83177519534619204</c:v>
                </c:pt>
                <c:pt idx="26">
                  <c:v>0.79347824694781</c:v>
                </c:pt>
                <c:pt idx="27">
                  <c:v>0.75051097606211703</c:v>
                </c:pt>
                <c:pt idx="28">
                  <c:v>0.70327188536617002</c:v>
                </c:pt>
                <c:pt idx="29">
                  <c:v>0.65237526359822495</c:v>
                </c:pt>
                <c:pt idx="30">
                  <c:v>0.598631250447067</c:v>
                </c:pt>
                <c:pt idx="31">
                  <c:v>0.54300856481580995</c:v>
                </c:pt>
                <c:pt idx="32">
                  <c:v>0.48658260975328999</c:v>
                </c:pt>
                <c:pt idx="33">
                  <c:v>0.43047354291794399</c:v>
                </c:pt>
                <c:pt idx="34">
                  <c:v>0.37578021460601402</c:v>
                </c:pt>
                <c:pt idx="35">
                  <c:v>0.323516406554759</c:v>
                </c:pt>
                <c:pt idx="36">
                  <c:v>0.27455546663381297</c:v>
                </c:pt>
                <c:pt idx="37">
                  <c:v>0.22958828960399399</c:v>
                </c:pt>
                <c:pt idx="38">
                  <c:v>0.18909784069216601</c:v>
                </c:pt>
                <c:pt idx="39">
                  <c:v>0.15335134951458201</c:v>
                </c:pt>
                <c:pt idx="40">
                  <c:v>0.122409244904246</c:v>
                </c:pt>
                <c:pt idx="41">
                  <c:v>9.6148157140979407E-2</c:v>
                </c:pt>
                <c:pt idx="42">
                  <c:v>7.42941039712392E-2</c:v>
                </c:pt>
                <c:pt idx="43">
                  <c:v>5.64614104651458E-2</c:v>
                </c:pt>
                <c:pt idx="44">
                  <c:v>4.2192982648420398E-2</c:v>
                </c:pt>
                <c:pt idx="45">
                  <c:v>3.0998153499027601E-2</c:v>
                </c:pt>
                <c:pt idx="46">
                  <c:v>2.2385274063283399E-2</c:v>
                </c:pt>
                <c:pt idx="47">
                  <c:v>1.5887334261545399E-2</c:v>
                </c:pt>
                <c:pt idx="48">
                  <c:v>1.1079983450668299E-2</c:v>
                </c:pt>
                <c:pt idx="49">
                  <c:v>7.5922383864117796E-3</c:v>
                </c:pt>
              </c:numCache>
            </c:numRef>
          </c:xVal>
          <c:yVal>
            <c:numRef>
              <c:f>BM_STUDY_SOLUTE_MOVEMENT!$V$3:$V$52</c:f>
              <c:numCache>
                <c:formatCode>0.0000</c:formatCode>
                <c:ptCount val="50"/>
                <c:pt idx="0">
                  <c:v>749.99900000000002</c:v>
                </c:pt>
                <c:pt idx="1">
                  <c:v>734.69289795918303</c:v>
                </c:pt>
                <c:pt idx="2">
                  <c:v>719.38679591836706</c:v>
                </c:pt>
                <c:pt idx="3">
                  <c:v>704.08069387755097</c:v>
                </c:pt>
                <c:pt idx="4">
                  <c:v>688.77459183673398</c:v>
                </c:pt>
                <c:pt idx="5">
                  <c:v>673.468489795918</c:v>
                </c:pt>
                <c:pt idx="6">
                  <c:v>658.16238775510203</c:v>
                </c:pt>
                <c:pt idx="7">
                  <c:v>642.85628571428504</c:v>
                </c:pt>
                <c:pt idx="8">
                  <c:v>627.55018367346895</c:v>
                </c:pt>
                <c:pt idx="9">
                  <c:v>612.24408163265298</c:v>
                </c:pt>
                <c:pt idx="10">
                  <c:v>596.93797959183598</c:v>
                </c:pt>
                <c:pt idx="11">
                  <c:v>581.63187755102001</c:v>
                </c:pt>
                <c:pt idx="12">
                  <c:v>566.32577551020404</c:v>
                </c:pt>
                <c:pt idx="13">
                  <c:v>551.01967346938704</c:v>
                </c:pt>
                <c:pt idx="14">
                  <c:v>535.71357142857096</c:v>
                </c:pt>
                <c:pt idx="15">
                  <c:v>520.40746938775499</c:v>
                </c:pt>
                <c:pt idx="16">
                  <c:v>505.10136734693799</c:v>
                </c:pt>
                <c:pt idx="17">
                  <c:v>489.79526530612202</c:v>
                </c:pt>
                <c:pt idx="18">
                  <c:v>474.48916326530599</c:v>
                </c:pt>
                <c:pt idx="19">
                  <c:v>459.18306122448899</c:v>
                </c:pt>
                <c:pt idx="20">
                  <c:v>443.87695918367302</c:v>
                </c:pt>
                <c:pt idx="21">
                  <c:v>428.57085714285699</c:v>
                </c:pt>
                <c:pt idx="22">
                  <c:v>413.26475510204</c:v>
                </c:pt>
                <c:pt idx="23">
                  <c:v>397.95865306122403</c:v>
                </c:pt>
                <c:pt idx="24">
                  <c:v>382.652551020408</c:v>
                </c:pt>
                <c:pt idx="25">
                  <c:v>367.346448979591</c:v>
                </c:pt>
                <c:pt idx="26">
                  <c:v>352.04034693877497</c:v>
                </c:pt>
                <c:pt idx="27">
                  <c:v>336.734244897959</c:v>
                </c:pt>
                <c:pt idx="28">
                  <c:v>321.42814285714201</c:v>
                </c:pt>
                <c:pt idx="29">
                  <c:v>306.12204081632598</c:v>
                </c:pt>
                <c:pt idx="30">
                  <c:v>290.81593877551001</c:v>
                </c:pt>
                <c:pt idx="31">
                  <c:v>275.50983673469301</c:v>
                </c:pt>
                <c:pt idx="32">
                  <c:v>260.20373469387698</c:v>
                </c:pt>
                <c:pt idx="33">
                  <c:v>244.89763265306101</c:v>
                </c:pt>
                <c:pt idx="34">
                  <c:v>229.59153061224399</c:v>
                </c:pt>
                <c:pt idx="35">
                  <c:v>214.28542857142801</c:v>
                </c:pt>
                <c:pt idx="36">
                  <c:v>198.97932653061201</c:v>
                </c:pt>
                <c:pt idx="37">
                  <c:v>183.67322448979499</c:v>
                </c:pt>
                <c:pt idx="38">
                  <c:v>168.36712244897899</c:v>
                </c:pt>
                <c:pt idx="39">
                  <c:v>153.06102040816299</c:v>
                </c:pt>
                <c:pt idx="40">
                  <c:v>137.75491836734599</c:v>
                </c:pt>
                <c:pt idx="41">
                  <c:v>122.44881632652999</c:v>
                </c:pt>
                <c:pt idx="42">
                  <c:v>107.14271428571401</c:v>
                </c:pt>
                <c:pt idx="43">
                  <c:v>91.836612244897907</c:v>
                </c:pt>
                <c:pt idx="44">
                  <c:v>76.530510204081494</c:v>
                </c:pt>
                <c:pt idx="45">
                  <c:v>61.224408163265203</c:v>
                </c:pt>
                <c:pt idx="46">
                  <c:v>45.918306122448897</c:v>
                </c:pt>
                <c:pt idx="47">
                  <c:v>30.612204081632601</c:v>
                </c:pt>
                <c:pt idx="48">
                  <c:v>15.306102040816301</c:v>
                </c:pt>
                <c:pt idx="4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E5C5-46F9-8D7E-AC7E633822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3608624"/>
        <c:axId val="1723586544"/>
      </c:scatterChart>
      <c:valAx>
        <c:axId val="1723608624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Concentration</a:t>
                </a:r>
                <a:r>
                  <a:rPr lang="en-US" baseline="0"/>
                  <a:t> (ppm)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3586544"/>
        <c:crosses val="autoZero"/>
        <c:crossBetween val="midCat"/>
      </c:valAx>
      <c:valAx>
        <c:axId val="1723586544"/>
        <c:scaling>
          <c:orientation val="minMax"/>
          <c:max val="7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Height above the base of Soil Column (cm)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36086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Numerical Solution Day 1</c:v>
          </c:tx>
          <c:spPr>
            <a:ln w="63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BM_STUDY_PHREEQCRM_MU_DECAY!$G$3:$G$439</c:f>
              <c:numCache>
                <c:formatCode>General</c:formatCode>
                <c:ptCount val="437"/>
                <c:pt idx="0">
                  <c:v>0.99973000000000001</c:v>
                </c:pt>
                <c:pt idx="1">
                  <c:v>0.99841999999999997</c:v>
                </c:pt>
                <c:pt idx="2">
                  <c:v>0.99707999999999997</c:v>
                </c:pt>
                <c:pt idx="3">
                  <c:v>0.99570000000000003</c:v>
                </c:pt>
                <c:pt idx="4">
                  <c:v>0.99429000000000001</c:v>
                </c:pt>
                <c:pt idx="5">
                  <c:v>0.99285999999999996</c:v>
                </c:pt>
                <c:pt idx="6">
                  <c:v>0.99138000000000004</c:v>
                </c:pt>
                <c:pt idx="7">
                  <c:v>0.98989000000000005</c:v>
                </c:pt>
                <c:pt idx="8">
                  <c:v>0.98834</c:v>
                </c:pt>
                <c:pt idx="9">
                  <c:v>0.98675000000000002</c:v>
                </c:pt>
                <c:pt idx="10">
                  <c:v>0.98512</c:v>
                </c:pt>
                <c:pt idx="11">
                  <c:v>0.98343999999999998</c:v>
                </c:pt>
                <c:pt idx="12">
                  <c:v>0.98172000000000004</c:v>
                </c:pt>
                <c:pt idx="13">
                  <c:v>0.97994999999999999</c:v>
                </c:pt>
                <c:pt idx="14">
                  <c:v>0.97813000000000005</c:v>
                </c:pt>
                <c:pt idx="15">
                  <c:v>0.97624999999999995</c:v>
                </c:pt>
                <c:pt idx="16">
                  <c:v>0.97431999999999996</c:v>
                </c:pt>
                <c:pt idx="17">
                  <c:v>0.97231999999999996</c:v>
                </c:pt>
                <c:pt idx="18">
                  <c:v>0.97028999999999999</c:v>
                </c:pt>
                <c:pt idx="19">
                  <c:v>0.96816999999999998</c:v>
                </c:pt>
                <c:pt idx="20">
                  <c:v>0.96599000000000002</c:v>
                </c:pt>
                <c:pt idx="21">
                  <c:v>0.96375</c:v>
                </c:pt>
                <c:pt idx="22">
                  <c:v>0.96143999999999996</c:v>
                </c:pt>
                <c:pt idx="23">
                  <c:v>0.95906999999999998</c:v>
                </c:pt>
                <c:pt idx="24">
                  <c:v>0.95660000000000001</c:v>
                </c:pt>
                <c:pt idx="25">
                  <c:v>0.95408000000000004</c:v>
                </c:pt>
                <c:pt idx="26">
                  <c:v>0.95147000000000004</c:v>
                </c:pt>
                <c:pt idx="27">
                  <c:v>0.94879999999999998</c:v>
                </c:pt>
                <c:pt idx="28">
                  <c:v>0.94603999999999999</c:v>
                </c:pt>
                <c:pt idx="29">
                  <c:v>0.94318999999999997</c:v>
                </c:pt>
                <c:pt idx="30">
                  <c:v>0.94025999999999998</c:v>
                </c:pt>
                <c:pt idx="31">
                  <c:v>0.93723999999999996</c:v>
                </c:pt>
                <c:pt idx="32">
                  <c:v>0.93413999999999997</c:v>
                </c:pt>
                <c:pt idx="33">
                  <c:v>0.93096000000000001</c:v>
                </c:pt>
                <c:pt idx="34">
                  <c:v>0.92764999999999997</c:v>
                </c:pt>
                <c:pt idx="35">
                  <c:v>0.92427999999999999</c:v>
                </c:pt>
                <c:pt idx="36">
                  <c:v>0.92079</c:v>
                </c:pt>
                <c:pt idx="37">
                  <c:v>0.91722999999999999</c:v>
                </c:pt>
                <c:pt idx="38">
                  <c:v>0.91354999999999997</c:v>
                </c:pt>
                <c:pt idx="39">
                  <c:v>0.90976000000000001</c:v>
                </c:pt>
                <c:pt idx="40">
                  <c:v>0.90588000000000002</c:v>
                </c:pt>
                <c:pt idx="41">
                  <c:v>0.90188999999999997</c:v>
                </c:pt>
                <c:pt idx="42">
                  <c:v>0.89780000000000004</c:v>
                </c:pt>
                <c:pt idx="43">
                  <c:v>0.89356999999999998</c:v>
                </c:pt>
                <c:pt idx="44">
                  <c:v>0.88927</c:v>
                </c:pt>
                <c:pt idx="45">
                  <c:v>0.88485999999999998</c:v>
                </c:pt>
                <c:pt idx="46">
                  <c:v>0.88029999999999997</c:v>
                </c:pt>
                <c:pt idx="47">
                  <c:v>0.87563999999999997</c:v>
                </c:pt>
                <c:pt idx="48">
                  <c:v>0.87085999999999997</c:v>
                </c:pt>
                <c:pt idx="49">
                  <c:v>0.86600999999999995</c:v>
                </c:pt>
                <c:pt idx="50">
                  <c:v>0.86101000000000005</c:v>
                </c:pt>
                <c:pt idx="51">
                  <c:v>0.85584000000000005</c:v>
                </c:pt>
                <c:pt idx="52">
                  <c:v>0.85060999999999998</c:v>
                </c:pt>
                <c:pt idx="53">
                  <c:v>0.84526999999999997</c:v>
                </c:pt>
                <c:pt idx="54">
                  <c:v>0.83975999999999995</c:v>
                </c:pt>
                <c:pt idx="55">
                  <c:v>0.83418000000000003</c:v>
                </c:pt>
                <c:pt idx="56">
                  <c:v>0.82843999999999995</c:v>
                </c:pt>
                <c:pt idx="57">
                  <c:v>0.82257999999999998</c:v>
                </c:pt>
                <c:pt idx="58">
                  <c:v>0.81666000000000005</c:v>
                </c:pt>
                <c:pt idx="59">
                  <c:v>0.81057000000000001</c:v>
                </c:pt>
                <c:pt idx="60">
                  <c:v>0.80437000000000003</c:v>
                </c:pt>
                <c:pt idx="61">
                  <c:v>0.79798999999999998</c:v>
                </c:pt>
                <c:pt idx="62">
                  <c:v>0.79156000000000004</c:v>
                </c:pt>
                <c:pt idx="63">
                  <c:v>0.78500999999999999</c:v>
                </c:pt>
                <c:pt idx="64">
                  <c:v>0.77829000000000004</c:v>
                </c:pt>
                <c:pt idx="65">
                  <c:v>0.77153000000000005</c:v>
                </c:pt>
                <c:pt idx="66">
                  <c:v>0.76458999999999999</c:v>
                </c:pt>
                <c:pt idx="67">
                  <c:v>0.75753999999999999</c:v>
                </c:pt>
                <c:pt idx="68">
                  <c:v>0.75038000000000005</c:v>
                </c:pt>
                <c:pt idx="69">
                  <c:v>0.74312</c:v>
                </c:pt>
                <c:pt idx="70">
                  <c:v>0.73575999999999997</c:v>
                </c:pt>
                <c:pt idx="71">
                  <c:v>0.72828999999999999</c:v>
                </c:pt>
                <c:pt idx="72">
                  <c:v>0.72065000000000001</c:v>
                </c:pt>
                <c:pt idx="73">
                  <c:v>0.71299000000000001</c:v>
                </c:pt>
                <c:pt idx="74">
                  <c:v>0.70516000000000001</c:v>
                </c:pt>
                <c:pt idx="75">
                  <c:v>0.69732000000000005</c:v>
                </c:pt>
                <c:pt idx="76">
                  <c:v>0.68930999999999998</c:v>
                </c:pt>
                <c:pt idx="77">
                  <c:v>0.68120999999999998</c:v>
                </c:pt>
                <c:pt idx="78">
                  <c:v>0.67303000000000002</c:v>
                </c:pt>
                <c:pt idx="79">
                  <c:v>0.66476999999999997</c:v>
                </c:pt>
                <c:pt idx="80">
                  <c:v>0.65642999999999996</c:v>
                </c:pt>
                <c:pt idx="81">
                  <c:v>0.64795000000000003</c:v>
                </c:pt>
                <c:pt idx="82">
                  <c:v>0.63946000000000003</c:v>
                </c:pt>
                <c:pt idx="83">
                  <c:v>0.63083999999999996</c:v>
                </c:pt>
                <c:pt idx="84">
                  <c:v>0.62222999999999995</c:v>
                </c:pt>
                <c:pt idx="85">
                  <c:v>0.61348000000000003</c:v>
                </c:pt>
                <c:pt idx="86">
                  <c:v>0.60468</c:v>
                </c:pt>
                <c:pt idx="87">
                  <c:v>0.59582000000000002</c:v>
                </c:pt>
                <c:pt idx="88">
                  <c:v>0.58692</c:v>
                </c:pt>
                <c:pt idx="89">
                  <c:v>0.57798000000000005</c:v>
                </c:pt>
                <c:pt idx="90">
                  <c:v>0.56891999999999998</c:v>
                </c:pt>
                <c:pt idx="91">
                  <c:v>0.55989999999999995</c:v>
                </c:pt>
                <c:pt idx="92">
                  <c:v>0.55086000000000002</c:v>
                </c:pt>
                <c:pt idx="93">
                  <c:v>0.54171000000000002</c:v>
                </c:pt>
                <c:pt idx="94">
                  <c:v>0.53254000000000001</c:v>
                </c:pt>
                <c:pt idx="95">
                  <c:v>0.52336000000000005</c:v>
                </c:pt>
                <c:pt idx="96">
                  <c:v>0.51417000000000002</c:v>
                </c:pt>
                <c:pt idx="97">
                  <c:v>0.50497000000000003</c:v>
                </c:pt>
                <c:pt idx="98">
                  <c:v>0.49576999999999999</c:v>
                </c:pt>
                <c:pt idx="99">
                  <c:v>0.48657</c:v>
                </c:pt>
                <c:pt idx="100">
                  <c:v>0.4773</c:v>
                </c:pt>
                <c:pt idx="101">
                  <c:v>0.46812999999999999</c:v>
                </c:pt>
                <c:pt idx="102">
                  <c:v>0.45889999999999997</c:v>
                </c:pt>
                <c:pt idx="103">
                  <c:v>0.44977</c:v>
                </c:pt>
                <c:pt idx="104">
                  <c:v>0.44058999999999998</c:v>
                </c:pt>
                <c:pt idx="105">
                  <c:v>0.43143999999999999</c:v>
                </c:pt>
                <c:pt idx="106">
                  <c:v>0.42232999999999998</c:v>
                </c:pt>
                <c:pt idx="107">
                  <c:v>0.41326000000000002</c:v>
                </c:pt>
                <c:pt idx="108">
                  <c:v>0.40416000000000002</c:v>
                </c:pt>
                <c:pt idx="109">
                  <c:v>0.3952</c:v>
                </c:pt>
                <c:pt idx="110">
                  <c:v>0.38621</c:v>
                </c:pt>
                <c:pt idx="111">
                  <c:v>0.37736999999999998</c:v>
                </c:pt>
                <c:pt idx="112">
                  <c:v>0.36851</c:v>
                </c:pt>
                <c:pt idx="113">
                  <c:v>0.35971999999999998</c:v>
                </c:pt>
                <c:pt idx="114">
                  <c:v>0.35100999999999999</c:v>
                </c:pt>
                <c:pt idx="115">
                  <c:v>0.34237000000000001</c:v>
                </c:pt>
                <c:pt idx="116">
                  <c:v>0.33382000000000001</c:v>
                </c:pt>
                <c:pt idx="117">
                  <c:v>0.32535999999999998</c:v>
                </c:pt>
                <c:pt idx="118">
                  <c:v>0.31691000000000003</c:v>
                </c:pt>
                <c:pt idx="119">
                  <c:v>0.30864000000000003</c:v>
                </c:pt>
                <c:pt idx="120">
                  <c:v>0.30038999999999999</c:v>
                </c:pt>
                <c:pt idx="121">
                  <c:v>0.29224</c:v>
                </c:pt>
                <c:pt idx="122">
                  <c:v>0.28420000000000001</c:v>
                </c:pt>
                <c:pt idx="123">
                  <c:v>0.27633000000000002</c:v>
                </c:pt>
                <c:pt idx="124">
                  <c:v>0.26844000000000001</c:v>
                </c:pt>
                <c:pt idx="125">
                  <c:v>0.26073000000000002</c:v>
                </c:pt>
                <c:pt idx="126">
                  <c:v>0.25313999999999998</c:v>
                </c:pt>
                <c:pt idx="127">
                  <c:v>0.24567</c:v>
                </c:pt>
                <c:pt idx="128">
                  <c:v>0.23826</c:v>
                </c:pt>
                <c:pt idx="129">
                  <c:v>0.23097000000000001</c:v>
                </c:pt>
                <c:pt idx="130">
                  <c:v>0.22387000000000001</c:v>
                </c:pt>
                <c:pt idx="131">
                  <c:v>0.21682999999999999</c:v>
                </c:pt>
                <c:pt idx="132">
                  <c:v>0.20993000000000001</c:v>
                </c:pt>
                <c:pt idx="133">
                  <c:v>0.20316000000000001</c:v>
                </c:pt>
                <c:pt idx="134">
                  <c:v>0.19647000000000001</c:v>
                </c:pt>
                <c:pt idx="135">
                  <c:v>0.18997</c:v>
                </c:pt>
                <c:pt idx="136">
                  <c:v>0.18360000000000001</c:v>
                </c:pt>
                <c:pt idx="137">
                  <c:v>0.17731</c:v>
                </c:pt>
                <c:pt idx="138">
                  <c:v>0.17116999999999999</c:v>
                </c:pt>
                <c:pt idx="139">
                  <c:v>0.16521</c:v>
                </c:pt>
                <c:pt idx="140">
                  <c:v>0.15934000000000001</c:v>
                </c:pt>
                <c:pt idx="141">
                  <c:v>0.15361</c:v>
                </c:pt>
                <c:pt idx="142">
                  <c:v>0.14802000000000001</c:v>
                </c:pt>
                <c:pt idx="143">
                  <c:v>0.14252999999999999</c:v>
                </c:pt>
                <c:pt idx="144">
                  <c:v>0.13721</c:v>
                </c:pt>
                <c:pt idx="145">
                  <c:v>0.13199</c:v>
                </c:pt>
                <c:pt idx="146">
                  <c:v>0.12695999999999999</c:v>
                </c:pt>
                <c:pt idx="147">
                  <c:v>0.12202</c:v>
                </c:pt>
                <c:pt idx="148">
                  <c:v>0.11720999999999999</c:v>
                </c:pt>
                <c:pt idx="149">
                  <c:v>0.11254</c:v>
                </c:pt>
                <c:pt idx="150">
                  <c:v>0.10800999999999999</c:v>
                </c:pt>
                <c:pt idx="151">
                  <c:v>0.10360999999999999</c:v>
                </c:pt>
                <c:pt idx="152" formatCode="0.00E+00">
                  <c:v>9.9343000000000001E-2</c:v>
                </c:pt>
                <c:pt idx="153" formatCode="0.00E+00">
                  <c:v>9.5171000000000006E-2</c:v>
                </c:pt>
                <c:pt idx="154" formatCode="0.00E+00">
                  <c:v>9.1163999999999995E-2</c:v>
                </c:pt>
                <c:pt idx="155" formatCode="0.00E+00">
                  <c:v>8.7251999999999996E-2</c:v>
                </c:pt>
                <c:pt idx="156" formatCode="0.00E+00">
                  <c:v>8.3467E-2</c:v>
                </c:pt>
                <c:pt idx="157" formatCode="0.00E+00">
                  <c:v>7.9838000000000006E-2</c:v>
                </c:pt>
                <c:pt idx="158" formatCode="0.00E+00">
                  <c:v>7.6300000000000007E-2</c:v>
                </c:pt>
                <c:pt idx="159" formatCode="0.00E+00">
                  <c:v>7.2884000000000004E-2</c:v>
                </c:pt>
                <c:pt idx="160" formatCode="0.00E+00">
                  <c:v>6.9558999999999996E-2</c:v>
                </c:pt>
                <c:pt idx="161" formatCode="0.00E+00">
                  <c:v>6.6378999999999994E-2</c:v>
                </c:pt>
                <c:pt idx="162" formatCode="0.00E+00">
                  <c:v>6.3287999999999997E-2</c:v>
                </c:pt>
                <c:pt idx="163" formatCode="0.00E+00">
                  <c:v>6.0335E-2</c:v>
                </c:pt>
                <c:pt idx="164" formatCode="0.00E+00">
                  <c:v>5.7466999999999997E-2</c:v>
                </c:pt>
                <c:pt idx="165" formatCode="0.00E+00">
                  <c:v>5.4709000000000001E-2</c:v>
                </c:pt>
                <c:pt idx="166" formatCode="0.00E+00">
                  <c:v>5.2055999999999998E-2</c:v>
                </c:pt>
                <c:pt idx="167" formatCode="0.00E+00">
                  <c:v>4.9507000000000002E-2</c:v>
                </c:pt>
                <c:pt idx="168" formatCode="0.00E+00">
                  <c:v>4.7058999999999997E-2</c:v>
                </c:pt>
                <c:pt idx="169" formatCode="0.00E+00">
                  <c:v>4.471E-2</c:v>
                </c:pt>
                <c:pt idx="170" formatCode="0.00E+00">
                  <c:v>4.2456000000000001E-2</c:v>
                </c:pt>
                <c:pt idx="171" formatCode="0.00E+00">
                  <c:v>4.0278000000000001E-2</c:v>
                </c:pt>
                <c:pt idx="172" formatCode="0.00E+00">
                  <c:v>3.8191000000000003E-2</c:v>
                </c:pt>
                <c:pt idx="173" formatCode="0.00E+00">
                  <c:v>3.6209999999999999E-2</c:v>
                </c:pt>
                <c:pt idx="174" formatCode="0.00E+00">
                  <c:v>3.4299000000000003E-2</c:v>
                </c:pt>
                <c:pt idx="175" formatCode="0.00E+00">
                  <c:v>3.2471E-2</c:v>
                </c:pt>
                <c:pt idx="176" formatCode="0.00E+00">
                  <c:v>3.0724999999999999E-2</c:v>
                </c:pt>
                <c:pt idx="177" formatCode="0.00E+00">
                  <c:v>2.9044E-2</c:v>
                </c:pt>
                <c:pt idx="178" formatCode="0.00E+00">
                  <c:v>2.7453999999999999E-2</c:v>
                </c:pt>
                <c:pt idx="179" formatCode="0.00E+00">
                  <c:v>2.5937000000000002E-2</c:v>
                </c:pt>
                <c:pt idx="180" formatCode="0.00E+00">
                  <c:v>2.4479000000000001E-2</c:v>
                </c:pt>
                <c:pt idx="181" formatCode="0.00E+00">
                  <c:v>2.3089999999999999E-2</c:v>
                </c:pt>
                <c:pt idx="182" formatCode="0.00E+00">
                  <c:v>2.1769E-2</c:v>
                </c:pt>
                <c:pt idx="183" formatCode="0.00E+00">
                  <c:v>2.0523E-2</c:v>
                </c:pt>
                <c:pt idx="184" formatCode="0.00E+00">
                  <c:v>1.9317999999999998E-2</c:v>
                </c:pt>
                <c:pt idx="185" formatCode="0.00E+00">
                  <c:v>1.8183000000000001E-2</c:v>
                </c:pt>
                <c:pt idx="186" formatCode="0.00E+00">
                  <c:v>1.7106E-2</c:v>
                </c:pt>
                <c:pt idx="187" formatCode="0.00E+00">
                  <c:v>1.6084000000000001E-2</c:v>
                </c:pt>
                <c:pt idx="188" formatCode="0.00E+00">
                  <c:v>1.5107000000000001E-2</c:v>
                </c:pt>
                <c:pt idx="189" formatCode="0.00E+00">
                  <c:v>1.4182E-2</c:v>
                </c:pt>
                <c:pt idx="190" formatCode="0.00E+00">
                  <c:v>1.3313E-2</c:v>
                </c:pt>
                <c:pt idx="191" formatCode="0.00E+00">
                  <c:v>1.2482999999999999E-2</c:v>
                </c:pt>
                <c:pt idx="192" formatCode="0.00E+00">
                  <c:v>1.1698999999999999E-2</c:v>
                </c:pt>
                <c:pt idx="193" formatCode="0.00E+00">
                  <c:v>1.0952999999999999E-2</c:v>
                </c:pt>
                <c:pt idx="194" formatCode="0.00E+00">
                  <c:v>1.0253999999999999E-2</c:v>
                </c:pt>
                <c:pt idx="195" formatCode="0.00E+00">
                  <c:v>9.5937000000000001E-3</c:v>
                </c:pt>
                <c:pt idx="196" formatCode="0.00E+00">
                  <c:v>8.9663999999999994E-3</c:v>
                </c:pt>
                <c:pt idx="197" formatCode="0.00E+00">
                  <c:v>8.3800000000000003E-3</c:v>
                </c:pt>
                <c:pt idx="198" formatCode="0.00E+00">
                  <c:v>7.8233E-3</c:v>
                </c:pt>
                <c:pt idx="199" formatCode="0.00E+00">
                  <c:v>7.2994000000000002E-3</c:v>
                </c:pt>
                <c:pt idx="200" formatCode="0.00E+00">
                  <c:v>6.8068E-3</c:v>
                </c:pt>
                <c:pt idx="201" formatCode="0.00E+00">
                  <c:v>6.3438000000000001E-3</c:v>
                </c:pt>
                <c:pt idx="202" formatCode="0.00E+00">
                  <c:v>5.9090000000000002E-3</c:v>
                </c:pt>
                <c:pt idx="203" formatCode="0.00E+00">
                  <c:v>5.4976000000000001E-3</c:v>
                </c:pt>
                <c:pt idx="204" formatCode="0.00E+00">
                  <c:v>5.1149999999999998E-3</c:v>
                </c:pt>
                <c:pt idx="205" formatCode="0.00E+00">
                  <c:v>4.7533999999999996E-3</c:v>
                </c:pt>
                <c:pt idx="206" formatCode="0.00E+00">
                  <c:v>4.4149000000000002E-3</c:v>
                </c:pt>
                <c:pt idx="207" formatCode="0.00E+00">
                  <c:v>4.0981000000000004E-3</c:v>
                </c:pt>
                <c:pt idx="208" formatCode="0.00E+00">
                  <c:v>3.8019E-3</c:v>
                </c:pt>
                <c:pt idx="209" formatCode="0.00E+00">
                  <c:v>3.5249999999999999E-3</c:v>
                </c:pt>
                <c:pt idx="210" formatCode="0.00E+00">
                  <c:v>3.2664E-3</c:v>
                </c:pt>
                <c:pt idx="211" formatCode="0.00E+00">
                  <c:v>3.0249999999999999E-3</c:v>
                </c:pt>
                <c:pt idx="212" formatCode="0.00E+00">
                  <c:v>2.7981E-3</c:v>
                </c:pt>
                <c:pt idx="213" formatCode="0.00E+00">
                  <c:v>2.5883E-3</c:v>
                </c:pt>
                <c:pt idx="214" formatCode="0.00E+00">
                  <c:v>2.3912999999999998E-3</c:v>
                </c:pt>
                <c:pt idx="215" formatCode="0.00E+00">
                  <c:v>2.2079999999999999E-3</c:v>
                </c:pt>
                <c:pt idx="216" formatCode="0.00E+00">
                  <c:v>2.0376000000000001E-3</c:v>
                </c:pt>
                <c:pt idx="217" formatCode="0.00E+00">
                  <c:v>1.8791999999999999E-3</c:v>
                </c:pt>
                <c:pt idx="218" formatCode="0.00E+00">
                  <c:v>1.7321000000000001E-3</c:v>
                </c:pt>
                <c:pt idx="219" formatCode="0.00E+00">
                  <c:v>1.5945E-3</c:v>
                </c:pt>
                <c:pt idx="220" formatCode="0.00E+00">
                  <c:v>1.4679000000000001E-3</c:v>
                </c:pt>
                <c:pt idx="221" formatCode="0.00E+00">
                  <c:v>1.3496999999999999E-3</c:v>
                </c:pt>
                <c:pt idx="222" formatCode="0.00E+00">
                  <c:v>1.2411E-3</c:v>
                </c:pt>
                <c:pt idx="223" formatCode="0.00E+00">
                  <c:v>1.1398000000000001E-3</c:v>
                </c:pt>
                <c:pt idx="224" formatCode="0.00E+00">
                  <c:v>1.0460999999999999E-3</c:v>
                </c:pt>
                <c:pt idx="225" formatCode="0.00E+00">
                  <c:v>9.5954000000000005E-4</c:v>
                </c:pt>
                <c:pt idx="226" formatCode="0.00E+00">
                  <c:v>8.7960999999999996E-4</c:v>
                </c:pt>
                <c:pt idx="227" formatCode="0.00E+00">
                  <c:v>8.0528999999999996E-4</c:v>
                </c:pt>
                <c:pt idx="228" formatCode="0.00E+00">
                  <c:v>7.3731000000000003E-4</c:v>
                </c:pt>
                <c:pt idx="229" formatCode="0.00E+00">
                  <c:v>6.7418999999999997E-4</c:v>
                </c:pt>
                <c:pt idx="230" formatCode="0.00E+00">
                  <c:v>6.1609000000000002E-4</c:v>
                </c:pt>
                <c:pt idx="231" formatCode="0.00E+00">
                  <c:v>5.6305000000000005E-4</c:v>
                </c:pt>
                <c:pt idx="232" formatCode="0.00E+00">
                  <c:v>5.1389999999999997E-4</c:v>
                </c:pt>
                <c:pt idx="233" formatCode="0.00E+00">
                  <c:v>4.6874999999999998E-4</c:v>
                </c:pt>
                <c:pt idx="234" formatCode="0.00E+00">
                  <c:v>4.2700000000000002E-4</c:v>
                </c:pt>
                <c:pt idx="235" formatCode="0.00E+00">
                  <c:v>3.8900000000000002E-4</c:v>
                </c:pt>
                <c:pt idx="236" formatCode="0.00E+00">
                  <c:v>3.5417000000000001E-4</c:v>
                </c:pt>
                <c:pt idx="237" formatCode="0.00E+00">
                  <c:v>3.2202000000000001E-4</c:v>
                </c:pt>
                <c:pt idx="238" formatCode="0.00E+00">
                  <c:v>2.9260000000000001E-4</c:v>
                </c:pt>
                <c:pt idx="239" formatCode="0.00E+00">
                  <c:v>2.6570000000000001E-4</c:v>
                </c:pt>
                <c:pt idx="240" formatCode="0.00E+00">
                  <c:v>2.4112999999999999E-4</c:v>
                </c:pt>
                <c:pt idx="241" formatCode="0.00E+00">
                  <c:v>2.1869000000000001E-4</c:v>
                </c:pt>
                <c:pt idx="242" formatCode="0.00E+00">
                  <c:v>1.9820999999999999E-4</c:v>
                </c:pt>
                <c:pt idx="243" formatCode="0.00E+00">
                  <c:v>1.7954000000000001E-4</c:v>
                </c:pt>
                <c:pt idx="244" formatCode="0.00E+00">
                  <c:v>1.6239999999999999E-4</c:v>
                </c:pt>
                <c:pt idx="245" formatCode="0.00E+00">
                  <c:v>1.4692000000000001E-4</c:v>
                </c:pt>
                <c:pt idx="246" formatCode="0.00E+00">
                  <c:v>1.3271999999999999E-4</c:v>
                </c:pt>
                <c:pt idx="247" formatCode="0.00E+00">
                  <c:v>1.1982E-4</c:v>
                </c:pt>
                <c:pt idx="248" formatCode="0.00E+00">
                  <c:v>1.0811000000000001E-4</c:v>
                </c:pt>
                <c:pt idx="249" formatCode="0.00E+00">
                  <c:v>9.7472999999999993E-5</c:v>
                </c:pt>
                <c:pt idx="250" formatCode="0.00E+00">
                  <c:v>8.7830000000000004E-5</c:v>
                </c:pt>
                <c:pt idx="251" formatCode="0.00E+00">
                  <c:v>7.9027000000000001E-5</c:v>
                </c:pt>
                <c:pt idx="252" formatCode="0.00E+00">
                  <c:v>7.1117000000000004E-5</c:v>
                </c:pt>
                <c:pt idx="253" formatCode="0.00E+00">
                  <c:v>6.3905999999999994E-5</c:v>
                </c:pt>
                <c:pt idx="254" formatCode="0.00E+00">
                  <c:v>5.7389000000000002E-5</c:v>
                </c:pt>
                <c:pt idx="255" formatCode="0.00E+00">
                  <c:v>5.1502999999999998E-5</c:v>
                </c:pt>
                <c:pt idx="256" formatCode="0.00E+00">
                  <c:v>4.6190000000000003E-5</c:v>
                </c:pt>
                <c:pt idx="257" formatCode="0.00E+00">
                  <c:v>4.1399000000000001E-5</c:v>
                </c:pt>
                <c:pt idx="258" formatCode="0.00E+00">
                  <c:v>3.7079999999999997E-5</c:v>
                </c:pt>
                <c:pt idx="259" formatCode="0.00E+00">
                  <c:v>3.3161999999999999E-5</c:v>
                </c:pt>
                <c:pt idx="260" formatCode="0.00E+00">
                  <c:v>2.9663999999999999E-5</c:v>
                </c:pt>
                <c:pt idx="261" formatCode="0.00E+00">
                  <c:v>2.6495E-5</c:v>
                </c:pt>
                <c:pt idx="262" formatCode="0.00E+00">
                  <c:v>2.3649E-5</c:v>
                </c:pt>
                <c:pt idx="263" formatCode="0.00E+00">
                  <c:v>2.1094000000000002E-5</c:v>
                </c:pt>
                <c:pt idx="264" formatCode="0.00E+00">
                  <c:v>1.8802999999999999E-5</c:v>
                </c:pt>
                <c:pt idx="265" formatCode="0.00E+00">
                  <c:v>1.6750000000000001E-5</c:v>
                </c:pt>
                <c:pt idx="266" formatCode="0.00E+00">
                  <c:v>1.4911E-5</c:v>
                </c:pt>
                <c:pt idx="267" formatCode="0.00E+00">
                  <c:v>1.3253E-5</c:v>
                </c:pt>
                <c:pt idx="268" formatCode="0.00E+00">
                  <c:v>1.1783000000000001E-5</c:v>
                </c:pt>
                <c:pt idx="269" formatCode="0.00E+00">
                  <c:v>1.0458999999999999E-5</c:v>
                </c:pt>
                <c:pt idx="270" formatCode="0.00E+00">
                  <c:v>9.2774000000000003E-6</c:v>
                </c:pt>
                <c:pt idx="271" formatCode="0.00E+00">
                  <c:v>8.2238999999999993E-6</c:v>
                </c:pt>
                <c:pt idx="272" formatCode="0.00E+00">
                  <c:v>7.2852000000000001E-6</c:v>
                </c:pt>
                <c:pt idx="273" formatCode="0.00E+00">
                  <c:v>6.4493000000000002E-6</c:v>
                </c:pt>
                <c:pt idx="274" formatCode="0.00E+00">
                  <c:v>5.7053999999999996E-6</c:v>
                </c:pt>
                <c:pt idx="275" formatCode="0.00E+00">
                  <c:v>5.0393000000000002E-6</c:v>
                </c:pt>
                <c:pt idx="276" formatCode="0.00E+00">
                  <c:v>4.4479000000000002E-6</c:v>
                </c:pt>
                <c:pt idx="277" formatCode="0.00E+00">
                  <c:v>3.9268999999999996E-6</c:v>
                </c:pt>
                <c:pt idx="278" formatCode="0.00E+00">
                  <c:v>3.4614E-6</c:v>
                </c:pt>
                <c:pt idx="279" formatCode="0.00E+00">
                  <c:v>3.0489000000000001E-6</c:v>
                </c:pt>
                <c:pt idx="280" formatCode="0.00E+00">
                  <c:v>2.6838E-6</c:v>
                </c:pt>
                <c:pt idx="281" formatCode="0.00E+00">
                  <c:v>2.3584999999999999E-6</c:v>
                </c:pt>
                <c:pt idx="282" formatCode="0.00E+00">
                  <c:v>2.0731999999999999E-6</c:v>
                </c:pt>
                <c:pt idx="283" formatCode="0.00E+00">
                  <c:v>1.8194000000000001E-6</c:v>
                </c:pt>
                <c:pt idx="284" formatCode="0.00E+00">
                  <c:v>1.5970999999999999E-6</c:v>
                </c:pt>
                <c:pt idx="285" formatCode="0.00E+00">
                  <c:v>1.3995999999999999E-6</c:v>
                </c:pt>
                <c:pt idx="286" formatCode="0.00E+00">
                  <c:v>1.2258E-6</c:v>
                </c:pt>
                <c:pt idx="287" formatCode="0.00E+00">
                  <c:v>1.0726999999999999E-6</c:v>
                </c:pt>
                <c:pt idx="288" formatCode="0.00E+00">
                  <c:v>9.3722000000000002E-7</c:v>
                </c:pt>
                <c:pt idx="289" formatCode="0.00E+00">
                  <c:v>8.1905999999999998E-7</c:v>
                </c:pt>
                <c:pt idx="290" formatCode="0.00E+00">
                  <c:v>7.1531000000000002E-7</c:v>
                </c:pt>
                <c:pt idx="291" formatCode="0.00E+00">
                  <c:v>6.2363999999999999E-7</c:v>
                </c:pt>
                <c:pt idx="292" formatCode="0.00E+00">
                  <c:v>5.4333000000000004E-7</c:v>
                </c:pt>
                <c:pt idx="293" formatCode="0.00E+00">
                  <c:v>4.7302999999999999E-7</c:v>
                </c:pt>
                <c:pt idx="294" formatCode="0.00E+00">
                  <c:v>4.1153999999999999E-7</c:v>
                </c:pt>
                <c:pt idx="295" formatCode="0.00E+00">
                  <c:v>3.5778999999999998E-7</c:v>
                </c:pt>
                <c:pt idx="296" formatCode="0.00E+00">
                  <c:v>3.1084E-7</c:v>
                </c:pt>
                <c:pt idx="297" formatCode="0.00E+00">
                  <c:v>2.6958000000000001E-7</c:v>
                </c:pt>
                <c:pt idx="298" formatCode="0.00E+00">
                  <c:v>2.3386999999999999E-7</c:v>
                </c:pt>
                <c:pt idx="299" formatCode="0.00E+00">
                  <c:v>2.0254000000000001E-7</c:v>
                </c:pt>
                <c:pt idx="300" formatCode="0.00E+00">
                  <c:v>1.7527999999999999E-7</c:v>
                </c:pt>
                <c:pt idx="301" formatCode="0.00E+00">
                  <c:v>1.5158000000000001E-7</c:v>
                </c:pt>
                <c:pt idx="302" formatCode="0.00E+00">
                  <c:v>1.3099000000000001E-7</c:v>
                </c:pt>
                <c:pt idx="303" formatCode="0.00E+00">
                  <c:v>1.1312E-7</c:v>
                </c:pt>
                <c:pt idx="304" formatCode="0.00E+00">
                  <c:v>9.7614000000000003E-8</c:v>
                </c:pt>
                <c:pt idx="305" formatCode="0.00E+00">
                  <c:v>8.4084E-8</c:v>
                </c:pt>
                <c:pt idx="306" formatCode="0.00E+00">
                  <c:v>7.2453999999999995E-8</c:v>
                </c:pt>
                <c:pt idx="307" formatCode="0.00E+00">
                  <c:v>6.2320000000000005E-8</c:v>
                </c:pt>
                <c:pt idx="308" formatCode="0.00E+00">
                  <c:v>5.3564000000000002E-8</c:v>
                </c:pt>
                <c:pt idx="309" formatCode="0.00E+00">
                  <c:v>4.6004E-8</c:v>
                </c:pt>
                <c:pt idx="310" formatCode="0.00E+00">
                  <c:v>3.9481000000000001E-8</c:v>
                </c:pt>
                <c:pt idx="311" formatCode="0.00E+00">
                  <c:v>3.3820000000000001E-8</c:v>
                </c:pt>
                <c:pt idx="312" formatCode="0.00E+00">
                  <c:v>2.8979000000000001E-8</c:v>
                </c:pt>
                <c:pt idx="313" formatCode="0.00E+00">
                  <c:v>2.4783000000000001E-8</c:v>
                </c:pt>
                <c:pt idx="314" formatCode="0.00E+00">
                  <c:v>2.1199E-8</c:v>
                </c:pt>
                <c:pt idx="315" formatCode="0.00E+00">
                  <c:v>1.8095000000000001E-8</c:v>
                </c:pt>
                <c:pt idx="316" formatCode="0.00E+00">
                  <c:v>1.5428000000000001E-8</c:v>
                </c:pt>
                <c:pt idx="317" formatCode="0.00E+00">
                  <c:v>1.3119999999999999E-8</c:v>
                </c:pt>
                <c:pt idx="318" formatCode="0.00E+00">
                  <c:v>1.1150000000000001E-8</c:v>
                </c:pt>
                <c:pt idx="319" formatCode="0.00E+00">
                  <c:v>1.0063000000000001E-8</c:v>
                </c:pt>
                <c:pt idx="320" formatCode="0.00E+00">
                  <c:v>7.2002999999999996E-9</c:v>
                </c:pt>
                <c:pt idx="321" formatCode="0.00E+00">
                  <c:v>4.8419E-9</c:v>
                </c:pt>
                <c:pt idx="322" formatCode="0.00E+00">
                  <c:v>3.2445000000000001E-9</c:v>
                </c:pt>
                <c:pt idx="323" formatCode="0.00E+00">
                  <c:v>2.1626E-9</c:v>
                </c:pt>
                <c:pt idx="324" formatCode="0.00E+00">
                  <c:v>1.4386E-9</c:v>
                </c:pt>
                <c:pt idx="325" formatCode="0.00E+00">
                  <c:v>9.520099999999999E-10</c:v>
                </c:pt>
                <c:pt idx="326" formatCode="0.00E+00">
                  <c:v>6.2815000000000005E-10</c:v>
                </c:pt>
                <c:pt idx="327" formatCode="0.00E+00">
                  <c:v>4.1281999999999998E-10</c:v>
                </c:pt>
                <c:pt idx="328" formatCode="0.00E+00">
                  <c:v>2.7025000000000002E-10</c:v>
                </c:pt>
                <c:pt idx="329" formatCode="0.00E+00">
                  <c:v>1.7645E-10</c:v>
                </c:pt>
                <c:pt idx="330" formatCode="0.00E+00">
                  <c:v>1.1479E-10</c:v>
                </c:pt>
                <c:pt idx="331" formatCode="0.00E+00">
                  <c:v>7.4506999999999997E-11</c:v>
                </c:pt>
                <c:pt idx="332" formatCode="0.00E+00">
                  <c:v>4.8156999999999998E-11</c:v>
                </c:pt>
                <c:pt idx="333" formatCode="0.00E+00">
                  <c:v>3.0999000000000001E-11</c:v>
                </c:pt>
                <c:pt idx="334" formatCode="0.00E+00">
                  <c:v>1.9874999999999999E-11</c:v>
                </c:pt>
                <c:pt idx="335" formatCode="0.00E+00">
                  <c:v>1.2708E-11</c:v>
                </c:pt>
                <c:pt idx="336" formatCode="0.00E+00">
                  <c:v>8.0932999999999999E-12</c:v>
                </c:pt>
                <c:pt idx="337" formatCode="0.00E+00">
                  <c:v>5.1402000000000003E-12</c:v>
                </c:pt>
                <c:pt idx="338" formatCode="0.00E+00">
                  <c:v>3.2518999999999999E-12</c:v>
                </c:pt>
                <c:pt idx="339" formatCode="0.00E+00">
                  <c:v>2.0492000000000002E-12</c:v>
                </c:pt>
                <c:pt idx="340" formatCode="0.00E+00">
                  <c:v>1.2863000000000001E-12</c:v>
                </c:pt>
                <c:pt idx="341" formatCode="0.00E+00">
                  <c:v>8.0532000000000005E-13</c:v>
                </c:pt>
                <c:pt idx="342" formatCode="0.00E+00">
                  <c:v>5.0223999999999999E-13</c:v>
                </c:pt>
                <c:pt idx="343" formatCode="0.00E+00">
                  <c:v>3.1204E-13</c:v>
                </c:pt>
                <c:pt idx="344" formatCode="0.00E+00">
                  <c:v>1.9338000000000001E-13</c:v>
                </c:pt>
                <c:pt idx="345" formatCode="0.00E+00">
                  <c:v>1.1939000000000001E-13</c:v>
                </c:pt>
                <c:pt idx="346" formatCode="0.00E+00">
                  <c:v>7.3527999999999997E-14</c:v>
                </c:pt>
                <c:pt idx="347" formatCode="0.00E+00">
                  <c:v>4.5112000000000003E-14</c:v>
                </c:pt>
                <c:pt idx="348" formatCode="0.00E+00">
                  <c:v>2.7573999999999999E-14</c:v>
                </c:pt>
                <c:pt idx="349" formatCode="0.00E+00">
                  <c:v>1.6792E-14</c:v>
                </c:pt>
                <c:pt idx="350" formatCode="0.00E+00">
                  <c:v>1.0202E-14</c:v>
                </c:pt>
                <c:pt idx="351" formatCode="0.00E+00">
                  <c:v>6.1748000000000001E-15</c:v>
                </c:pt>
                <c:pt idx="352" formatCode="0.00E+00">
                  <c:v>3.7238999999999996E-15</c:v>
                </c:pt>
                <c:pt idx="353" formatCode="0.00E+00">
                  <c:v>2.2406999999999999E-15</c:v>
                </c:pt>
                <c:pt idx="354" formatCode="0.00E+00">
                  <c:v>1.3433E-15</c:v>
                </c:pt>
                <c:pt idx="355" formatCode="0.00E+00">
                  <c:v>8.0242000000000003E-16</c:v>
                </c:pt>
                <c:pt idx="356" formatCode="0.00E+00">
                  <c:v>4.7826999999999998E-16</c:v>
                </c:pt>
                <c:pt idx="357" formatCode="0.00E+00">
                  <c:v>2.8403999999999998E-16</c:v>
                </c:pt>
                <c:pt idx="358" formatCode="0.00E+00">
                  <c:v>1.6809000000000001E-16</c:v>
                </c:pt>
                <c:pt idx="359" formatCode="0.00E+00">
                  <c:v>9.9264999999999997E-17</c:v>
                </c:pt>
                <c:pt idx="360" formatCode="0.00E+00">
                  <c:v>5.8411000000000001E-17</c:v>
                </c:pt>
                <c:pt idx="361" formatCode="0.00E+00">
                  <c:v>3.4252999999999998E-17</c:v>
                </c:pt>
                <c:pt idx="362" formatCode="0.00E+00">
                  <c:v>2.0043999999999999E-17</c:v>
                </c:pt>
                <c:pt idx="363" formatCode="0.00E+00">
                  <c:v>1.1689E-17</c:v>
                </c:pt>
                <c:pt idx="364" formatCode="0.00E+00">
                  <c:v>6.7932000000000002E-18</c:v>
                </c:pt>
                <c:pt idx="365" formatCode="0.00E+00">
                  <c:v>3.9399999999999998E-18</c:v>
                </c:pt>
                <c:pt idx="366" formatCode="0.00E+00">
                  <c:v>2.2772999999999998E-18</c:v>
                </c:pt>
                <c:pt idx="367" formatCode="0.00E+00">
                  <c:v>1.3118E-18</c:v>
                </c:pt>
                <c:pt idx="368" formatCode="0.00E+00">
                  <c:v>7.5418000000000004E-19</c:v>
                </c:pt>
                <c:pt idx="369" formatCode="0.00E+00">
                  <c:v>4.3206000000000002E-19</c:v>
                </c:pt>
                <c:pt idx="370" formatCode="0.00E+00">
                  <c:v>2.4665E-19</c:v>
                </c:pt>
                <c:pt idx="371" formatCode="0.00E+00">
                  <c:v>1.4029000000000001E-19</c:v>
                </c:pt>
                <c:pt idx="372" formatCode="0.00E+00">
                  <c:v>7.9606999999999996E-20</c:v>
                </c:pt>
                <c:pt idx="373" formatCode="0.00E+00">
                  <c:v>4.4978999999999998E-20</c:v>
                </c:pt>
                <c:pt idx="374" formatCode="0.00E+00">
                  <c:v>2.5319999999999999E-20</c:v>
                </c:pt>
                <c:pt idx="375" formatCode="0.00E+00">
                  <c:v>1.4155E-20</c:v>
                </c:pt>
                <c:pt idx="376" formatCode="0.00E+00">
                  <c:v>7.8464000000000001E-21</c:v>
                </c:pt>
                <c:pt idx="377" formatCode="0.00E+00">
                  <c:v>4.2861000000000001E-21</c:v>
                </c:pt>
                <c:pt idx="378" formatCode="0.00E+00">
                  <c:v>2.2921999999999999E-21</c:v>
                </c:pt>
                <c:pt idx="379" formatCode="0.00E+00">
                  <c:v>1.1666999999999999E-21</c:v>
                </c:pt>
                <c:pt idx="380" formatCode="0.00E+00">
                  <c:v>7.0218000000000002E-22</c:v>
                </c:pt>
                <c:pt idx="381" formatCode="0.00E+00">
                  <c:v>0</c:v>
                </c:pt>
                <c:pt idx="382" formatCode="0.00E+00">
                  <c:v>0</c:v>
                </c:pt>
                <c:pt idx="383" formatCode="0.00E+00">
                  <c:v>0</c:v>
                </c:pt>
                <c:pt idx="384" formatCode="0.00E+00">
                  <c:v>0</c:v>
                </c:pt>
                <c:pt idx="385" formatCode="0.00E+00">
                  <c:v>0</c:v>
                </c:pt>
                <c:pt idx="386" formatCode="0.00E+00">
                  <c:v>0</c:v>
                </c:pt>
                <c:pt idx="387" formatCode="0.00E+00">
                  <c:v>0</c:v>
                </c:pt>
                <c:pt idx="388" formatCode="0.00E+00">
                  <c:v>0</c:v>
                </c:pt>
                <c:pt idx="389" formatCode="0.00E+00">
                  <c:v>0</c:v>
                </c:pt>
                <c:pt idx="390" formatCode="0.00E+00">
                  <c:v>0</c:v>
                </c:pt>
                <c:pt idx="391" formatCode="0.00E+00">
                  <c:v>0</c:v>
                </c:pt>
                <c:pt idx="392" formatCode="0.00E+00">
                  <c:v>0</c:v>
                </c:pt>
                <c:pt idx="393" formatCode="0.00E+00">
                  <c:v>0</c:v>
                </c:pt>
                <c:pt idx="394" formatCode="0.00E+00">
                  <c:v>0</c:v>
                </c:pt>
                <c:pt idx="395" formatCode="0.00E+00">
                  <c:v>0</c:v>
                </c:pt>
                <c:pt idx="396" formatCode="0.00E+00">
                  <c:v>0</c:v>
                </c:pt>
                <c:pt idx="397" formatCode="0.00E+00">
                  <c:v>0</c:v>
                </c:pt>
                <c:pt idx="398" formatCode="0.00E+00">
                  <c:v>0</c:v>
                </c:pt>
                <c:pt idx="399" formatCode="0.00E+00">
                  <c:v>0</c:v>
                </c:pt>
                <c:pt idx="400" formatCode="0.00E+00">
                  <c:v>0</c:v>
                </c:pt>
                <c:pt idx="401" formatCode="0.00E+00">
                  <c:v>0</c:v>
                </c:pt>
                <c:pt idx="402" formatCode="0.00E+00">
                  <c:v>0</c:v>
                </c:pt>
                <c:pt idx="403" formatCode="0.00E+00">
                  <c:v>0</c:v>
                </c:pt>
                <c:pt idx="404" formatCode="0.00E+00">
                  <c:v>0</c:v>
                </c:pt>
                <c:pt idx="405" formatCode="0.00E+00">
                  <c:v>0</c:v>
                </c:pt>
                <c:pt idx="406" formatCode="0.00E+00">
                  <c:v>0</c:v>
                </c:pt>
                <c:pt idx="407" formatCode="0.00E+00">
                  <c:v>0</c:v>
                </c:pt>
                <c:pt idx="408" formatCode="0.00E+00">
                  <c:v>0</c:v>
                </c:pt>
                <c:pt idx="409" formatCode="0.00E+00">
                  <c:v>0</c:v>
                </c:pt>
                <c:pt idx="410" formatCode="0.00E+00">
                  <c:v>0</c:v>
                </c:pt>
                <c:pt idx="411" formatCode="0.00E+00">
                  <c:v>0</c:v>
                </c:pt>
                <c:pt idx="412" formatCode="0.00E+00">
                  <c:v>0</c:v>
                </c:pt>
                <c:pt idx="413" formatCode="0.00E+00">
                  <c:v>0</c:v>
                </c:pt>
                <c:pt idx="414" formatCode="0.00E+00">
                  <c:v>0</c:v>
                </c:pt>
                <c:pt idx="415" formatCode="0.00E+00">
                  <c:v>0</c:v>
                </c:pt>
                <c:pt idx="416" formatCode="0.00E+00">
                  <c:v>0</c:v>
                </c:pt>
                <c:pt idx="417" formatCode="0.00E+00">
                  <c:v>0</c:v>
                </c:pt>
                <c:pt idx="418" formatCode="0.00E+00">
                  <c:v>0</c:v>
                </c:pt>
                <c:pt idx="419" formatCode="0.00E+00">
                  <c:v>0</c:v>
                </c:pt>
                <c:pt idx="420" formatCode="0.00E+00">
                  <c:v>0</c:v>
                </c:pt>
                <c:pt idx="421" formatCode="0.00E+00">
                  <c:v>0</c:v>
                </c:pt>
                <c:pt idx="422" formatCode="0.00E+00">
                  <c:v>0</c:v>
                </c:pt>
                <c:pt idx="423" formatCode="0.00E+00">
                  <c:v>0</c:v>
                </c:pt>
                <c:pt idx="424" formatCode="0.00E+00">
                  <c:v>0</c:v>
                </c:pt>
                <c:pt idx="425" formatCode="0.00E+00">
                  <c:v>0</c:v>
                </c:pt>
                <c:pt idx="426" formatCode="0.00E+00">
                  <c:v>0</c:v>
                </c:pt>
                <c:pt idx="427" formatCode="0.00E+00">
                  <c:v>0</c:v>
                </c:pt>
                <c:pt idx="428" formatCode="0.00E+00">
                  <c:v>0</c:v>
                </c:pt>
                <c:pt idx="429" formatCode="0.00E+00">
                  <c:v>0</c:v>
                </c:pt>
                <c:pt idx="430" formatCode="0.00E+00">
                  <c:v>0</c:v>
                </c:pt>
                <c:pt idx="431" formatCode="0.00E+00">
                  <c:v>0</c:v>
                </c:pt>
                <c:pt idx="432" formatCode="0.00E+00">
                  <c:v>0</c:v>
                </c:pt>
                <c:pt idx="433" formatCode="0.00E+00">
                  <c:v>0</c:v>
                </c:pt>
                <c:pt idx="434" formatCode="0.00E+00">
                  <c:v>0</c:v>
                </c:pt>
                <c:pt idx="435" formatCode="0.00E+00">
                  <c:v>0</c:v>
                </c:pt>
                <c:pt idx="436" formatCode="0.00E+00">
                  <c:v>0</c:v>
                </c:pt>
              </c:numCache>
            </c:numRef>
          </c:xVal>
          <c:yVal>
            <c:numRef>
              <c:f>BM_STUDY_PHREEQCRM_MU_DECAY!$F$3:$F$439</c:f>
              <c:numCache>
                <c:formatCode>General</c:formatCode>
                <c:ptCount val="437"/>
                <c:pt idx="0">
                  <c:v>750</c:v>
                </c:pt>
                <c:pt idx="1">
                  <c:v>749</c:v>
                </c:pt>
                <c:pt idx="2">
                  <c:v>748</c:v>
                </c:pt>
                <c:pt idx="3">
                  <c:v>747</c:v>
                </c:pt>
                <c:pt idx="4">
                  <c:v>745.99</c:v>
                </c:pt>
                <c:pt idx="5">
                  <c:v>744.99</c:v>
                </c:pt>
                <c:pt idx="6">
                  <c:v>743.98</c:v>
                </c:pt>
                <c:pt idx="7">
                  <c:v>742.98</c:v>
                </c:pt>
                <c:pt idx="8">
                  <c:v>741.97</c:v>
                </c:pt>
                <c:pt idx="9">
                  <c:v>740.96</c:v>
                </c:pt>
                <c:pt idx="10">
                  <c:v>739.95</c:v>
                </c:pt>
                <c:pt idx="11">
                  <c:v>738.94</c:v>
                </c:pt>
                <c:pt idx="12">
                  <c:v>737.93</c:v>
                </c:pt>
                <c:pt idx="13">
                  <c:v>736.92</c:v>
                </c:pt>
                <c:pt idx="14">
                  <c:v>735.91</c:v>
                </c:pt>
                <c:pt idx="15">
                  <c:v>734.89</c:v>
                </c:pt>
                <c:pt idx="16">
                  <c:v>733.88</c:v>
                </c:pt>
                <c:pt idx="17">
                  <c:v>732.86</c:v>
                </c:pt>
                <c:pt idx="18">
                  <c:v>731.85</c:v>
                </c:pt>
                <c:pt idx="19">
                  <c:v>730.83</c:v>
                </c:pt>
                <c:pt idx="20">
                  <c:v>729.81</c:v>
                </c:pt>
                <c:pt idx="21">
                  <c:v>728.79</c:v>
                </c:pt>
                <c:pt idx="22">
                  <c:v>727.77</c:v>
                </c:pt>
                <c:pt idx="23">
                  <c:v>726.75</c:v>
                </c:pt>
                <c:pt idx="24">
                  <c:v>725.72</c:v>
                </c:pt>
                <c:pt idx="25">
                  <c:v>724.7</c:v>
                </c:pt>
                <c:pt idx="26">
                  <c:v>723.67</c:v>
                </c:pt>
                <c:pt idx="27">
                  <c:v>722.65</c:v>
                </c:pt>
                <c:pt idx="28">
                  <c:v>721.62</c:v>
                </c:pt>
                <c:pt idx="29">
                  <c:v>720.59</c:v>
                </c:pt>
                <c:pt idx="30">
                  <c:v>719.56</c:v>
                </c:pt>
                <c:pt idx="31">
                  <c:v>718.53</c:v>
                </c:pt>
                <c:pt idx="32">
                  <c:v>717.5</c:v>
                </c:pt>
                <c:pt idx="33">
                  <c:v>716.47</c:v>
                </c:pt>
                <c:pt idx="34">
                  <c:v>715.43</c:v>
                </c:pt>
                <c:pt idx="35">
                  <c:v>714.4</c:v>
                </c:pt>
                <c:pt idx="36">
                  <c:v>713.36</c:v>
                </c:pt>
                <c:pt idx="37">
                  <c:v>712.33</c:v>
                </c:pt>
                <c:pt idx="38">
                  <c:v>711.29</c:v>
                </c:pt>
                <c:pt idx="39">
                  <c:v>710.25</c:v>
                </c:pt>
                <c:pt idx="40">
                  <c:v>709.21</c:v>
                </c:pt>
                <c:pt idx="41">
                  <c:v>708.17</c:v>
                </c:pt>
                <c:pt idx="42">
                  <c:v>707.13</c:v>
                </c:pt>
                <c:pt idx="43">
                  <c:v>706.08</c:v>
                </c:pt>
                <c:pt idx="44">
                  <c:v>705.04</c:v>
                </c:pt>
                <c:pt idx="45">
                  <c:v>704</c:v>
                </c:pt>
                <c:pt idx="46">
                  <c:v>702.95</c:v>
                </c:pt>
                <c:pt idx="47">
                  <c:v>701.9</c:v>
                </c:pt>
                <c:pt idx="48">
                  <c:v>700.85</c:v>
                </c:pt>
                <c:pt idx="49">
                  <c:v>699.81</c:v>
                </c:pt>
                <c:pt idx="50">
                  <c:v>698.76</c:v>
                </c:pt>
                <c:pt idx="51">
                  <c:v>697.7</c:v>
                </c:pt>
                <c:pt idx="52">
                  <c:v>696.65</c:v>
                </c:pt>
                <c:pt idx="53">
                  <c:v>695.6</c:v>
                </c:pt>
                <c:pt idx="54">
                  <c:v>694.54</c:v>
                </c:pt>
                <c:pt idx="55">
                  <c:v>693.49</c:v>
                </c:pt>
                <c:pt idx="56">
                  <c:v>692.43</c:v>
                </c:pt>
                <c:pt idx="57">
                  <c:v>691.37</c:v>
                </c:pt>
                <c:pt idx="58">
                  <c:v>690.32</c:v>
                </c:pt>
                <c:pt idx="59">
                  <c:v>689.26</c:v>
                </c:pt>
                <c:pt idx="60">
                  <c:v>688.2</c:v>
                </c:pt>
                <c:pt idx="61">
                  <c:v>687.13</c:v>
                </c:pt>
                <c:pt idx="62">
                  <c:v>686.07</c:v>
                </c:pt>
                <c:pt idx="63">
                  <c:v>685.01</c:v>
                </c:pt>
                <c:pt idx="64">
                  <c:v>683.94</c:v>
                </c:pt>
                <c:pt idx="65">
                  <c:v>682.88</c:v>
                </c:pt>
                <c:pt idx="66">
                  <c:v>681.81</c:v>
                </c:pt>
                <c:pt idx="67">
                  <c:v>680.74</c:v>
                </c:pt>
                <c:pt idx="68">
                  <c:v>679.67</c:v>
                </c:pt>
                <c:pt idx="69">
                  <c:v>678.6</c:v>
                </c:pt>
                <c:pt idx="70">
                  <c:v>677.53</c:v>
                </c:pt>
                <c:pt idx="71">
                  <c:v>676.46</c:v>
                </c:pt>
                <c:pt idx="72">
                  <c:v>675.38</c:v>
                </c:pt>
                <c:pt idx="73">
                  <c:v>674.31</c:v>
                </c:pt>
                <c:pt idx="74">
                  <c:v>673.23</c:v>
                </c:pt>
                <c:pt idx="75">
                  <c:v>672.16</c:v>
                </c:pt>
                <c:pt idx="76">
                  <c:v>671.08</c:v>
                </c:pt>
                <c:pt idx="77">
                  <c:v>670</c:v>
                </c:pt>
                <c:pt idx="78">
                  <c:v>668.92</c:v>
                </c:pt>
                <c:pt idx="79">
                  <c:v>667.84</c:v>
                </c:pt>
                <c:pt idx="80">
                  <c:v>666.76</c:v>
                </c:pt>
                <c:pt idx="81">
                  <c:v>665.67</c:v>
                </c:pt>
                <c:pt idx="82">
                  <c:v>664.59</c:v>
                </c:pt>
                <c:pt idx="83">
                  <c:v>663.5</c:v>
                </c:pt>
                <c:pt idx="84">
                  <c:v>662.42</c:v>
                </c:pt>
                <c:pt idx="85">
                  <c:v>661.33</c:v>
                </c:pt>
                <c:pt idx="86">
                  <c:v>660.24</c:v>
                </c:pt>
                <c:pt idx="87">
                  <c:v>659.15</c:v>
                </c:pt>
                <c:pt idx="88">
                  <c:v>658.06</c:v>
                </c:pt>
                <c:pt idx="89">
                  <c:v>656.97</c:v>
                </c:pt>
                <c:pt idx="90">
                  <c:v>655.87</c:v>
                </c:pt>
                <c:pt idx="91">
                  <c:v>654.78</c:v>
                </c:pt>
                <c:pt idx="92">
                  <c:v>653.69000000000005</c:v>
                </c:pt>
                <c:pt idx="93">
                  <c:v>652.59</c:v>
                </c:pt>
                <c:pt idx="94">
                  <c:v>651.49</c:v>
                </c:pt>
                <c:pt idx="95">
                  <c:v>650.39</c:v>
                </c:pt>
                <c:pt idx="96">
                  <c:v>649.29</c:v>
                </c:pt>
                <c:pt idx="97">
                  <c:v>648.19000000000005</c:v>
                </c:pt>
                <c:pt idx="98">
                  <c:v>647.09</c:v>
                </c:pt>
                <c:pt idx="99">
                  <c:v>645.99</c:v>
                </c:pt>
                <c:pt idx="100">
                  <c:v>644.88</c:v>
                </c:pt>
                <c:pt idx="101">
                  <c:v>643.78</c:v>
                </c:pt>
                <c:pt idx="102">
                  <c:v>642.66999999999996</c:v>
                </c:pt>
                <c:pt idx="103">
                  <c:v>641.57000000000005</c:v>
                </c:pt>
                <c:pt idx="104">
                  <c:v>640.46</c:v>
                </c:pt>
                <c:pt idx="105">
                  <c:v>639.35</c:v>
                </c:pt>
                <c:pt idx="106">
                  <c:v>638.24</c:v>
                </c:pt>
                <c:pt idx="107">
                  <c:v>637.13</c:v>
                </c:pt>
                <c:pt idx="108">
                  <c:v>636.01</c:v>
                </c:pt>
                <c:pt idx="109">
                  <c:v>634.9</c:v>
                </c:pt>
                <c:pt idx="110">
                  <c:v>633.78</c:v>
                </c:pt>
                <c:pt idx="111">
                  <c:v>632.66999999999996</c:v>
                </c:pt>
                <c:pt idx="112">
                  <c:v>631.54999999999995</c:v>
                </c:pt>
                <c:pt idx="113">
                  <c:v>630.42999999999995</c:v>
                </c:pt>
                <c:pt idx="114">
                  <c:v>629.30999999999995</c:v>
                </c:pt>
                <c:pt idx="115">
                  <c:v>628.19000000000005</c:v>
                </c:pt>
                <c:pt idx="116">
                  <c:v>627.07000000000005</c:v>
                </c:pt>
                <c:pt idx="117">
                  <c:v>625.95000000000005</c:v>
                </c:pt>
                <c:pt idx="118">
                  <c:v>624.82000000000005</c:v>
                </c:pt>
                <c:pt idx="119">
                  <c:v>623.70000000000005</c:v>
                </c:pt>
                <c:pt idx="120">
                  <c:v>622.57000000000005</c:v>
                </c:pt>
                <c:pt idx="121">
                  <c:v>621.44000000000005</c:v>
                </c:pt>
                <c:pt idx="122">
                  <c:v>620.30999999999995</c:v>
                </c:pt>
                <c:pt idx="123">
                  <c:v>619.19000000000005</c:v>
                </c:pt>
                <c:pt idx="124">
                  <c:v>618.04999999999995</c:v>
                </c:pt>
                <c:pt idx="125">
                  <c:v>616.91999999999996</c:v>
                </c:pt>
                <c:pt idx="126">
                  <c:v>615.79</c:v>
                </c:pt>
                <c:pt idx="127">
                  <c:v>614.66</c:v>
                </c:pt>
                <c:pt idx="128">
                  <c:v>613.52</c:v>
                </c:pt>
                <c:pt idx="129">
                  <c:v>612.38</c:v>
                </c:pt>
                <c:pt idx="130">
                  <c:v>611.25</c:v>
                </c:pt>
                <c:pt idx="131">
                  <c:v>610.11</c:v>
                </c:pt>
                <c:pt idx="132">
                  <c:v>608.97</c:v>
                </c:pt>
                <c:pt idx="133">
                  <c:v>607.83000000000004</c:v>
                </c:pt>
                <c:pt idx="134">
                  <c:v>606.67999999999995</c:v>
                </c:pt>
                <c:pt idx="135">
                  <c:v>605.54</c:v>
                </c:pt>
                <c:pt idx="136">
                  <c:v>604.4</c:v>
                </c:pt>
                <c:pt idx="137">
                  <c:v>603.25</c:v>
                </c:pt>
                <c:pt idx="138">
                  <c:v>602.1</c:v>
                </c:pt>
                <c:pt idx="139">
                  <c:v>600.96</c:v>
                </c:pt>
                <c:pt idx="140">
                  <c:v>599.80999999999995</c:v>
                </c:pt>
                <c:pt idx="141">
                  <c:v>598.66</c:v>
                </c:pt>
                <c:pt idx="142">
                  <c:v>597.51</c:v>
                </c:pt>
                <c:pt idx="143">
                  <c:v>596.35</c:v>
                </c:pt>
                <c:pt idx="144">
                  <c:v>595.20000000000005</c:v>
                </c:pt>
                <c:pt idx="145">
                  <c:v>594.04</c:v>
                </c:pt>
                <c:pt idx="146">
                  <c:v>592.89</c:v>
                </c:pt>
                <c:pt idx="147">
                  <c:v>591.73</c:v>
                </c:pt>
                <c:pt idx="148">
                  <c:v>590.57000000000005</c:v>
                </c:pt>
                <c:pt idx="149">
                  <c:v>589.41</c:v>
                </c:pt>
                <c:pt idx="150">
                  <c:v>588.25</c:v>
                </c:pt>
                <c:pt idx="151">
                  <c:v>587.09</c:v>
                </c:pt>
                <c:pt idx="152">
                  <c:v>585.92999999999995</c:v>
                </c:pt>
                <c:pt idx="153">
                  <c:v>584.76</c:v>
                </c:pt>
                <c:pt idx="154">
                  <c:v>583.6</c:v>
                </c:pt>
                <c:pt idx="155">
                  <c:v>582.42999999999995</c:v>
                </c:pt>
                <c:pt idx="156">
                  <c:v>581.26</c:v>
                </c:pt>
                <c:pt idx="157">
                  <c:v>580.1</c:v>
                </c:pt>
                <c:pt idx="158">
                  <c:v>578.92999999999995</c:v>
                </c:pt>
                <c:pt idx="159">
                  <c:v>577.76</c:v>
                </c:pt>
                <c:pt idx="160">
                  <c:v>576.58000000000004</c:v>
                </c:pt>
                <c:pt idx="161">
                  <c:v>575.41</c:v>
                </c:pt>
                <c:pt idx="162">
                  <c:v>574.23</c:v>
                </c:pt>
                <c:pt idx="163">
                  <c:v>573.05999999999995</c:v>
                </c:pt>
                <c:pt idx="164">
                  <c:v>571.88</c:v>
                </c:pt>
                <c:pt idx="165">
                  <c:v>570.70000000000005</c:v>
                </c:pt>
                <c:pt idx="166">
                  <c:v>569.52</c:v>
                </c:pt>
                <c:pt idx="167">
                  <c:v>568.34</c:v>
                </c:pt>
                <c:pt idx="168">
                  <c:v>567.16</c:v>
                </c:pt>
                <c:pt idx="169">
                  <c:v>565.98</c:v>
                </c:pt>
                <c:pt idx="170">
                  <c:v>564.79999999999995</c:v>
                </c:pt>
                <c:pt idx="171">
                  <c:v>563.61</c:v>
                </c:pt>
                <c:pt idx="172">
                  <c:v>562.41999999999996</c:v>
                </c:pt>
                <c:pt idx="173">
                  <c:v>561.24</c:v>
                </c:pt>
                <c:pt idx="174">
                  <c:v>560.04999999999995</c:v>
                </c:pt>
                <c:pt idx="175">
                  <c:v>558.86</c:v>
                </c:pt>
                <c:pt idx="176">
                  <c:v>557.66999999999996</c:v>
                </c:pt>
                <c:pt idx="177">
                  <c:v>556.47</c:v>
                </c:pt>
                <c:pt idx="178">
                  <c:v>555.28</c:v>
                </c:pt>
                <c:pt idx="179">
                  <c:v>554.09</c:v>
                </c:pt>
                <c:pt idx="180">
                  <c:v>552.89</c:v>
                </c:pt>
                <c:pt idx="181">
                  <c:v>551.69000000000005</c:v>
                </c:pt>
                <c:pt idx="182">
                  <c:v>550.49</c:v>
                </c:pt>
                <c:pt idx="183">
                  <c:v>549.29999999999995</c:v>
                </c:pt>
                <c:pt idx="184">
                  <c:v>548.09</c:v>
                </c:pt>
                <c:pt idx="185">
                  <c:v>546.89</c:v>
                </c:pt>
                <c:pt idx="186">
                  <c:v>545.69000000000005</c:v>
                </c:pt>
                <c:pt idx="187">
                  <c:v>544.49</c:v>
                </c:pt>
                <c:pt idx="188">
                  <c:v>543.28</c:v>
                </c:pt>
                <c:pt idx="189">
                  <c:v>542.07000000000005</c:v>
                </c:pt>
                <c:pt idx="190">
                  <c:v>540.87</c:v>
                </c:pt>
                <c:pt idx="191">
                  <c:v>539.66</c:v>
                </c:pt>
                <c:pt idx="192">
                  <c:v>538.45000000000005</c:v>
                </c:pt>
                <c:pt idx="193">
                  <c:v>537.23</c:v>
                </c:pt>
                <c:pt idx="194">
                  <c:v>536.02</c:v>
                </c:pt>
                <c:pt idx="195">
                  <c:v>534.80999999999995</c:v>
                </c:pt>
                <c:pt idx="196">
                  <c:v>533.59</c:v>
                </c:pt>
                <c:pt idx="197">
                  <c:v>532.38</c:v>
                </c:pt>
                <c:pt idx="198">
                  <c:v>531.16</c:v>
                </c:pt>
                <c:pt idx="199">
                  <c:v>529.94000000000005</c:v>
                </c:pt>
                <c:pt idx="200">
                  <c:v>528.72</c:v>
                </c:pt>
                <c:pt idx="201">
                  <c:v>527.5</c:v>
                </c:pt>
                <c:pt idx="202">
                  <c:v>526.28</c:v>
                </c:pt>
                <c:pt idx="203">
                  <c:v>525.04999999999995</c:v>
                </c:pt>
                <c:pt idx="204">
                  <c:v>523.83000000000004</c:v>
                </c:pt>
                <c:pt idx="205">
                  <c:v>522.6</c:v>
                </c:pt>
                <c:pt idx="206">
                  <c:v>521.37</c:v>
                </c:pt>
                <c:pt idx="207">
                  <c:v>520.14</c:v>
                </c:pt>
                <c:pt idx="208">
                  <c:v>518.91</c:v>
                </c:pt>
                <c:pt idx="209">
                  <c:v>517.67999999999995</c:v>
                </c:pt>
                <c:pt idx="210">
                  <c:v>516.45000000000005</c:v>
                </c:pt>
                <c:pt idx="211">
                  <c:v>515.22</c:v>
                </c:pt>
                <c:pt idx="212">
                  <c:v>513.98</c:v>
                </c:pt>
                <c:pt idx="213">
                  <c:v>512.75</c:v>
                </c:pt>
                <c:pt idx="214">
                  <c:v>511.51</c:v>
                </c:pt>
                <c:pt idx="215">
                  <c:v>510.27</c:v>
                </c:pt>
                <c:pt idx="216">
                  <c:v>509.03</c:v>
                </c:pt>
                <c:pt idx="217">
                  <c:v>507.79</c:v>
                </c:pt>
                <c:pt idx="218">
                  <c:v>506.55</c:v>
                </c:pt>
                <c:pt idx="219">
                  <c:v>505.3</c:v>
                </c:pt>
                <c:pt idx="220">
                  <c:v>504.06</c:v>
                </c:pt>
                <c:pt idx="221">
                  <c:v>502.81</c:v>
                </c:pt>
                <c:pt idx="222">
                  <c:v>501.57</c:v>
                </c:pt>
                <c:pt idx="223">
                  <c:v>500.32</c:v>
                </c:pt>
                <c:pt idx="224">
                  <c:v>499.07</c:v>
                </c:pt>
                <c:pt idx="225">
                  <c:v>497.82</c:v>
                </c:pt>
                <c:pt idx="226">
                  <c:v>496.57</c:v>
                </c:pt>
                <c:pt idx="227">
                  <c:v>495.31</c:v>
                </c:pt>
                <c:pt idx="228">
                  <c:v>494.06</c:v>
                </c:pt>
                <c:pt idx="229">
                  <c:v>492.8</c:v>
                </c:pt>
                <c:pt idx="230">
                  <c:v>491.54</c:v>
                </c:pt>
                <c:pt idx="231">
                  <c:v>490.29</c:v>
                </c:pt>
                <c:pt idx="232">
                  <c:v>489.03</c:v>
                </c:pt>
                <c:pt idx="233">
                  <c:v>487.77</c:v>
                </c:pt>
                <c:pt idx="234">
                  <c:v>486.5</c:v>
                </c:pt>
                <c:pt idx="235">
                  <c:v>485.24</c:v>
                </c:pt>
                <c:pt idx="236">
                  <c:v>483.98</c:v>
                </c:pt>
                <c:pt idx="237">
                  <c:v>482.71</c:v>
                </c:pt>
                <c:pt idx="238">
                  <c:v>481.44</c:v>
                </c:pt>
                <c:pt idx="239">
                  <c:v>480.17</c:v>
                </c:pt>
                <c:pt idx="240">
                  <c:v>478.9</c:v>
                </c:pt>
                <c:pt idx="241">
                  <c:v>477.63</c:v>
                </c:pt>
                <c:pt idx="242">
                  <c:v>476.36</c:v>
                </c:pt>
                <c:pt idx="243">
                  <c:v>475.09</c:v>
                </c:pt>
                <c:pt idx="244">
                  <c:v>473.81</c:v>
                </c:pt>
                <c:pt idx="245">
                  <c:v>472.54</c:v>
                </c:pt>
                <c:pt idx="246">
                  <c:v>471.26</c:v>
                </c:pt>
                <c:pt idx="247">
                  <c:v>469.98</c:v>
                </c:pt>
                <c:pt idx="248">
                  <c:v>468.7</c:v>
                </c:pt>
                <c:pt idx="249">
                  <c:v>467.42</c:v>
                </c:pt>
                <c:pt idx="250">
                  <c:v>466.14</c:v>
                </c:pt>
                <c:pt idx="251">
                  <c:v>464.85</c:v>
                </c:pt>
                <c:pt idx="252">
                  <c:v>463.57</c:v>
                </c:pt>
                <c:pt idx="253">
                  <c:v>462.28</c:v>
                </c:pt>
                <c:pt idx="254">
                  <c:v>460.99</c:v>
                </c:pt>
                <c:pt idx="255">
                  <c:v>459.7</c:v>
                </c:pt>
                <c:pt idx="256">
                  <c:v>458.41</c:v>
                </c:pt>
                <c:pt idx="257">
                  <c:v>457.12</c:v>
                </c:pt>
                <c:pt idx="258">
                  <c:v>455.83</c:v>
                </c:pt>
                <c:pt idx="259">
                  <c:v>454.53</c:v>
                </c:pt>
                <c:pt idx="260">
                  <c:v>453.24</c:v>
                </c:pt>
                <c:pt idx="261">
                  <c:v>451.94</c:v>
                </c:pt>
                <c:pt idx="262">
                  <c:v>450.64</c:v>
                </c:pt>
                <c:pt idx="263">
                  <c:v>449.34</c:v>
                </c:pt>
                <c:pt idx="264">
                  <c:v>448.04</c:v>
                </c:pt>
                <c:pt idx="265">
                  <c:v>446.74</c:v>
                </c:pt>
                <c:pt idx="266">
                  <c:v>445.44</c:v>
                </c:pt>
                <c:pt idx="267">
                  <c:v>444.13</c:v>
                </c:pt>
                <c:pt idx="268">
                  <c:v>442.83</c:v>
                </c:pt>
                <c:pt idx="269">
                  <c:v>441.52</c:v>
                </c:pt>
                <c:pt idx="270">
                  <c:v>440.21</c:v>
                </c:pt>
                <c:pt idx="271">
                  <c:v>438.9</c:v>
                </c:pt>
                <c:pt idx="272">
                  <c:v>437.59</c:v>
                </c:pt>
                <c:pt idx="273">
                  <c:v>436.28</c:v>
                </c:pt>
                <c:pt idx="274">
                  <c:v>434.97</c:v>
                </c:pt>
                <c:pt idx="275">
                  <c:v>433.65</c:v>
                </c:pt>
                <c:pt idx="276">
                  <c:v>432.33</c:v>
                </c:pt>
                <c:pt idx="277">
                  <c:v>431.02</c:v>
                </c:pt>
                <c:pt idx="278">
                  <c:v>429.7</c:v>
                </c:pt>
                <c:pt idx="279">
                  <c:v>428.38</c:v>
                </c:pt>
                <c:pt idx="280">
                  <c:v>427.06</c:v>
                </c:pt>
                <c:pt idx="281">
                  <c:v>425.73</c:v>
                </c:pt>
                <c:pt idx="282">
                  <c:v>424.41</c:v>
                </c:pt>
                <c:pt idx="283">
                  <c:v>423.08</c:v>
                </c:pt>
                <c:pt idx="284">
                  <c:v>421.76</c:v>
                </c:pt>
                <c:pt idx="285">
                  <c:v>420.43</c:v>
                </c:pt>
                <c:pt idx="286">
                  <c:v>419.1</c:v>
                </c:pt>
                <c:pt idx="287">
                  <c:v>417.77</c:v>
                </c:pt>
                <c:pt idx="288">
                  <c:v>416.43</c:v>
                </c:pt>
                <c:pt idx="289">
                  <c:v>415.1</c:v>
                </c:pt>
                <c:pt idx="290">
                  <c:v>413.77</c:v>
                </c:pt>
                <c:pt idx="291">
                  <c:v>412.43</c:v>
                </c:pt>
                <c:pt idx="292">
                  <c:v>411.09</c:v>
                </c:pt>
                <c:pt idx="293">
                  <c:v>409.75</c:v>
                </c:pt>
                <c:pt idx="294">
                  <c:v>408.41</c:v>
                </c:pt>
                <c:pt idx="295">
                  <c:v>407.07</c:v>
                </c:pt>
                <c:pt idx="296">
                  <c:v>405.73</c:v>
                </c:pt>
                <c:pt idx="297">
                  <c:v>404.38</c:v>
                </c:pt>
                <c:pt idx="298">
                  <c:v>403.04</c:v>
                </c:pt>
                <c:pt idx="299">
                  <c:v>401.69</c:v>
                </c:pt>
                <c:pt idx="300">
                  <c:v>400.34</c:v>
                </c:pt>
                <c:pt idx="301">
                  <c:v>398.99</c:v>
                </c:pt>
                <c:pt idx="302">
                  <c:v>397.64</c:v>
                </c:pt>
                <c:pt idx="303">
                  <c:v>396.29</c:v>
                </c:pt>
                <c:pt idx="304">
                  <c:v>394.94</c:v>
                </c:pt>
                <c:pt idx="305">
                  <c:v>393.58</c:v>
                </c:pt>
                <c:pt idx="306">
                  <c:v>392.23</c:v>
                </c:pt>
                <c:pt idx="307">
                  <c:v>390.87</c:v>
                </c:pt>
                <c:pt idx="308">
                  <c:v>389.51</c:v>
                </c:pt>
                <c:pt idx="309">
                  <c:v>388.15</c:v>
                </c:pt>
                <c:pt idx="310">
                  <c:v>386.79</c:v>
                </c:pt>
                <c:pt idx="311">
                  <c:v>385.42</c:v>
                </c:pt>
                <c:pt idx="312">
                  <c:v>384.06</c:v>
                </c:pt>
                <c:pt idx="313">
                  <c:v>382.69</c:v>
                </c:pt>
                <c:pt idx="314">
                  <c:v>381.33</c:v>
                </c:pt>
                <c:pt idx="315">
                  <c:v>379.96</c:v>
                </c:pt>
                <c:pt idx="316">
                  <c:v>378.59</c:v>
                </c:pt>
                <c:pt idx="317">
                  <c:v>377.21</c:v>
                </c:pt>
                <c:pt idx="318">
                  <c:v>375.84</c:v>
                </c:pt>
                <c:pt idx="319">
                  <c:v>375</c:v>
                </c:pt>
                <c:pt idx="320">
                  <c:v>372.16</c:v>
                </c:pt>
                <c:pt idx="321">
                  <c:v>368.79</c:v>
                </c:pt>
                <c:pt idx="322">
                  <c:v>365.43</c:v>
                </c:pt>
                <c:pt idx="323">
                  <c:v>362.06</c:v>
                </c:pt>
                <c:pt idx="324">
                  <c:v>358.71</c:v>
                </c:pt>
                <c:pt idx="325">
                  <c:v>355.35</c:v>
                </c:pt>
                <c:pt idx="326">
                  <c:v>352</c:v>
                </c:pt>
                <c:pt idx="327">
                  <c:v>348.65</c:v>
                </c:pt>
                <c:pt idx="328">
                  <c:v>345.3</c:v>
                </c:pt>
                <c:pt idx="329">
                  <c:v>341.96</c:v>
                </c:pt>
                <c:pt idx="330">
                  <c:v>338.62</c:v>
                </c:pt>
                <c:pt idx="331">
                  <c:v>335.29</c:v>
                </c:pt>
                <c:pt idx="332">
                  <c:v>331.96</c:v>
                </c:pt>
                <c:pt idx="333">
                  <c:v>328.63</c:v>
                </c:pt>
                <c:pt idx="334">
                  <c:v>325.3</c:v>
                </c:pt>
                <c:pt idx="335">
                  <c:v>321.98</c:v>
                </c:pt>
                <c:pt idx="336">
                  <c:v>318.66000000000003</c:v>
                </c:pt>
                <c:pt idx="337">
                  <c:v>315.35000000000002</c:v>
                </c:pt>
                <c:pt idx="338">
                  <c:v>312.04000000000002</c:v>
                </c:pt>
                <c:pt idx="339">
                  <c:v>308.73</c:v>
                </c:pt>
                <c:pt idx="340">
                  <c:v>305.42</c:v>
                </c:pt>
                <c:pt idx="341">
                  <c:v>302.12</c:v>
                </c:pt>
                <c:pt idx="342">
                  <c:v>298.82</c:v>
                </c:pt>
                <c:pt idx="343">
                  <c:v>295.52</c:v>
                </c:pt>
                <c:pt idx="344">
                  <c:v>292.23</c:v>
                </c:pt>
                <c:pt idx="345">
                  <c:v>288.94</c:v>
                </c:pt>
                <c:pt idx="346">
                  <c:v>285.66000000000003</c:v>
                </c:pt>
                <c:pt idx="347">
                  <c:v>282.38</c:v>
                </c:pt>
                <c:pt idx="348">
                  <c:v>279.10000000000002</c:v>
                </c:pt>
                <c:pt idx="349">
                  <c:v>275.82</c:v>
                </c:pt>
                <c:pt idx="350">
                  <c:v>272.55</c:v>
                </c:pt>
                <c:pt idx="351">
                  <c:v>269.27999999999997</c:v>
                </c:pt>
                <c:pt idx="352">
                  <c:v>266.01</c:v>
                </c:pt>
                <c:pt idx="353">
                  <c:v>262.75</c:v>
                </c:pt>
                <c:pt idx="354">
                  <c:v>259.49</c:v>
                </c:pt>
                <c:pt idx="355">
                  <c:v>256.23</c:v>
                </c:pt>
                <c:pt idx="356">
                  <c:v>252.98</c:v>
                </c:pt>
                <c:pt idx="357">
                  <c:v>249.73</c:v>
                </c:pt>
                <c:pt idx="358">
                  <c:v>246.48</c:v>
                </c:pt>
                <c:pt idx="359">
                  <c:v>243.24</c:v>
                </c:pt>
                <c:pt idx="360">
                  <c:v>240</c:v>
                </c:pt>
                <c:pt idx="361">
                  <c:v>236.76</c:v>
                </c:pt>
                <c:pt idx="362">
                  <c:v>233.53</c:v>
                </c:pt>
                <c:pt idx="363">
                  <c:v>230.3</c:v>
                </c:pt>
                <c:pt idx="364">
                  <c:v>227.07</c:v>
                </c:pt>
                <c:pt idx="365">
                  <c:v>223.85</c:v>
                </c:pt>
                <c:pt idx="366">
                  <c:v>220.63</c:v>
                </c:pt>
                <c:pt idx="367">
                  <c:v>217.41</c:v>
                </c:pt>
                <c:pt idx="368">
                  <c:v>214.2</c:v>
                </c:pt>
                <c:pt idx="369">
                  <c:v>210.99</c:v>
                </c:pt>
                <c:pt idx="370">
                  <c:v>207.78</c:v>
                </c:pt>
                <c:pt idx="371">
                  <c:v>204.57</c:v>
                </c:pt>
                <c:pt idx="372">
                  <c:v>201.37</c:v>
                </c:pt>
                <c:pt idx="373">
                  <c:v>198.17</c:v>
                </c:pt>
                <c:pt idx="374">
                  <c:v>194.98</c:v>
                </c:pt>
                <c:pt idx="375">
                  <c:v>191.79</c:v>
                </c:pt>
                <c:pt idx="376">
                  <c:v>188.6</c:v>
                </c:pt>
                <c:pt idx="377">
                  <c:v>185.41</c:v>
                </c:pt>
                <c:pt idx="378">
                  <c:v>182.23</c:v>
                </c:pt>
                <c:pt idx="379">
                  <c:v>179.05</c:v>
                </c:pt>
                <c:pt idx="380">
                  <c:v>175.88</c:v>
                </c:pt>
                <c:pt idx="381">
                  <c:v>172.7</c:v>
                </c:pt>
                <c:pt idx="382">
                  <c:v>169.53</c:v>
                </c:pt>
                <c:pt idx="383">
                  <c:v>166.37</c:v>
                </c:pt>
                <c:pt idx="384">
                  <c:v>163.21</c:v>
                </c:pt>
                <c:pt idx="385">
                  <c:v>160.05000000000001</c:v>
                </c:pt>
                <c:pt idx="386">
                  <c:v>156.88999999999999</c:v>
                </c:pt>
                <c:pt idx="387">
                  <c:v>153.72999999999999</c:v>
                </c:pt>
                <c:pt idx="388">
                  <c:v>150.58000000000001</c:v>
                </c:pt>
                <c:pt idx="389">
                  <c:v>147.44</c:v>
                </c:pt>
                <c:pt idx="390">
                  <c:v>144.29</c:v>
                </c:pt>
                <c:pt idx="391">
                  <c:v>141.15</c:v>
                </c:pt>
                <c:pt idx="392">
                  <c:v>138.01</c:v>
                </c:pt>
                <c:pt idx="393">
                  <c:v>134.88</c:v>
                </c:pt>
                <c:pt idx="394">
                  <c:v>131.75</c:v>
                </c:pt>
                <c:pt idx="395">
                  <c:v>128.62</c:v>
                </c:pt>
                <c:pt idx="396">
                  <c:v>125.49</c:v>
                </c:pt>
                <c:pt idx="397">
                  <c:v>122.37</c:v>
                </c:pt>
                <c:pt idx="398">
                  <c:v>119.25</c:v>
                </c:pt>
                <c:pt idx="399">
                  <c:v>116.13</c:v>
                </c:pt>
                <c:pt idx="400">
                  <c:v>113.02</c:v>
                </c:pt>
                <c:pt idx="401">
                  <c:v>109.91</c:v>
                </c:pt>
                <c:pt idx="402">
                  <c:v>106.8</c:v>
                </c:pt>
                <c:pt idx="403">
                  <c:v>103.7</c:v>
                </c:pt>
                <c:pt idx="404">
                  <c:v>100.6</c:v>
                </c:pt>
                <c:pt idx="405">
                  <c:v>97.5</c:v>
                </c:pt>
                <c:pt idx="406">
                  <c:v>94.41</c:v>
                </c:pt>
                <c:pt idx="407">
                  <c:v>91.32</c:v>
                </c:pt>
                <c:pt idx="408">
                  <c:v>88.23</c:v>
                </c:pt>
                <c:pt idx="409">
                  <c:v>85.14</c:v>
                </c:pt>
                <c:pt idx="410">
                  <c:v>82.06</c:v>
                </c:pt>
                <c:pt idx="411">
                  <c:v>78.98</c:v>
                </c:pt>
                <c:pt idx="412">
                  <c:v>75.91</c:v>
                </c:pt>
                <c:pt idx="413">
                  <c:v>72.83</c:v>
                </c:pt>
                <c:pt idx="414">
                  <c:v>69.760000000000005</c:v>
                </c:pt>
                <c:pt idx="415">
                  <c:v>66.7</c:v>
                </c:pt>
                <c:pt idx="416">
                  <c:v>63.63</c:v>
                </c:pt>
                <c:pt idx="417">
                  <c:v>60.57</c:v>
                </c:pt>
                <c:pt idx="418">
                  <c:v>57.52</c:v>
                </c:pt>
                <c:pt idx="419">
                  <c:v>54.46</c:v>
                </c:pt>
                <c:pt idx="420">
                  <c:v>51.41</c:v>
                </c:pt>
                <c:pt idx="421">
                  <c:v>48.36</c:v>
                </c:pt>
                <c:pt idx="422">
                  <c:v>45.32</c:v>
                </c:pt>
                <c:pt idx="423">
                  <c:v>42.27</c:v>
                </c:pt>
                <c:pt idx="424">
                  <c:v>39.229999999999997</c:v>
                </c:pt>
                <c:pt idx="425">
                  <c:v>36.200000000000003</c:v>
                </c:pt>
                <c:pt idx="426">
                  <c:v>33.17</c:v>
                </c:pt>
                <c:pt idx="427">
                  <c:v>30.14</c:v>
                </c:pt>
                <c:pt idx="428">
                  <c:v>27.11</c:v>
                </c:pt>
                <c:pt idx="429">
                  <c:v>24.08</c:v>
                </c:pt>
                <c:pt idx="430">
                  <c:v>21.06</c:v>
                </c:pt>
                <c:pt idx="431">
                  <c:v>18.05</c:v>
                </c:pt>
                <c:pt idx="432">
                  <c:v>15.03</c:v>
                </c:pt>
                <c:pt idx="433">
                  <c:v>12.02</c:v>
                </c:pt>
                <c:pt idx="434">
                  <c:v>9.01</c:v>
                </c:pt>
                <c:pt idx="435">
                  <c:v>6</c:v>
                </c:pt>
                <c:pt idx="436">
                  <c:v>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971-451C-8CCA-2C44C275CF83}"/>
            </c:ext>
          </c:extLst>
        </c:ser>
        <c:ser>
          <c:idx val="1"/>
          <c:order val="1"/>
          <c:tx>
            <c:v>Numerical Solution Day 3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BM_STUDY_PHREEQCRM_MU_DECAY!$G$877:$G$1313</c:f>
              <c:numCache>
                <c:formatCode>General</c:formatCode>
                <c:ptCount val="437"/>
                <c:pt idx="0">
                  <c:v>0.99973000000000001</c:v>
                </c:pt>
                <c:pt idx="1">
                  <c:v>0.99880999999999998</c:v>
                </c:pt>
                <c:pt idx="2">
                  <c:v>0.99787999999999999</c:v>
                </c:pt>
                <c:pt idx="3">
                  <c:v>0.99695999999999996</c:v>
                </c:pt>
                <c:pt idx="4">
                  <c:v>0.99602999999999997</c:v>
                </c:pt>
                <c:pt idx="5">
                  <c:v>0.99512</c:v>
                </c:pt>
                <c:pt idx="6">
                  <c:v>0.99421000000000004</c:v>
                </c:pt>
                <c:pt idx="7">
                  <c:v>0.99329999999999996</c:v>
                </c:pt>
                <c:pt idx="8">
                  <c:v>0.99238999999999999</c:v>
                </c:pt>
                <c:pt idx="9">
                  <c:v>0.99148999999999998</c:v>
                </c:pt>
                <c:pt idx="10">
                  <c:v>0.99058000000000002</c:v>
                </c:pt>
                <c:pt idx="11">
                  <c:v>0.98967000000000005</c:v>
                </c:pt>
                <c:pt idx="12">
                  <c:v>0.98877000000000004</c:v>
                </c:pt>
                <c:pt idx="13">
                  <c:v>0.98785999999999996</c:v>
                </c:pt>
                <c:pt idx="14">
                  <c:v>0.98695999999999995</c:v>
                </c:pt>
                <c:pt idx="15">
                  <c:v>0.98604999999999998</c:v>
                </c:pt>
                <c:pt idx="16">
                  <c:v>0.98514000000000002</c:v>
                </c:pt>
                <c:pt idx="17">
                  <c:v>0.98423000000000005</c:v>
                </c:pt>
                <c:pt idx="18">
                  <c:v>0.98333000000000004</c:v>
                </c:pt>
                <c:pt idx="19">
                  <c:v>0.98241999999999996</c:v>
                </c:pt>
                <c:pt idx="20">
                  <c:v>0.98150999999999999</c:v>
                </c:pt>
                <c:pt idx="21">
                  <c:v>0.98060000000000003</c:v>
                </c:pt>
                <c:pt idx="22">
                  <c:v>0.97968999999999995</c:v>
                </c:pt>
                <c:pt idx="23">
                  <c:v>0.97877999999999998</c:v>
                </c:pt>
                <c:pt idx="24">
                  <c:v>0.97785999999999995</c:v>
                </c:pt>
                <c:pt idx="25">
                  <c:v>0.97694999999999999</c:v>
                </c:pt>
                <c:pt idx="26">
                  <c:v>0.97602999999999995</c:v>
                </c:pt>
                <c:pt idx="27">
                  <c:v>0.97511999999999999</c:v>
                </c:pt>
                <c:pt idx="28">
                  <c:v>0.97419999999999995</c:v>
                </c:pt>
                <c:pt idx="29">
                  <c:v>0.97328999999999999</c:v>
                </c:pt>
                <c:pt idx="30">
                  <c:v>0.97236999999999996</c:v>
                </c:pt>
                <c:pt idx="31">
                  <c:v>0.97145000000000004</c:v>
                </c:pt>
                <c:pt idx="32">
                  <c:v>0.97053999999999996</c:v>
                </c:pt>
                <c:pt idx="33">
                  <c:v>0.96962000000000004</c:v>
                </c:pt>
                <c:pt idx="34">
                  <c:v>0.96870000000000001</c:v>
                </c:pt>
                <c:pt idx="35">
                  <c:v>0.96777999999999997</c:v>
                </c:pt>
                <c:pt idx="36">
                  <c:v>0.96684999999999999</c:v>
                </c:pt>
                <c:pt idx="37">
                  <c:v>0.96594000000000002</c:v>
                </c:pt>
                <c:pt idx="38">
                  <c:v>0.96501000000000003</c:v>
                </c:pt>
                <c:pt idx="39">
                  <c:v>0.96409</c:v>
                </c:pt>
                <c:pt idx="40">
                  <c:v>0.96316000000000002</c:v>
                </c:pt>
                <c:pt idx="41">
                  <c:v>0.96223999999999998</c:v>
                </c:pt>
                <c:pt idx="42">
                  <c:v>0.96131</c:v>
                </c:pt>
                <c:pt idx="43">
                  <c:v>0.96038000000000001</c:v>
                </c:pt>
                <c:pt idx="44">
                  <c:v>0.95945000000000003</c:v>
                </c:pt>
                <c:pt idx="45">
                  <c:v>0.95852000000000004</c:v>
                </c:pt>
                <c:pt idx="46">
                  <c:v>0.95759000000000005</c:v>
                </c:pt>
                <c:pt idx="47">
                  <c:v>0.95665</c:v>
                </c:pt>
                <c:pt idx="48">
                  <c:v>0.95570999999999995</c:v>
                </c:pt>
                <c:pt idx="49">
                  <c:v>0.95477999999999996</c:v>
                </c:pt>
                <c:pt idx="50">
                  <c:v>0.95384999999999998</c:v>
                </c:pt>
                <c:pt idx="51">
                  <c:v>0.95289999999999997</c:v>
                </c:pt>
                <c:pt idx="52">
                  <c:v>0.95196000000000003</c:v>
                </c:pt>
                <c:pt idx="53">
                  <c:v>0.95101999999999998</c:v>
                </c:pt>
                <c:pt idx="54">
                  <c:v>0.95006999999999997</c:v>
                </c:pt>
                <c:pt idx="55">
                  <c:v>0.94913000000000003</c:v>
                </c:pt>
                <c:pt idx="56">
                  <c:v>0.94816999999999996</c:v>
                </c:pt>
                <c:pt idx="57">
                  <c:v>0.94721999999999995</c:v>
                </c:pt>
                <c:pt idx="58">
                  <c:v>0.94626999999999994</c:v>
                </c:pt>
                <c:pt idx="59">
                  <c:v>0.94532000000000005</c:v>
                </c:pt>
                <c:pt idx="60">
                  <c:v>0.94435999999999998</c:v>
                </c:pt>
                <c:pt idx="61">
                  <c:v>0.94338999999999995</c:v>
                </c:pt>
                <c:pt idx="62">
                  <c:v>0.94242999999999999</c:v>
                </c:pt>
                <c:pt idx="63">
                  <c:v>0.94147000000000003</c:v>
                </c:pt>
                <c:pt idx="64">
                  <c:v>0.9405</c:v>
                </c:pt>
                <c:pt idx="65">
                  <c:v>0.93952999999999998</c:v>
                </c:pt>
                <c:pt idx="66">
                  <c:v>0.93855999999999995</c:v>
                </c:pt>
                <c:pt idx="67">
                  <c:v>0.93757999999999997</c:v>
                </c:pt>
                <c:pt idx="68">
                  <c:v>0.93659999999999999</c:v>
                </c:pt>
                <c:pt idx="69">
                  <c:v>0.93562000000000001</c:v>
                </c:pt>
                <c:pt idx="70">
                  <c:v>0.93462999999999996</c:v>
                </c:pt>
                <c:pt idx="71">
                  <c:v>0.93364999999999998</c:v>
                </c:pt>
                <c:pt idx="72">
                  <c:v>0.93264999999999998</c:v>
                </c:pt>
                <c:pt idx="73">
                  <c:v>0.93166000000000004</c:v>
                </c:pt>
                <c:pt idx="74">
                  <c:v>0.93064999999999998</c:v>
                </c:pt>
                <c:pt idx="75">
                  <c:v>0.92964999999999998</c:v>
                </c:pt>
                <c:pt idx="76">
                  <c:v>0.92864999999999998</c:v>
                </c:pt>
                <c:pt idx="77">
                  <c:v>0.92762999999999995</c:v>
                </c:pt>
                <c:pt idx="78">
                  <c:v>0.92662</c:v>
                </c:pt>
                <c:pt idx="79">
                  <c:v>0.92559999999999998</c:v>
                </c:pt>
                <c:pt idx="80">
                  <c:v>0.92457</c:v>
                </c:pt>
                <c:pt idx="81">
                  <c:v>0.92354000000000003</c:v>
                </c:pt>
                <c:pt idx="82">
                  <c:v>0.92251000000000005</c:v>
                </c:pt>
                <c:pt idx="83">
                  <c:v>0.92145999999999995</c:v>
                </c:pt>
                <c:pt idx="84">
                  <c:v>0.92042000000000002</c:v>
                </c:pt>
                <c:pt idx="85">
                  <c:v>0.91937000000000002</c:v>
                </c:pt>
                <c:pt idx="86">
                  <c:v>0.91832000000000003</c:v>
                </c:pt>
                <c:pt idx="87">
                  <c:v>0.91725000000000001</c:v>
                </c:pt>
                <c:pt idx="88">
                  <c:v>0.91618999999999995</c:v>
                </c:pt>
                <c:pt idx="89">
                  <c:v>0.91512000000000004</c:v>
                </c:pt>
                <c:pt idx="90">
                  <c:v>0.91403000000000001</c:v>
                </c:pt>
                <c:pt idx="91">
                  <c:v>0.91295000000000004</c:v>
                </c:pt>
                <c:pt idx="92">
                  <c:v>0.91186</c:v>
                </c:pt>
                <c:pt idx="93">
                  <c:v>0.91076000000000001</c:v>
                </c:pt>
                <c:pt idx="94">
                  <c:v>0.90964999999999996</c:v>
                </c:pt>
                <c:pt idx="95">
                  <c:v>0.90852999999999995</c:v>
                </c:pt>
                <c:pt idx="96">
                  <c:v>0.90741000000000005</c:v>
                </c:pt>
                <c:pt idx="97">
                  <c:v>0.90627999999999997</c:v>
                </c:pt>
                <c:pt idx="98">
                  <c:v>0.90515000000000001</c:v>
                </c:pt>
                <c:pt idx="99">
                  <c:v>0.90400999999999998</c:v>
                </c:pt>
                <c:pt idx="100">
                  <c:v>0.90285000000000004</c:v>
                </c:pt>
                <c:pt idx="101">
                  <c:v>0.90168999999999999</c:v>
                </c:pt>
                <c:pt idx="102">
                  <c:v>0.90051999999999999</c:v>
                </c:pt>
                <c:pt idx="103">
                  <c:v>0.89934999999999998</c:v>
                </c:pt>
                <c:pt idx="104">
                  <c:v>0.89815999999999996</c:v>
                </c:pt>
                <c:pt idx="105">
                  <c:v>0.89695999999999998</c:v>
                </c:pt>
                <c:pt idx="106">
                  <c:v>0.89575000000000005</c:v>
                </c:pt>
                <c:pt idx="107">
                  <c:v>0.89453000000000005</c:v>
                </c:pt>
                <c:pt idx="108">
                  <c:v>0.89329999999999998</c:v>
                </c:pt>
                <c:pt idx="109">
                  <c:v>0.89205999999999996</c:v>
                </c:pt>
                <c:pt idx="110">
                  <c:v>0.89080999999999999</c:v>
                </c:pt>
                <c:pt idx="111">
                  <c:v>0.88954999999999995</c:v>
                </c:pt>
                <c:pt idx="112">
                  <c:v>0.88827</c:v>
                </c:pt>
                <c:pt idx="113">
                  <c:v>0.88698999999999995</c:v>
                </c:pt>
                <c:pt idx="114">
                  <c:v>0.88568999999999998</c:v>
                </c:pt>
                <c:pt idx="115">
                  <c:v>0.88438000000000005</c:v>
                </c:pt>
                <c:pt idx="116">
                  <c:v>0.88305999999999996</c:v>
                </c:pt>
                <c:pt idx="117">
                  <c:v>0.88173000000000001</c:v>
                </c:pt>
                <c:pt idx="118">
                  <c:v>0.88036999999999999</c:v>
                </c:pt>
                <c:pt idx="119">
                  <c:v>0.87902000000000002</c:v>
                </c:pt>
                <c:pt idx="120">
                  <c:v>0.87763999999999998</c:v>
                </c:pt>
                <c:pt idx="121">
                  <c:v>0.87624000000000002</c:v>
                </c:pt>
                <c:pt idx="122">
                  <c:v>0.87483</c:v>
                </c:pt>
                <c:pt idx="123">
                  <c:v>0.87341999999999997</c:v>
                </c:pt>
                <c:pt idx="124">
                  <c:v>0.87197999999999998</c:v>
                </c:pt>
                <c:pt idx="125">
                  <c:v>0.87053000000000003</c:v>
                </c:pt>
                <c:pt idx="126">
                  <c:v>0.86906000000000005</c:v>
                </c:pt>
                <c:pt idx="127">
                  <c:v>0.86758000000000002</c:v>
                </c:pt>
                <c:pt idx="128">
                  <c:v>0.86607000000000001</c:v>
                </c:pt>
                <c:pt idx="129">
                  <c:v>0.86455000000000004</c:v>
                </c:pt>
                <c:pt idx="130">
                  <c:v>0.86302000000000001</c:v>
                </c:pt>
                <c:pt idx="131">
                  <c:v>0.86146999999999996</c:v>
                </c:pt>
                <c:pt idx="132">
                  <c:v>0.85989000000000004</c:v>
                </c:pt>
                <c:pt idx="133">
                  <c:v>0.85829999999999995</c:v>
                </c:pt>
                <c:pt idx="134">
                  <c:v>0.85668</c:v>
                </c:pt>
                <c:pt idx="135">
                  <c:v>0.85504999999999998</c:v>
                </c:pt>
                <c:pt idx="136">
                  <c:v>0.85341</c:v>
                </c:pt>
                <c:pt idx="137">
                  <c:v>0.85172999999999999</c:v>
                </c:pt>
                <c:pt idx="138">
                  <c:v>0.85002999999999995</c:v>
                </c:pt>
                <c:pt idx="139">
                  <c:v>0.84833000000000003</c:v>
                </c:pt>
                <c:pt idx="140">
                  <c:v>0.84660000000000002</c:v>
                </c:pt>
                <c:pt idx="141">
                  <c:v>0.84484000000000004</c:v>
                </c:pt>
                <c:pt idx="142">
                  <c:v>0.84306000000000003</c:v>
                </c:pt>
                <c:pt idx="143">
                  <c:v>0.84125000000000005</c:v>
                </c:pt>
                <c:pt idx="144">
                  <c:v>0.83943000000000001</c:v>
                </c:pt>
                <c:pt idx="145">
                  <c:v>0.83757000000000004</c:v>
                </c:pt>
                <c:pt idx="146">
                  <c:v>0.8357</c:v>
                </c:pt>
                <c:pt idx="147">
                  <c:v>0.83379999999999999</c:v>
                </c:pt>
                <c:pt idx="148">
                  <c:v>0.83187</c:v>
                </c:pt>
                <c:pt idx="149">
                  <c:v>0.82991999999999999</c:v>
                </c:pt>
                <c:pt idx="150">
                  <c:v>0.82794999999999996</c:v>
                </c:pt>
                <c:pt idx="151">
                  <c:v>0.82594999999999996</c:v>
                </c:pt>
                <c:pt idx="152">
                  <c:v>0.82393000000000005</c:v>
                </c:pt>
                <c:pt idx="153">
                  <c:v>0.82186000000000003</c:v>
                </c:pt>
                <c:pt idx="154">
                  <c:v>0.81979000000000002</c:v>
                </c:pt>
                <c:pt idx="155">
                  <c:v>0.81767000000000001</c:v>
                </c:pt>
                <c:pt idx="156">
                  <c:v>0.81552000000000002</c:v>
                </c:pt>
                <c:pt idx="157">
                  <c:v>0.81337000000000004</c:v>
                </c:pt>
                <c:pt idx="158">
                  <c:v>0.81116999999999995</c:v>
                </c:pt>
                <c:pt idx="159">
                  <c:v>0.80894999999999995</c:v>
                </c:pt>
                <c:pt idx="160">
                  <c:v>0.80667999999999995</c:v>
                </c:pt>
                <c:pt idx="161">
                  <c:v>0.8044</c:v>
                </c:pt>
                <c:pt idx="162">
                  <c:v>0.80206999999999995</c:v>
                </c:pt>
                <c:pt idx="163">
                  <c:v>0.79973000000000005</c:v>
                </c:pt>
                <c:pt idx="164">
                  <c:v>0.79734000000000005</c:v>
                </c:pt>
                <c:pt idx="165">
                  <c:v>0.79491999999999996</c:v>
                </c:pt>
                <c:pt idx="166">
                  <c:v>0.79247000000000001</c:v>
                </c:pt>
                <c:pt idx="167">
                  <c:v>0.79</c:v>
                </c:pt>
                <c:pt idx="168">
                  <c:v>0.78749000000000002</c:v>
                </c:pt>
                <c:pt idx="169">
                  <c:v>0.78495000000000004</c:v>
                </c:pt>
                <c:pt idx="170">
                  <c:v>0.78237999999999996</c:v>
                </c:pt>
                <c:pt idx="171">
                  <c:v>0.77975000000000005</c:v>
                </c:pt>
                <c:pt idx="172">
                  <c:v>0.77708999999999995</c:v>
                </c:pt>
                <c:pt idx="173">
                  <c:v>0.77442999999999995</c:v>
                </c:pt>
                <c:pt idx="174">
                  <c:v>0.77170000000000005</c:v>
                </c:pt>
                <c:pt idx="175">
                  <c:v>0.76895000000000002</c:v>
                </c:pt>
                <c:pt idx="176">
                  <c:v>0.76615999999999995</c:v>
                </c:pt>
                <c:pt idx="177">
                  <c:v>0.76331000000000004</c:v>
                </c:pt>
                <c:pt idx="178">
                  <c:v>0.76046000000000002</c:v>
                </c:pt>
                <c:pt idx="179">
                  <c:v>0.75756999999999997</c:v>
                </c:pt>
                <c:pt idx="180">
                  <c:v>0.75461999999999996</c:v>
                </c:pt>
                <c:pt idx="181">
                  <c:v>0.75163999999999997</c:v>
                </c:pt>
                <c:pt idx="182">
                  <c:v>0.74861999999999995</c:v>
                </c:pt>
                <c:pt idx="183">
                  <c:v>0.74558999999999997</c:v>
                </c:pt>
                <c:pt idx="184">
                  <c:v>0.74248000000000003</c:v>
                </c:pt>
                <c:pt idx="185">
                  <c:v>0.73936000000000002</c:v>
                </c:pt>
                <c:pt idx="186">
                  <c:v>0.73619999999999997</c:v>
                </c:pt>
                <c:pt idx="187">
                  <c:v>0.73301000000000005</c:v>
                </c:pt>
                <c:pt idx="188">
                  <c:v>0.72975000000000001</c:v>
                </c:pt>
                <c:pt idx="189">
                  <c:v>0.72645999999999999</c:v>
                </c:pt>
                <c:pt idx="190">
                  <c:v>0.72316000000000003</c:v>
                </c:pt>
                <c:pt idx="191">
                  <c:v>0.7198</c:v>
                </c:pt>
                <c:pt idx="192">
                  <c:v>0.71640000000000004</c:v>
                </c:pt>
                <c:pt idx="193">
                  <c:v>0.71292999999999995</c:v>
                </c:pt>
                <c:pt idx="194">
                  <c:v>0.70945999999999998</c:v>
                </c:pt>
                <c:pt idx="195">
                  <c:v>0.70594999999999997</c:v>
                </c:pt>
                <c:pt idx="196">
                  <c:v>0.70238</c:v>
                </c:pt>
                <c:pt idx="197">
                  <c:v>0.69879999999999998</c:v>
                </c:pt>
                <c:pt idx="198">
                  <c:v>0.69515000000000005</c:v>
                </c:pt>
                <c:pt idx="199">
                  <c:v>0.69147000000000003</c:v>
                </c:pt>
                <c:pt idx="200">
                  <c:v>0.68776000000000004</c:v>
                </c:pt>
                <c:pt idx="201">
                  <c:v>0.68400000000000005</c:v>
                </c:pt>
                <c:pt idx="202">
                  <c:v>0.68020999999999998</c:v>
                </c:pt>
                <c:pt idx="203">
                  <c:v>0.67635999999999996</c:v>
                </c:pt>
                <c:pt idx="204">
                  <c:v>0.67249999999999999</c:v>
                </c:pt>
                <c:pt idx="205">
                  <c:v>0.66857</c:v>
                </c:pt>
                <c:pt idx="206">
                  <c:v>0.66459999999999997</c:v>
                </c:pt>
                <c:pt idx="207">
                  <c:v>0.66061000000000003</c:v>
                </c:pt>
                <c:pt idx="208">
                  <c:v>0.65656999999999999</c:v>
                </c:pt>
                <c:pt idx="209">
                  <c:v>0.65251000000000003</c:v>
                </c:pt>
                <c:pt idx="210">
                  <c:v>0.64841000000000004</c:v>
                </c:pt>
                <c:pt idx="211">
                  <c:v>0.64427000000000001</c:v>
                </c:pt>
                <c:pt idx="212">
                  <c:v>0.64007000000000003</c:v>
                </c:pt>
                <c:pt idx="213">
                  <c:v>0.63587000000000005</c:v>
                </c:pt>
                <c:pt idx="214">
                  <c:v>0.63160000000000005</c:v>
                </c:pt>
                <c:pt idx="215">
                  <c:v>0.62729999999999997</c:v>
                </c:pt>
                <c:pt idx="216">
                  <c:v>0.62297000000000002</c:v>
                </c:pt>
                <c:pt idx="217">
                  <c:v>0.61860000000000004</c:v>
                </c:pt>
                <c:pt idx="218">
                  <c:v>0.61421000000000003</c:v>
                </c:pt>
                <c:pt idx="219">
                  <c:v>0.60973999999999995</c:v>
                </c:pt>
                <c:pt idx="220">
                  <c:v>0.60528999999999999</c:v>
                </c:pt>
                <c:pt idx="221">
                  <c:v>0.60075999999999996</c:v>
                </c:pt>
                <c:pt idx="222">
                  <c:v>0.59624999999999995</c:v>
                </c:pt>
                <c:pt idx="223">
                  <c:v>0.59167000000000003</c:v>
                </c:pt>
                <c:pt idx="224">
                  <c:v>0.58706000000000003</c:v>
                </c:pt>
                <c:pt idx="225">
                  <c:v>0.58243</c:v>
                </c:pt>
                <c:pt idx="226">
                  <c:v>0.57776000000000005</c:v>
                </c:pt>
                <c:pt idx="227">
                  <c:v>0.57303999999999999</c:v>
                </c:pt>
                <c:pt idx="228">
                  <c:v>0.56833</c:v>
                </c:pt>
                <c:pt idx="229">
                  <c:v>0.56355</c:v>
                </c:pt>
                <c:pt idx="230">
                  <c:v>0.55874999999999997</c:v>
                </c:pt>
                <c:pt idx="231">
                  <c:v>0.55396999999999996</c:v>
                </c:pt>
                <c:pt idx="232">
                  <c:v>0.54912000000000005</c:v>
                </c:pt>
                <c:pt idx="233">
                  <c:v>0.54425000000000001</c:v>
                </c:pt>
                <c:pt idx="234">
                  <c:v>0.53932999999999998</c:v>
                </c:pt>
                <c:pt idx="235">
                  <c:v>0.53442000000000001</c:v>
                </c:pt>
                <c:pt idx="236">
                  <c:v>0.52949000000000002</c:v>
                </c:pt>
                <c:pt idx="237">
                  <c:v>0.52451000000000003</c:v>
                </c:pt>
                <c:pt idx="238">
                  <c:v>0.51951000000000003</c:v>
                </c:pt>
                <c:pt idx="239">
                  <c:v>0.51449</c:v>
                </c:pt>
                <c:pt idx="240">
                  <c:v>0.50944999999999996</c:v>
                </c:pt>
                <c:pt idx="241">
                  <c:v>0.50439999999999996</c:v>
                </c:pt>
                <c:pt idx="242">
                  <c:v>0.49934000000000001</c:v>
                </c:pt>
                <c:pt idx="243">
                  <c:v>0.49426999999999999</c:v>
                </c:pt>
                <c:pt idx="244">
                  <c:v>0.48914000000000002</c:v>
                </c:pt>
                <c:pt idx="245">
                  <c:v>0.48404000000000003</c:v>
                </c:pt>
                <c:pt idx="246">
                  <c:v>0.47888999999999998</c:v>
                </c:pt>
                <c:pt idx="247">
                  <c:v>0.47373999999999999</c:v>
                </c:pt>
                <c:pt idx="248">
                  <c:v>0.46856999999999999</c:v>
                </c:pt>
                <c:pt idx="249">
                  <c:v>0.46339999999999998</c:v>
                </c:pt>
                <c:pt idx="250">
                  <c:v>0.45823000000000003</c:v>
                </c:pt>
                <c:pt idx="251">
                  <c:v>0.45301000000000002</c:v>
                </c:pt>
                <c:pt idx="252">
                  <c:v>0.44782</c:v>
                </c:pt>
                <c:pt idx="253">
                  <c:v>0.44259999999999999</c:v>
                </c:pt>
                <c:pt idx="254">
                  <c:v>0.43736999999999998</c:v>
                </c:pt>
                <c:pt idx="255">
                  <c:v>0.43214000000000002</c:v>
                </c:pt>
                <c:pt idx="256">
                  <c:v>0.42692000000000002</c:v>
                </c:pt>
                <c:pt idx="257">
                  <c:v>0.42169000000000001</c:v>
                </c:pt>
                <c:pt idx="258">
                  <c:v>0.41647000000000001</c:v>
                </c:pt>
                <c:pt idx="259">
                  <c:v>0.41121000000000002</c:v>
                </c:pt>
                <c:pt idx="260">
                  <c:v>0.40600000000000003</c:v>
                </c:pt>
                <c:pt idx="261">
                  <c:v>0.40076000000000001</c:v>
                </c:pt>
                <c:pt idx="262">
                  <c:v>0.39551999999999998</c:v>
                </c:pt>
                <c:pt idx="263">
                  <c:v>0.39029999999999998</c:v>
                </c:pt>
                <c:pt idx="264">
                  <c:v>0.38507999999999998</c:v>
                </c:pt>
                <c:pt idx="265">
                  <c:v>0.37986999999999999</c:v>
                </c:pt>
                <c:pt idx="266">
                  <c:v>0.37468000000000001</c:v>
                </c:pt>
                <c:pt idx="267">
                  <c:v>0.36946000000000001</c:v>
                </c:pt>
                <c:pt idx="268">
                  <c:v>0.36430000000000001</c:v>
                </c:pt>
                <c:pt idx="269">
                  <c:v>0.35910999999999998</c:v>
                </c:pt>
                <c:pt idx="270">
                  <c:v>0.35393999999999998</c:v>
                </c:pt>
                <c:pt idx="271">
                  <c:v>0.34878999999999999</c:v>
                </c:pt>
                <c:pt idx="272">
                  <c:v>0.34366000000000002</c:v>
                </c:pt>
                <c:pt idx="273">
                  <c:v>0.33855000000000002</c:v>
                </c:pt>
                <c:pt idx="274">
                  <c:v>0.33345999999999998</c:v>
                </c:pt>
                <c:pt idx="275">
                  <c:v>0.32834999999999998</c:v>
                </c:pt>
                <c:pt idx="276">
                  <c:v>0.32327</c:v>
                </c:pt>
                <c:pt idx="277">
                  <c:v>0.31825999999999999</c:v>
                </c:pt>
                <c:pt idx="278">
                  <c:v>0.31323000000000001</c:v>
                </c:pt>
                <c:pt idx="279">
                  <c:v>0.30823</c:v>
                </c:pt>
                <c:pt idx="280">
                  <c:v>0.30325000000000002</c:v>
                </c:pt>
                <c:pt idx="281">
                  <c:v>0.29826999999999998</c:v>
                </c:pt>
                <c:pt idx="282">
                  <c:v>0.29336000000000001</c:v>
                </c:pt>
                <c:pt idx="283">
                  <c:v>0.28843999999999997</c:v>
                </c:pt>
                <c:pt idx="284">
                  <c:v>0.28359000000000001</c:v>
                </c:pt>
                <c:pt idx="285">
                  <c:v>0.27873999999999999</c:v>
                </c:pt>
                <c:pt idx="286">
                  <c:v>0.27392</c:v>
                </c:pt>
                <c:pt idx="287">
                  <c:v>0.26913999999999999</c:v>
                </c:pt>
                <c:pt idx="288">
                  <c:v>0.26435999999999998</c:v>
                </c:pt>
                <c:pt idx="289">
                  <c:v>0.25964999999999999</c:v>
                </c:pt>
                <c:pt idx="290">
                  <c:v>0.25498999999999999</c:v>
                </c:pt>
                <c:pt idx="291">
                  <c:v>0.25031999999999999</c:v>
                </c:pt>
                <c:pt idx="292">
                  <c:v>0.2457</c:v>
                </c:pt>
                <c:pt idx="293">
                  <c:v>0.24110999999999999</c:v>
                </c:pt>
                <c:pt idx="294">
                  <c:v>0.23657</c:v>
                </c:pt>
                <c:pt idx="295">
                  <c:v>0.23207</c:v>
                </c:pt>
                <c:pt idx="296">
                  <c:v>0.22761999999999999</c:v>
                </c:pt>
                <c:pt idx="297">
                  <c:v>0.22317000000000001</c:v>
                </c:pt>
                <c:pt idx="298">
                  <c:v>0.21881</c:v>
                </c:pt>
                <c:pt idx="299">
                  <c:v>0.21445</c:v>
                </c:pt>
                <c:pt idx="300">
                  <c:v>0.21015</c:v>
                </c:pt>
                <c:pt idx="301">
                  <c:v>0.20588999999999999</c:v>
                </c:pt>
                <c:pt idx="302">
                  <c:v>0.20166999999999999</c:v>
                </c:pt>
                <c:pt idx="303">
                  <c:v>0.19750999999999999</c:v>
                </c:pt>
                <c:pt idx="304">
                  <c:v>0.19339000000000001</c:v>
                </c:pt>
                <c:pt idx="305">
                  <c:v>0.1893</c:v>
                </c:pt>
                <c:pt idx="306">
                  <c:v>0.18528</c:v>
                </c:pt>
                <c:pt idx="307">
                  <c:v>0.18128</c:v>
                </c:pt>
                <c:pt idx="308">
                  <c:v>0.17734</c:v>
                </c:pt>
                <c:pt idx="309">
                  <c:v>0.17344000000000001</c:v>
                </c:pt>
                <c:pt idx="310">
                  <c:v>0.1696</c:v>
                </c:pt>
                <c:pt idx="311">
                  <c:v>0.16578000000000001</c:v>
                </c:pt>
                <c:pt idx="312">
                  <c:v>0.16203999999999999</c:v>
                </c:pt>
                <c:pt idx="313">
                  <c:v>0.15831999999999999</c:v>
                </c:pt>
                <c:pt idx="314">
                  <c:v>0.15468999999999999</c:v>
                </c:pt>
                <c:pt idx="315">
                  <c:v>0.15107999999999999</c:v>
                </c:pt>
                <c:pt idx="316">
                  <c:v>0.14752000000000001</c:v>
                </c:pt>
                <c:pt idx="317">
                  <c:v>0.14399000000000001</c:v>
                </c:pt>
                <c:pt idx="318">
                  <c:v>0.14054</c:v>
                </c:pt>
                <c:pt idx="319">
                  <c:v>0.13844999999999999</c:v>
                </c:pt>
                <c:pt idx="320">
                  <c:v>0.13155</c:v>
                </c:pt>
                <c:pt idx="321">
                  <c:v>0.12367</c:v>
                </c:pt>
                <c:pt idx="322">
                  <c:v>0.11613999999999999</c:v>
                </c:pt>
                <c:pt idx="323">
                  <c:v>0.1089</c:v>
                </c:pt>
                <c:pt idx="324">
                  <c:v>0.10203</c:v>
                </c:pt>
                <c:pt idx="325" formatCode="0.00E+00">
                  <c:v>9.5443E-2</c:v>
                </c:pt>
                <c:pt idx="326" formatCode="0.00E+00">
                  <c:v>8.9189000000000004E-2</c:v>
                </c:pt>
                <c:pt idx="327" formatCode="0.00E+00">
                  <c:v>8.3238000000000006E-2</c:v>
                </c:pt>
                <c:pt idx="328" formatCode="0.00E+00">
                  <c:v>7.7584E-2</c:v>
                </c:pt>
                <c:pt idx="329" formatCode="0.00E+00">
                  <c:v>7.2235999999999995E-2</c:v>
                </c:pt>
                <c:pt idx="330" formatCode="0.00E+00">
                  <c:v>6.7169999999999994E-2</c:v>
                </c:pt>
                <c:pt idx="331" formatCode="0.00E+00">
                  <c:v>6.2391000000000002E-2</c:v>
                </c:pt>
                <c:pt idx="332" formatCode="0.00E+00">
                  <c:v>5.7877999999999999E-2</c:v>
                </c:pt>
                <c:pt idx="333" formatCode="0.00E+00">
                  <c:v>5.3621000000000002E-2</c:v>
                </c:pt>
                <c:pt idx="334" formatCode="0.00E+00">
                  <c:v>4.9612999999999997E-2</c:v>
                </c:pt>
                <c:pt idx="335" formatCode="0.00E+00">
                  <c:v>4.5855E-2</c:v>
                </c:pt>
                <c:pt idx="336" formatCode="0.00E+00">
                  <c:v>4.2326999999999997E-2</c:v>
                </c:pt>
                <c:pt idx="337" formatCode="0.00E+00">
                  <c:v>3.9028E-2</c:v>
                </c:pt>
                <c:pt idx="338" formatCode="0.00E+00">
                  <c:v>3.5938999999999999E-2</c:v>
                </c:pt>
                <c:pt idx="339" formatCode="0.00E+00">
                  <c:v>3.3051999999999998E-2</c:v>
                </c:pt>
                <c:pt idx="340" formatCode="0.00E+00">
                  <c:v>3.0356999999999999E-2</c:v>
                </c:pt>
                <c:pt idx="341" formatCode="0.00E+00">
                  <c:v>2.7851999999999998E-2</c:v>
                </c:pt>
                <c:pt idx="342" formatCode="0.00E+00">
                  <c:v>2.5520000000000001E-2</c:v>
                </c:pt>
                <c:pt idx="343" formatCode="0.00E+00">
                  <c:v>2.3352000000000001E-2</c:v>
                </c:pt>
                <c:pt idx="344" formatCode="0.00E+00">
                  <c:v>2.1347000000000001E-2</c:v>
                </c:pt>
                <c:pt idx="345" formatCode="0.00E+00">
                  <c:v>1.9487000000000001E-2</c:v>
                </c:pt>
                <c:pt idx="346" formatCode="0.00E+00">
                  <c:v>1.7772E-2</c:v>
                </c:pt>
                <c:pt idx="347" formatCode="0.00E+00">
                  <c:v>1.6185999999999999E-2</c:v>
                </c:pt>
                <c:pt idx="348" formatCode="0.00E+00">
                  <c:v>1.4722000000000001E-2</c:v>
                </c:pt>
                <c:pt idx="349" formatCode="0.00E+00">
                  <c:v>1.3372999999999999E-2</c:v>
                </c:pt>
                <c:pt idx="350" formatCode="0.00E+00">
                  <c:v>1.2135E-2</c:v>
                </c:pt>
                <c:pt idx="351" formatCode="0.00E+00">
                  <c:v>1.0998000000000001E-2</c:v>
                </c:pt>
                <c:pt idx="352" formatCode="0.00E+00">
                  <c:v>9.9533E-3</c:v>
                </c:pt>
                <c:pt idx="353" formatCode="0.00E+00">
                  <c:v>8.9990999999999995E-3</c:v>
                </c:pt>
                <c:pt idx="354" formatCode="0.00E+00">
                  <c:v>8.1256999999999996E-3</c:v>
                </c:pt>
                <c:pt idx="355" formatCode="0.00E+00">
                  <c:v>7.3273000000000001E-3</c:v>
                </c:pt>
                <c:pt idx="356" formatCode="0.00E+00">
                  <c:v>6.6008000000000004E-3</c:v>
                </c:pt>
                <c:pt idx="357" formatCode="0.00E+00">
                  <c:v>5.9385999999999996E-3</c:v>
                </c:pt>
                <c:pt idx="358" formatCode="0.00E+00">
                  <c:v>5.3356999999999996E-3</c:v>
                </c:pt>
                <c:pt idx="359" formatCode="0.00E+00">
                  <c:v>4.7894000000000001E-3</c:v>
                </c:pt>
                <c:pt idx="360" formatCode="0.00E+00">
                  <c:v>4.2932999999999999E-3</c:v>
                </c:pt>
                <c:pt idx="361" formatCode="0.00E+00">
                  <c:v>3.8436E-3</c:v>
                </c:pt>
                <c:pt idx="362" formatCode="0.00E+00">
                  <c:v>3.4375999999999999E-3</c:v>
                </c:pt>
                <c:pt idx="363" formatCode="0.00E+00">
                  <c:v>3.0704999999999999E-3</c:v>
                </c:pt>
                <c:pt idx="364" formatCode="0.00E+00">
                  <c:v>2.7390000000000001E-3</c:v>
                </c:pt>
                <c:pt idx="365" formatCode="0.00E+00">
                  <c:v>2.4409000000000002E-3</c:v>
                </c:pt>
                <c:pt idx="366" formatCode="0.00E+00">
                  <c:v>2.1725E-3</c:v>
                </c:pt>
                <c:pt idx="367" formatCode="0.00E+00">
                  <c:v>1.931E-3</c:v>
                </c:pt>
                <c:pt idx="368" formatCode="0.00E+00">
                  <c:v>1.7148E-3</c:v>
                </c:pt>
                <c:pt idx="369" formatCode="0.00E+00">
                  <c:v>1.5208000000000001E-3</c:v>
                </c:pt>
                <c:pt idx="370" formatCode="0.00E+00">
                  <c:v>1.3470000000000001E-3</c:v>
                </c:pt>
                <c:pt idx="371" formatCode="0.00E+00">
                  <c:v>1.1915000000000001E-3</c:v>
                </c:pt>
                <c:pt idx="372" formatCode="0.00E+00">
                  <c:v>1.0529999999999999E-3</c:v>
                </c:pt>
                <c:pt idx="373" formatCode="0.00E+00">
                  <c:v>9.2935999999999995E-4</c:v>
                </c:pt>
                <c:pt idx="374" formatCode="0.00E+00">
                  <c:v>8.1950999999999997E-4</c:v>
                </c:pt>
                <c:pt idx="375" formatCode="0.00E+00">
                  <c:v>7.2170000000000003E-4</c:v>
                </c:pt>
                <c:pt idx="376" formatCode="0.00E+00">
                  <c:v>6.3475000000000001E-4</c:v>
                </c:pt>
                <c:pt idx="377" formatCode="0.00E+00">
                  <c:v>5.5756000000000002E-4</c:v>
                </c:pt>
                <c:pt idx="378" formatCode="0.00E+00">
                  <c:v>4.8930999999999996E-4</c:v>
                </c:pt>
                <c:pt idx="379" formatCode="0.00E+00">
                  <c:v>4.2886999999999998E-4</c:v>
                </c:pt>
                <c:pt idx="380" formatCode="0.00E+00">
                  <c:v>3.7555999999999999E-4</c:v>
                </c:pt>
                <c:pt idx="381" formatCode="0.00E+00">
                  <c:v>3.2832E-4</c:v>
                </c:pt>
                <c:pt idx="382" formatCode="0.00E+00">
                  <c:v>2.8677999999999999E-4</c:v>
                </c:pt>
                <c:pt idx="383" formatCode="0.00E+00">
                  <c:v>2.5026999999999997E-4</c:v>
                </c:pt>
                <c:pt idx="384" formatCode="0.00E+00">
                  <c:v>2.1814E-4</c:v>
                </c:pt>
                <c:pt idx="385" formatCode="0.00E+00">
                  <c:v>1.8987999999999999E-4</c:v>
                </c:pt>
                <c:pt idx="386" formatCode="0.00E+00">
                  <c:v>1.6508000000000001E-4</c:v>
                </c:pt>
                <c:pt idx="387" formatCode="0.00E+00">
                  <c:v>1.4333E-4</c:v>
                </c:pt>
                <c:pt idx="388" formatCode="0.00E+00">
                  <c:v>1.2434999999999999E-4</c:v>
                </c:pt>
                <c:pt idx="389" formatCode="0.00E+00">
                  <c:v>1.0779E-4</c:v>
                </c:pt>
                <c:pt idx="390" formatCode="0.00E+00">
                  <c:v>9.3273E-5</c:v>
                </c:pt>
                <c:pt idx="391" formatCode="0.00E+00">
                  <c:v>8.0647000000000002E-5</c:v>
                </c:pt>
                <c:pt idx="392" formatCode="0.00E+00">
                  <c:v>6.9641999999999995E-5</c:v>
                </c:pt>
                <c:pt idx="393" formatCode="0.00E+00">
                  <c:v>6.0090999999999998E-5</c:v>
                </c:pt>
                <c:pt idx="394" formatCode="0.00E+00">
                  <c:v>5.1783999999999998E-5</c:v>
                </c:pt>
                <c:pt idx="395" formatCode="0.00E+00">
                  <c:v>4.4570000000000002E-5</c:v>
                </c:pt>
                <c:pt idx="396" formatCode="0.00E+00">
                  <c:v>3.8312000000000002E-5</c:v>
                </c:pt>
                <c:pt idx="397" formatCode="0.00E+00">
                  <c:v>3.2907999999999997E-5</c:v>
                </c:pt>
                <c:pt idx="398" formatCode="0.00E+00">
                  <c:v>2.8229999999999999E-5</c:v>
                </c:pt>
                <c:pt idx="399" formatCode="0.00E+00">
                  <c:v>2.4187000000000001E-5</c:v>
                </c:pt>
                <c:pt idx="400" formatCode="0.00E+00">
                  <c:v>2.0707E-5</c:v>
                </c:pt>
                <c:pt idx="401" formatCode="0.00E+00">
                  <c:v>1.7706E-5</c:v>
                </c:pt>
                <c:pt idx="402" formatCode="0.00E+00">
                  <c:v>1.5121E-5</c:v>
                </c:pt>
                <c:pt idx="403" formatCode="0.00E+00">
                  <c:v>1.2904E-5</c:v>
                </c:pt>
                <c:pt idx="404" formatCode="0.00E+00">
                  <c:v>1.0998E-5</c:v>
                </c:pt>
                <c:pt idx="405" formatCode="0.00E+00">
                  <c:v>9.3625000000000006E-6</c:v>
                </c:pt>
                <c:pt idx="406" formatCode="0.00E+00">
                  <c:v>7.9642000000000008E-6</c:v>
                </c:pt>
                <c:pt idx="407" formatCode="0.00E+00">
                  <c:v>6.7664000000000001E-6</c:v>
                </c:pt>
                <c:pt idx="408" formatCode="0.00E+00">
                  <c:v>5.7416999999999996E-6</c:v>
                </c:pt>
                <c:pt idx="409" formatCode="0.00E+00">
                  <c:v>4.8662000000000001E-6</c:v>
                </c:pt>
                <c:pt idx="410" formatCode="0.00E+00">
                  <c:v>4.1212999999999998E-6</c:v>
                </c:pt>
                <c:pt idx="411" formatCode="0.00E+00">
                  <c:v>3.4861E-6</c:v>
                </c:pt>
                <c:pt idx="412" formatCode="0.00E+00">
                  <c:v>2.9467999999999999E-6</c:v>
                </c:pt>
                <c:pt idx="413" formatCode="0.00E+00">
                  <c:v>2.4866E-6</c:v>
                </c:pt>
                <c:pt idx="414" formatCode="0.00E+00">
                  <c:v>2.0968E-6</c:v>
                </c:pt>
                <c:pt idx="415" formatCode="0.00E+00">
                  <c:v>1.767E-6</c:v>
                </c:pt>
                <c:pt idx="416" formatCode="0.00E+00">
                  <c:v>1.4864000000000001E-6</c:v>
                </c:pt>
                <c:pt idx="417" formatCode="0.00E+00">
                  <c:v>1.2496000000000001E-6</c:v>
                </c:pt>
                <c:pt idx="418" formatCode="0.00E+00">
                  <c:v>1.0498000000000001E-6</c:v>
                </c:pt>
                <c:pt idx="419" formatCode="0.00E+00">
                  <c:v>8.8036999999999999E-7</c:v>
                </c:pt>
                <c:pt idx="420" formatCode="0.00E+00">
                  <c:v>7.3783999999999999E-7</c:v>
                </c:pt>
                <c:pt idx="421" formatCode="0.00E+00">
                  <c:v>6.1765000000000003E-7</c:v>
                </c:pt>
                <c:pt idx="422" formatCode="0.00E+00">
                  <c:v>5.1671999999999998E-7</c:v>
                </c:pt>
                <c:pt idx="423" formatCode="0.00E+00">
                  <c:v>4.3153E-7</c:v>
                </c:pt>
                <c:pt idx="424" formatCode="0.00E+00">
                  <c:v>3.6019E-7</c:v>
                </c:pt>
                <c:pt idx="425" formatCode="0.00E+00">
                  <c:v>3.0049000000000001E-7</c:v>
                </c:pt>
                <c:pt idx="426" formatCode="0.00E+00">
                  <c:v>2.5044000000000001E-7</c:v>
                </c:pt>
                <c:pt idx="427" formatCode="0.00E+00">
                  <c:v>2.0855E-7</c:v>
                </c:pt>
                <c:pt idx="428" formatCode="0.00E+00">
                  <c:v>1.7358E-7</c:v>
                </c:pt>
                <c:pt idx="429" formatCode="0.00E+00">
                  <c:v>1.4448999999999999E-7</c:v>
                </c:pt>
                <c:pt idx="430" formatCode="0.00E+00">
                  <c:v>1.2048999999999999E-7</c:v>
                </c:pt>
                <c:pt idx="431" formatCode="0.00E+00">
                  <c:v>1.0085000000000001E-7</c:v>
                </c:pt>
                <c:pt idx="432" formatCode="0.00E+00">
                  <c:v>8.4929000000000006E-8</c:v>
                </c:pt>
                <c:pt idx="433" formatCode="0.00E+00">
                  <c:v>7.2494000000000001E-8</c:v>
                </c:pt>
                <c:pt idx="434" formatCode="0.00E+00">
                  <c:v>6.3346000000000004E-8</c:v>
                </c:pt>
                <c:pt idx="435" formatCode="0.00E+00">
                  <c:v>5.76E-8</c:v>
                </c:pt>
                <c:pt idx="436" formatCode="0.00E+00">
                  <c:v>5.5770000000000002E-8</c:v>
                </c:pt>
              </c:numCache>
            </c:numRef>
          </c:xVal>
          <c:yVal>
            <c:numRef>
              <c:f>BM_STUDY_PHREEQCRM_MU_DECAY!$F$877:$F$1313</c:f>
              <c:numCache>
                <c:formatCode>General</c:formatCode>
                <c:ptCount val="437"/>
                <c:pt idx="0">
                  <c:v>750</c:v>
                </c:pt>
                <c:pt idx="1">
                  <c:v>749</c:v>
                </c:pt>
                <c:pt idx="2">
                  <c:v>748</c:v>
                </c:pt>
                <c:pt idx="3">
                  <c:v>747</c:v>
                </c:pt>
                <c:pt idx="4">
                  <c:v>745.99</c:v>
                </c:pt>
                <c:pt idx="5">
                  <c:v>744.99</c:v>
                </c:pt>
                <c:pt idx="6">
                  <c:v>743.98</c:v>
                </c:pt>
                <c:pt idx="7">
                  <c:v>742.98</c:v>
                </c:pt>
                <c:pt idx="8">
                  <c:v>741.97</c:v>
                </c:pt>
                <c:pt idx="9">
                  <c:v>740.96</c:v>
                </c:pt>
                <c:pt idx="10">
                  <c:v>739.95</c:v>
                </c:pt>
                <c:pt idx="11">
                  <c:v>738.94</c:v>
                </c:pt>
                <c:pt idx="12">
                  <c:v>737.93</c:v>
                </c:pt>
                <c:pt idx="13">
                  <c:v>736.92</c:v>
                </c:pt>
                <c:pt idx="14">
                  <c:v>735.91</c:v>
                </c:pt>
                <c:pt idx="15">
                  <c:v>734.89</c:v>
                </c:pt>
                <c:pt idx="16">
                  <c:v>733.88</c:v>
                </c:pt>
                <c:pt idx="17">
                  <c:v>732.86</c:v>
                </c:pt>
                <c:pt idx="18">
                  <c:v>731.85</c:v>
                </c:pt>
                <c:pt idx="19">
                  <c:v>730.83</c:v>
                </c:pt>
                <c:pt idx="20">
                  <c:v>729.81</c:v>
                </c:pt>
                <c:pt idx="21">
                  <c:v>728.79</c:v>
                </c:pt>
                <c:pt idx="22">
                  <c:v>727.77</c:v>
                </c:pt>
                <c:pt idx="23">
                  <c:v>726.75</c:v>
                </c:pt>
                <c:pt idx="24">
                  <c:v>725.72</c:v>
                </c:pt>
                <c:pt idx="25">
                  <c:v>724.7</c:v>
                </c:pt>
                <c:pt idx="26">
                  <c:v>723.67</c:v>
                </c:pt>
                <c:pt idx="27">
                  <c:v>722.65</c:v>
                </c:pt>
                <c:pt idx="28">
                  <c:v>721.62</c:v>
                </c:pt>
                <c:pt idx="29">
                  <c:v>720.59</c:v>
                </c:pt>
                <c:pt idx="30">
                  <c:v>719.56</c:v>
                </c:pt>
                <c:pt idx="31">
                  <c:v>718.53</c:v>
                </c:pt>
                <c:pt idx="32">
                  <c:v>717.5</c:v>
                </c:pt>
                <c:pt idx="33">
                  <c:v>716.47</c:v>
                </c:pt>
                <c:pt idx="34">
                  <c:v>715.43</c:v>
                </c:pt>
                <c:pt idx="35">
                  <c:v>714.4</c:v>
                </c:pt>
                <c:pt idx="36">
                  <c:v>713.36</c:v>
                </c:pt>
                <c:pt idx="37">
                  <c:v>712.33</c:v>
                </c:pt>
                <c:pt idx="38">
                  <c:v>711.29</c:v>
                </c:pt>
                <c:pt idx="39">
                  <c:v>710.25</c:v>
                </c:pt>
                <c:pt idx="40">
                  <c:v>709.21</c:v>
                </c:pt>
                <c:pt idx="41">
                  <c:v>708.17</c:v>
                </c:pt>
                <c:pt idx="42">
                  <c:v>707.13</c:v>
                </c:pt>
                <c:pt idx="43">
                  <c:v>706.08</c:v>
                </c:pt>
                <c:pt idx="44">
                  <c:v>705.04</c:v>
                </c:pt>
                <c:pt idx="45">
                  <c:v>704</c:v>
                </c:pt>
                <c:pt idx="46">
                  <c:v>702.95</c:v>
                </c:pt>
                <c:pt idx="47">
                  <c:v>701.9</c:v>
                </c:pt>
                <c:pt idx="48">
                  <c:v>700.85</c:v>
                </c:pt>
                <c:pt idx="49">
                  <c:v>699.81</c:v>
                </c:pt>
                <c:pt idx="50">
                  <c:v>698.76</c:v>
                </c:pt>
                <c:pt idx="51">
                  <c:v>697.7</c:v>
                </c:pt>
                <c:pt idx="52">
                  <c:v>696.65</c:v>
                </c:pt>
                <c:pt idx="53">
                  <c:v>695.6</c:v>
                </c:pt>
                <c:pt idx="54">
                  <c:v>694.54</c:v>
                </c:pt>
                <c:pt idx="55">
                  <c:v>693.49</c:v>
                </c:pt>
                <c:pt idx="56">
                  <c:v>692.43</c:v>
                </c:pt>
                <c:pt idx="57">
                  <c:v>691.37</c:v>
                </c:pt>
                <c:pt idx="58">
                  <c:v>690.32</c:v>
                </c:pt>
                <c:pt idx="59">
                  <c:v>689.26</c:v>
                </c:pt>
                <c:pt idx="60">
                  <c:v>688.2</c:v>
                </c:pt>
                <c:pt idx="61">
                  <c:v>687.13</c:v>
                </c:pt>
                <c:pt idx="62">
                  <c:v>686.07</c:v>
                </c:pt>
                <c:pt idx="63">
                  <c:v>685.01</c:v>
                </c:pt>
                <c:pt idx="64">
                  <c:v>683.94</c:v>
                </c:pt>
                <c:pt idx="65">
                  <c:v>682.88</c:v>
                </c:pt>
                <c:pt idx="66">
                  <c:v>681.81</c:v>
                </c:pt>
                <c:pt idx="67">
                  <c:v>680.74</c:v>
                </c:pt>
                <c:pt idx="68">
                  <c:v>679.67</c:v>
                </c:pt>
                <c:pt idx="69">
                  <c:v>678.6</c:v>
                </c:pt>
                <c:pt idx="70">
                  <c:v>677.53</c:v>
                </c:pt>
                <c:pt idx="71">
                  <c:v>676.46</c:v>
                </c:pt>
                <c:pt idx="72">
                  <c:v>675.38</c:v>
                </c:pt>
                <c:pt idx="73">
                  <c:v>674.31</c:v>
                </c:pt>
                <c:pt idx="74">
                  <c:v>673.23</c:v>
                </c:pt>
                <c:pt idx="75">
                  <c:v>672.16</c:v>
                </c:pt>
                <c:pt idx="76">
                  <c:v>671.08</c:v>
                </c:pt>
                <c:pt idx="77">
                  <c:v>670</c:v>
                </c:pt>
                <c:pt idx="78">
                  <c:v>668.92</c:v>
                </c:pt>
                <c:pt idx="79">
                  <c:v>667.84</c:v>
                </c:pt>
                <c:pt idx="80">
                  <c:v>666.76</c:v>
                </c:pt>
                <c:pt idx="81">
                  <c:v>665.67</c:v>
                </c:pt>
                <c:pt idx="82">
                  <c:v>664.59</c:v>
                </c:pt>
                <c:pt idx="83">
                  <c:v>663.5</c:v>
                </c:pt>
                <c:pt idx="84">
                  <c:v>662.42</c:v>
                </c:pt>
                <c:pt idx="85">
                  <c:v>661.33</c:v>
                </c:pt>
                <c:pt idx="86">
                  <c:v>660.24</c:v>
                </c:pt>
                <c:pt idx="87">
                  <c:v>659.15</c:v>
                </c:pt>
                <c:pt idx="88">
                  <c:v>658.06</c:v>
                </c:pt>
                <c:pt idx="89">
                  <c:v>656.97</c:v>
                </c:pt>
                <c:pt idx="90">
                  <c:v>655.87</c:v>
                </c:pt>
                <c:pt idx="91">
                  <c:v>654.78</c:v>
                </c:pt>
                <c:pt idx="92">
                  <c:v>653.69000000000005</c:v>
                </c:pt>
                <c:pt idx="93">
                  <c:v>652.59</c:v>
                </c:pt>
                <c:pt idx="94">
                  <c:v>651.49</c:v>
                </c:pt>
                <c:pt idx="95">
                  <c:v>650.39</c:v>
                </c:pt>
                <c:pt idx="96">
                  <c:v>649.29</c:v>
                </c:pt>
                <c:pt idx="97">
                  <c:v>648.19000000000005</c:v>
                </c:pt>
                <c:pt idx="98">
                  <c:v>647.09</c:v>
                </c:pt>
                <c:pt idx="99">
                  <c:v>645.99</c:v>
                </c:pt>
                <c:pt idx="100">
                  <c:v>644.88</c:v>
                </c:pt>
                <c:pt idx="101">
                  <c:v>643.78</c:v>
                </c:pt>
                <c:pt idx="102">
                  <c:v>642.66999999999996</c:v>
                </c:pt>
                <c:pt idx="103">
                  <c:v>641.57000000000005</c:v>
                </c:pt>
                <c:pt idx="104">
                  <c:v>640.46</c:v>
                </c:pt>
                <c:pt idx="105">
                  <c:v>639.35</c:v>
                </c:pt>
                <c:pt idx="106">
                  <c:v>638.24</c:v>
                </c:pt>
                <c:pt idx="107">
                  <c:v>637.13</c:v>
                </c:pt>
                <c:pt idx="108">
                  <c:v>636.01</c:v>
                </c:pt>
                <c:pt idx="109">
                  <c:v>634.9</c:v>
                </c:pt>
                <c:pt idx="110">
                  <c:v>633.78</c:v>
                </c:pt>
                <c:pt idx="111">
                  <c:v>632.66999999999996</c:v>
                </c:pt>
                <c:pt idx="112">
                  <c:v>631.54999999999995</c:v>
                </c:pt>
                <c:pt idx="113">
                  <c:v>630.42999999999995</c:v>
                </c:pt>
                <c:pt idx="114">
                  <c:v>629.30999999999995</c:v>
                </c:pt>
                <c:pt idx="115">
                  <c:v>628.19000000000005</c:v>
                </c:pt>
                <c:pt idx="116">
                  <c:v>627.07000000000005</c:v>
                </c:pt>
                <c:pt idx="117">
                  <c:v>625.95000000000005</c:v>
                </c:pt>
                <c:pt idx="118">
                  <c:v>624.82000000000005</c:v>
                </c:pt>
                <c:pt idx="119">
                  <c:v>623.70000000000005</c:v>
                </c:pt>
                <c:pt idx="120">
                  <c:v>622.57000000000005</c:v>
                </c:pt>
                <c:pt idx="121">
                  <c:v>621.44000000000005</c:v>
                </c:pt>
                <c:pt idx="122">
                  <c:v>620.30999999999995</c:v>
                </c:pt>
                <c:pt idx="123">
                  <c:v>619.19000000000005</c:v>
                </c:pt>
                <c:pt idx="124">
                  <c:v>618.04999999999995</c:v>
                </c:pt>
                <c:pt idx="125">
                  <c:v>616.91999999999996</c:v>
                </c:pt>
                <c:pt idx="126">
                  <c:v>615.79</c:v>
                </c:pt>
                <c:pt idx="127">
                  <c:v>614.66</c:v>
                </c:pt>
                <c:pt idx="128">
                  <c:v>613.52</c:v>
                </c:pt>
                <c:pt idx="129">
                  <c:v>612.38</c:v>
                </c:pt>
                <c:pt idx="130">
                  <c:v>611.25</c:v>
                </c:pt>
                <c:pt idx="131">
                  <c:v>610.11</c:v>
                </c:pt>
                <c:pt idx="132">
                  <c:v>608.97</c:v>
                </c:pt>
                <c:pt idx="133">
                  <c:v>607.83000000000004</c:v>
                </c:pt>
                <c:pt idx="134">
                  <c:v>606.67999999999995</c:v>
                </c:pt>
                <c:pt idx="135">
                  <c:v>605.54</c:v>
                </c:pt>
                <c:pt idx="136">
                  <c:v>604.4</c:v>
                </c:pt>
                <c:pt idx="137">
                  <c:v>603.25</c:v>
                </c:pt>
                <c:pt idx="138">
                  <c:v>602.1</c:v>
                </c:pt>
                <c:pt idx="139">
                  <c:v>600.96</c:v>
                </c:pt>
                <c:pt idx="140">
                  <c:v>599.80999999999995</c:v>
                </c:pt>
                <c:pt idx="141">
                  <c:v>598.66</c:v>
                </c:pt>
                <c:pt idx="142">
                  <c:v>597.51</c:v>
                </c:pt>
                <c:pt idx="143">
                  <c:v>596.35</c:v>
                </c:pt>
                <c:pt idx="144">
                  <c:v>595.20000000000005</c:v>
                </c:pt>
                <c:pt idx="145">
                  <c:v>594.04</c:v>
                </c:pt>
                <c:pt idx="146">
                  <c:v>592.89</c:v>
                </c:pt>
                <c:pt idx="147">
                  <c:v>591.73</c:v>
                </c:pt>
                <c:pt idx="148">
                  <c:v>590.57000000000005</c:v>
                </c:pt>
                <c:pt idx="149">
                  <c:v>589.41</c:v>
                </c:pt>
                <c:pt idx="150">
                  <c:v>588.25</c:v>
                </c:pt>
                <c:pt idx="151">
                  <c:v>587.09</c:v>
                </c:pt>
                <c:pt idx="152">
                  <c:v>585.92999999999995</c:v>
                </c:pt>
                <c:pt idx="153">
                  <c:v>584.76</c:v>
                </c:pt>
                <c:pt idx="154">
                  <c:v>583.6</c:v>
                </c:pt>
                <c:pt idx="155">
                  <c:v>582.42999999999995</c:v>
                </c:pt>
                <c:pt idx="156">
                  <c:v>581.26</c:v>
                </c:pt>
                <c:pt idx="157">
                  <c:v>580.1</c:v>
                </c:pt>
                <c:pt idx="158">
                  <c:v>578.92999999999995</c:v>
                </c:pt>
                <c:pt idx="159">
                  <c:v>577.76</c:v>
                </c:pt>
                <c:pt idx="160">
                  <c:v>576.58000000000004</c:v>
                </c:pt>
                <c:pt idx="161">
                  <c:v>575.41</c:v>
                </c:pt>
                <c:pt idx="162">
                  <c:v>574.23</c:v>
                </c:pt>
                <c:pt idx="163">
                  <c:v>573.05999999999995</c:v>
                </c:pt>
                <c:pt idx="164">
                  <c:v>571.88</c:v>
                </c:pt>
                <c:pt idx="165">
                  <c:v>570.70000000000005</c:v>
                </c:pt>
                <c:pt idx="166">
                  <c:v>569.52</c:v>
                </c:pt>
                <c:pt idx="167">
                  <c:v>568.34</c:v>
                </c:pt>
                <c:pt idx="168">
                  <c:v>567.16</c:v>
                </c:pt>
                <c:pt idx="169">
                  <c:v>565.98</c:v>
                </c:pt>
                <c:pt idx="170">
                  <c:v>564.79999999999995</c:v>
                </c:pt>
                <c:pt idx="171">
                  <c:v>563.61</c:v>
                </c:pt>
                <c:pt idx="172">
                  <c:v>562.41999999999996</c:v>
                </c:pt>
                <c:pt idx="173">
                  <c:v>561.24</c:v>
                </c:pt>
                <c:pt idx="174">
                  <c:v>560.04999999999995</c:v>
                </c:pt>
                <c:pt idx="175">
                  <c:v>558.86</c:v>
                </c:pt>
                <c:pt idx="176">
                  <c:v>557.66999999999996</c:v>
                </c:pt>
                <c:pt idx="177">
                  <c:v>556.47</c:v>
                </c:pt>
                <c:pt idx="178">
                  <c:v>555.28</c:v>
                </c:pt>
                <c:pt idx="179">
                  <c:v>554.09</c:v>
                </c:pt>
                <c:pt idx="180">
                  <c:v>552.89</c:v>
                </c:pt>
                <c:pt idx="181">
                  <c:v>551.69000000000005</c:v>
                </c:pt>
                <c:pt idx="182">
                  <c:v>550.49</c:v>
                </c:pt>
                <c:pt idx="183">
                  <c:v>549.29999999999995</c:v>
                </c:pt>
                <c:pt idx="184">
                  <c:v>548.09</c:v>
                </c:pt>
                <c:pt idx="185">
                  <c:v>546.89</c:v>
                </c:pt>
                <c:pt idx="186">
                  <c:v>545.69000000000005</c:v>
                </c:pt>
                <c:pt idx="187">
                  <c:v>544.49</c:v>
                </c:pt>
                <c:pt idx="188">
                  <c:v>543.28</c:v>
                </c:pt>
                <c:pt idx="189">
                  <c:v>542.07000000000005</c:v>
                </c:pt>
                <c:pt idx="190">
                  <c:v>540.87</c:v>
                </c:pt>
                <c:pt idx="191">
                  <c:v>539.66</c:v>
                </c:pt>
                <c:pt idx="192">
                  <c:v>538.45000000000005</c:v>
                </c:pt>
                <c:pt idx="193">
                  <c:v>537.23</c:v>
                </c:pt>
                <c:pt idx="194">
                  <c:v>536.02</c:v>
                </c:pt>
                <c:pt idx="195">
                  <c:v>534.80999999999995</c:v>
                </c:pt>
                <c:pt idx="196">
                  <c:v>533.59</c:v>
                </c:pt>
                <c:pt idx="197">
                  <c:v>532.38</c:v>
                </c:pt>
                <c:pt idx="198">
                  <c:v>531.16</c:v>
                </c:pt>
                <c:pt idx="199">
                  <c:v>529.94000000000005</c:v>
                </c:pt>
                <c:pt idx="200">
                  <c:v>528.72</c:v>
                </c:pt>
                <c:pt idx="201">
                  <c:v>527.5</c:v>
                </c:pt>
                <c:pt idx="202">
                  <c:v>526.28</c:v>
                </c:pt>
                <c:pt idx="203">
                  <c:v>525.04999999999995</c:v>
                </c:pt>
                <c:pt idx="204">
                  <c:v>523.83000000000004</c:v>
                </c:pt>
                <c:pt idx="205">
                  <c:v>522.6</c:v>
                </c:pt>
                <c:pt idx="206">
                  <c:v>521.37</c:v>
                </c:pt>
                <c:pt idx="207">
                  <c:v>520.14</c:v>
                </c:pt>
                <c:pt idx="208">
                  <c:v>518.91</c:v>
                </c:pt>
                <c:pt idx="209">
                  <c:v>517.67999999999995</c:v>
                </c:pt>
                <c:pt idx="210">
                  <c:v>516.45000000000005</c:v>
                </c:pt>
                <c:pt idx="211">
                  <c:v>515.22</c:v>
                </c:pt>
                <c:pt idx="212">
                  <c:v>513.98</c:v>
                </c:pt>
                <c:pt idx="213">
                  <c:v>512.75</c:v>
                </c:pt>
                <c:pt idx="214">
                  <c:v>511.51</c:v>
                </c:pt>
                <c:pt idx="215">
                  <c:v>510.27</c:v>
                </c:pt>
                <c:pt idx="216">
                  <c:v>509.03</c:v>
                </c:pt>
                <c:pt idx="217">
                  <c:v>507.79</c:v>
                </c:pt>
                <c:pt idx="218">
                  <c:v>506.55</c:v>
                </c:pt>
                <c:pt idx="219">
                  <c:v>505.3</c:v>
                </c:pt>
                <c:pt idx="220">
                  <c:v>504.06</c:v>
                </c:pt>
                <c:pt idx="221">
                  <c:v>502.81</c:v>
                </c:pt>
                <c:pt idx="222">
                  <c:v>501.57</c:v>
                </c:pt>
                <c:pt idx="223">
                  <c:v>500.32</c:v>
                </c:pt>
                <c:pt idx="224">
                  <c:v>499.07</c:v>
                </c:pt>
                <c:pt idx="225">
                  <c:v>497.82</c:v>
                </c:pt>
                <c:pt idx="226">
                  <c:v>496.57</c:v>
                </c:pt>
                <c:pt idx="227">
                  <c:v>495.31</c:v>
                </c:pt>
                <c:pt idx="228">
                  <c:v>494.06</c:v>
                </c:pt>
                <c:pt idx="229">
                  <c:v>492.8</c:v>
                </c:pt>
                <c:pt idx="230">
                  <c:v>491.54</c:v>
                </c:pt>
                <c:pt idx="231">
                  <c:v>490.29</c:v>
                </c:pt>
                <c:pt idx="232">
                  <c:v>489.03</c:v>
                </c:pt>
                <c:pt idx="233">
                  <c:v>487.77</c:v>
                </c:pt>
                <c:pt idx="234">
                  <c:v>486.5</c:v>
                </c:pt>
                <c:pt idx="235">
                  <c:v>485.24</c:v>
                </c:pt>
                <c:pt idx="236">
                  <c:v>483.98</c:v>
                </c:pt>
                <c:pt idx="237">
                  <c:v>482.71</c:v>
                </c:pt>
                <c:pt idx="238">
                  <c:v>481.44</c:v>
                </c:pt>
                <c:pt idx="239">
                  <c:v>480.17</c:v>
                </c:pt>
                <c:pt idx="240">
                  <c:v>478.9</c:v>
                </c:pt>
                <c:pt idx="241">
                  <c:v>477.63</c:v>
                </c:pt>
                <c:pt idx="242">
                  <c:v>476.36</c:v>
                </c:pt>
                <c:pt idx="243">
                  <c:v>475.09</c:v>
                </c:pt>
                <c:pt idx="244">
                  <c:v>473.81</c:v>
                </c:pt>
                <c:pt idx="245">
                  <c:v>472.54</c:v>
                </c:pt>
                <c:pt idx="246">
                  <c:v>471.26</c:v>
                </c:pt>
                <c:pt idx="247">
                  <c:v>469.98</c:v>
                </c:pt>
                <c:pt idx="248">
                  <c:v>468.7</c:v>
                </c:pt>
                <c:pt idx="249">
                  <c:v>467.42</c:v>
                </c:pt>
                <c:pt idx="250">
                  <c:v>466.14</c:v>
                </c:pt>
                <c:pt idx="251">
                  <c:v>464.85</c:v>
                </c:pt>
                <c:pt idx="252">
                  <c:v>463.57</c:v>
                </c:pt>
                <c:pt idx="253">
                  <c:v>462.28</c:v>
                </c:pt>
                <c:pt idx="254">
                  <c:v>460.99</c:v>
                </c:pt>
                <c:pt idx="255">
                  <c:v>459.7</c:v>
                </c:pt>
                <c:pt idx="256">
                  <c:v>458.41</c:v>
                </c:pt>
                <c:pt idx="257">
                  <c:v>457.12</c:v>
                </c:pt>
                <c:pt idx="258">
                  <c:v>455.83</c:v>
                </c:pt>
                <c:pt idx="259">
                  <c:v>454.53</c:v>
                </c:pt>
                <c:pt idx="260">
                  <c:v>453.24</c:v>
                </c:pt>
                <c:pt idx="261">
                  <c:v>451.94</c:v>
                </c:pt>
                <c:pt idx="262">
                  <c:v>450.64</c:v>
                </c:pt>
                <c:pt idx="263">
                  <c:v>449.34</c:v>
                </c:pt>
                <c:pt idx="264">
                  <c:v>448.04</c:v>
                </c:pt>
                <c:pt idx="265">
                  <c:v>446.74</c:v>
                </c:pt>
                <c:pt idx="266">
                  <c:v>445.44</c:v>
                </c:pt>
                <c:pt idx="267">
                  <c:v>444.13</c:v>
                </c:pt>
                <c:pt idx="268">
                  <c:v>442.83</c:v>
                </c:pt>
                <c:pt idx="269">
                  <c:v>441.52</c:v>
                </c:pt>
                <c:pt idx="270">
                  <c:v>440.21</c:v>
                </c:pt>
                <c:pt idx="271">
                  <c:v>438.9</c:v>
                </c:pt>
                <c:pt idx="272">
                  <c:v>437.59</c:v>
                </c:pt>
                <c:pt idx="273">
                  <c:v>436.28</c:v>
                </c:pt>
                <c:pt idx="274">
                  <c:v>434.97</c:v>
                </c:pt>
                <c:pt idx="275">
                  <c:v>433.65</c:v>
                </c:pt>
                <c:pt idx="276">
                  <c:v>432.33</c:v>
                </c:pt>
                <c:pt idx="277">
                  <c:v>431.02</c:v>
                </c:pt>
                <c:pt idx="278">
                  <c:v>429.7</c:v>
                </c:pt>
                <c:pt idx="279">
                  <c:v>428.38</c:v>
                </c:pt>
                <c:pt idx="280">
                  <c:v>427.06</c:v>
                </c:pt>
                <c:pt idx="281">
                  <c:v>425.73</c:v>
                </c:pt>
                <c:pt idx="282">
                  <c:v>424.41</c:v>
                </c:pt>
                <c:pt idx="283">
                  <c:v>423.08</c:v>
                </c:pt>
                <c:pt idx="284">
                  <c:v>421.76</c:v>
                </c:pt>
                <c:pt idx="285">
                  <c:v>420.43</c:v>
                </c:pt>
                <c:pt idx="286">
                  <c:v>419.1</c:v>
                </c:pt>
                <c:pt idx="287">
                  <c:v>417.77</c:v>
                </c:pt>
                <c:pt idx="288">
                  <c:v>416.43</c:v>
                </c:pt>
                <c:pt idx="289">
                  <c:v>415.1</c:v>
                </c:pt>
                <c:pt idx="290">
                  <c:v>413.77</c:v>
                </c:pt>
                <c:pt idx="291">
                  <c:v>412.43</c:v>
                </c:pt>
                <c:pt idx="292">
                  <c:v>411.09</c:v>
                </c:pt>
                <c:pt idx="293">
                  <c:v>409.75</c:v>
                </c:pt>
                <c:pt idx="294">
                  <c:v>408.41</c:v>
                </c:pt>
                <c:pt idx="295">
                  <c:v>407.07</c:v>
                </c:pt>
                <c:pt idx="296">
                  <c:v>405.73</c:v>
                </c:pt>
                <c:pt idx="297">
                  <c:v>404.38</c:v>
                </c:pt>
                <c:pt idx="298">
                  <c:v>403.04</c:v>
                </c:pt>
                <c:pt idx="299">
                  <c:v>401.69</c:v>
                </c:pt>
                <c:pt idx="300">
                  <c:v>400.34</c:v>
                </c:pt>
                <c:pt idx="301">
                  <c:v>398.99</c:v>
                </c:pt>
                <c:pt idx="302">
                  <c:v>397.64</c:v>
                </c:pt>
                <c:pt idx="303">
                  <c:v>396.29</c:v>
                </c:pt>
                <c:pt idx="304">
                  <c:v>394.94</c:v>
                </c:pt>
                <c:pt idx="305">
                  <c:v>393.58</c:v>
                </c:pt>
                <c:pt idx="306">
                  <c:v>392.23</c:v>
                </c:pt>
                <c:pt idx="307">
                  <c:v>390.87</c:v>
                </c:pt>
                <c:pt idx="308">
                  <c:v>389.51</c:v>
                </c:pt>
                <c:pt idx="309">
                  <c:v>388.15</c:v>
                </c:pt>
                <c:pt idx="310">
                  <c:v>386.79</c:v>
                </c:pt>
                <c:pt idx="311">
                  <c:v>385.42</c:v>
                </c:pt>
                <c:pt idx="312">
                  <c:v>384.06</c:v>
                </c:pt>
                <c:pt idx="313">
                  <c:v>382.69</c:v>
                </c:pt>
                <c:pt idx="314">
                  <c:v>381.33</c:v>
                </c:pt>
                <c:pt idx="315">
                  <c:v>379.96</c:v>
                </c:pt>
                <c:pt idx="316">
                  <c:v>378.59</c:v>
                </c:pt>
                <c:pt idx="317">
                  <c:v>377.21</c:v>
                </c:pt>
                <c:pt idx="318">
                  <c:v>375.84</c:v>
                </c:pt>
                <c:pt idx="319">
                  <c:v>375</c:v>
                </c:pt>
                <c:pt idx="320">
                  <c:v>372.16</c:v>
                </c:pt>
                <c:pt idx="321">
                  <c:v>368.79</c:v>
                </c:pt>
                <c:pt idx="322">
                  <c:v>365.43</c:v>
                </c:pt>
                <c:pt idx="323">
                  <c:v>362.06</c:v>
                </c:pt>
                <c:pt idx="324">
                  <c:v>358.71</c:v>
                </c:pt>
                <c:pt idx="325">
                  <c:v>355.35</c:v>
                </c:pt>
                <c:pt idx="326">
                  <c:v>352</c:v>
                </c:pt>
                <c:pt idx="327">
                  <c:v>348.65</c:v>
                </c:pt>
                <c:pt idx="328">
                  <c:v>345.3</c:v>
                </c:pt>
                <c:pt idx="329">
                  <c:v>341.96</c:v>
                </c:pt>
                <c:pt idx="330">
                  <c:v>338.62</c:v>
                </c:pt>
                <c:pt idx="331">
                  <c:v>335.29</c:v>
                </c:pt>
                <c:pt idx="332">
                  <c:v>331.96</c:v>
                </c:pt>
                <c:pt idx="333">
                  <c:v>328.63</c:v>
                </c:pt>
                <c:pt idx="334">
                  <c:v>325.3</c:v>
                </c:pt>
                <c:pt idx="335">
                  <c:v>321.98</c:v>
                </c:pt>
                <c:pt idx="336">
                  <c:v>318.66000000000003</c:v>
                </c:pt>
                <c:pt idx="337">
                  <c:v>315.35000000000002</c:v>
                </c:pt>
                <c:pt idx="338">
                  <c:v>312.04000000000002</c:v>
                </c:pt>
                <c:pt idx="339">
                  <c:v>308.73</c:v>
                </c:pt>
                <c:pt idx="340">
                  <c:v>305.42</c:v>
                </c:pt>
                <c:pt idx="341">
                  <c:v>302.12</c:v>
                </c:pt>
                <c:pt idx="342">
                  <c:v>298.82</c:v>
                </c:pt>
                <c:pt idx="343">
                  <c:v>295.52</c:v>
                </c:pt>
                <c:pt idx="344">
                  <c:v>292.23</c:v>
                </c:pt>
                <c:pt idx="345">
                  <c:v>288.94</c:v>
                </c:pt>
                <c:pt idx="346">
                  <c:v>285.66000000000003</c:v>
                </c:pt>
                <c:pt idx="347">
                  <c:v>282.38</c:v>
                </c:pt>
                <c:pt idx="348">
                  <c:v>279.10000000000002</c:v>
                </c:pt>
                <c:pt idx="349">
                  <c:v>275.82</c:v>
                </c:pt>
                <c:pt idx="350">
                  <c:v>272.55</c:v>
                </c:pt>
                <c:pt idx="351">
                  <c:v>269.27999999999997</c:v>
                </c:pt>
                <c:pt idx="352">
                  <c:v>266.01</c:v>
                </c:pt>
                <c:pt idx="353">
                  <c:v>262.75</c:v>
                </c:pt>
                <c:pt idx="354">
                  <c:v>259.49</c:v>
                </c:pt>
                <c:pt idx="355">
                  <c:v>256.23</c:v>
                </c:pt>
                <c:pt idx="356">
                  <c:v>252.98</c:v>
                </c:pt>
                <c:pt idx="357">
                  <c:v>249.73</c:v>
                </c:pt>
                <c:pt idx="358">
                  <c:v>246.48</c:v>
                </c:pt>
                <c:pt idx="359">
                  <c:v>243.24</c:v>
                </c:pt>
                <c:pt idx="360">
                  <c:v>240</c:v>
                </c:pt>
                <c:pt idx="361">
                  <c:v>236.76</c:v>
                </c:pt>
                <c:pt idx="362">
                  <c:v>233.53</c:v>
                </c:pt>
                <c:pt idx="363">
                  <c:v>230.3</c:v>
                </c:pt>
                <c:pt idx="364">
                  <c:v>227.07</c:v>
                </c:pt>
                <c:pt idx="365">
                  <c:v>223.85</c:v>
                </c:pt>
                <c:pt idx="366">
                  <c:v>220.63</c:v>
                </c:pt>
                <c:pt idx="367">
                  <c:v>217.41</c:v>
                </c:pt>
                <c:pt idx="368">
                  <c:v>214.2</c:v>
                </c:pt>
                <c:pt idx="369">
                  <c:v>210.99</c:v>
                </c:pt>
                <c:pt idx="370">
                  <c:v>207.78</c:v>
                </c:pt>
                <c:pt idx="371">
                  <c:v>204.57</c:v>
                </c:pt>
                <c:pt idx="372">
                  <c:v>201.37</c:v>
                </c:pt>
                <c:pt idx="373">
                  <c:v>198.17</c:v>
                </c:pt>
                <c:pt idx="374">
                  <c:v>194.98</c:v>
                </c:pt>
                <c:pt idx="375">
                  <c:v>191.79</c:v>
                </c:pt>
                <c:pt idx="376">
                  <c:v>188.6</c:v>
                </c:pt>
                <c:pt idx="377">
                  <c:v>185.41</c:v>
                </c:pt>
                <c:pt idx="378">
                  <c:v>182.23</c:v>
                </c:pt>
                <c:pt idx="379">
                  <c:v>179.05</c:v>
                </c:pt>
                <c:pt idx="380">
                  <c:v>175.88</c:v>
                </c:pt>
                <c:pt idx="381">
                  <c:v>172.7</c:v>
                </c:pt>
                <c:pt idx="382">
                  <c:v>169.53</c:v>
                </c:pt>
                <c:pt idx="383">
                  <c:v>166.37</c:v>
                </c:pt>
                <c:pt idx="384">
                  <c:v>163.21</c:v>
                </c:pt>
                <c:pt idx="385">
                  <c:v>160.05000000000001</c:v>
                </c:pt>
                <c:pt idx="386">
                  <c:v>156.88999999999999</c:v>
                </c:pt>
                <c:pt idx="387">
                  <c:v>153.72999999999999</c:v>
                </c:pt>
                <c:pt idx="388">
                  <c:v>150.58000000000001</c:v>
                </c:pt>
                <c:pt idx="389">
                  <c:v>147.44</c:v>
                </c:pt>
                <c:pt idx="390">
                  <c:v>144.29</c:v>
                </c:pt>
                <c:pt idx="391">
                  <c:v>141.15</c:v>
                </c:pt>
                <c:pt idx="392">
                  <c:v>138.01</c:v>
                </c:pt>
                <c:pt idx="393">
                  <c:v>134.88</c:v>
                </c:pt>
                <c:pt idx="394">
                  <c:v>131.75</c:v>
                </c:pt>
                <c:pt idx="395">
                  <c:v>128.62</c:v>
                </c:pt>
                <c:pt idx="396">
                  <c:v>125.49</c:v>
                </c:pt>
                <c:pt idx="397">
                  <c:v>122.37</c:v>
                </c:pt>
                <c:pt idx="398">
                  <c:v>119.25</c:v>
                </c:pt>
                <c:pt idx="399">
                  <c:v>116.13</c:v>
                </c:pt>
                <c:pt idx="400">
                  <c:v>113.02</c:v>
                </c:pt>
                <c:pt idx="401">
                  <c:v>109.91</c:v>
                </c:pt>
                <c:pt idx="402">
                  <c:v>106.8</c:v>
                </c:pt>
                <c:pt idx="403">
                  <c:v>103.7</c:v>
                </c:pt>
                <c:pt idx="404">
                  <c:v>100.6</c:v>
                </c:pt>
                <c:pt idx="405">
                  <c:v>97.5</c:v>
                </c:pt>
                <c:pt idx="406">
                  <c:v>94.41</c:v>
                </c:pt>
                <c:pt idx="407">
                  <c:v>91.32</c:v>
                </c:pt>
                <c:pt idx="408">
                  <c:v>88.23</c:v>
                </c:pt>
                <c:pt idx="409">
                  <c:v>85.14</c:v>
                </c:pt>
                <c:pt idx="410">
                  <c:v>82.06</c:v>
                </c:pt>
                <c:pt idx="411">
                  <c:v>78.98</c:v>
                </c:pt>
                <c:pt idx="412">
                  <c:v>75.91</c:v>
                </c:pt>
                <c:pt idx="413">
                  <c:v>72.83</c:v>
                </c:pt>
                <c:pt idx="414">
                  <c:v>69.760000000000005</c:v>
                </c:pt>
                <c:pt idx="415">
                  <c:v>66.7</c:v>
                </c:pt>
                <c:pt idx="416">
                  <c:v>63.63</c:v>
                </c:pt>
                <c:pt idx="417">
                  <c:v>60.57</c:v>
                </c:pt>
                <c:pt idx="418">
                  <c:v>57.52</c:v>
                </c:pt>
                <c:pt idx="419">
                  <c:v>54.46</c:v>
                </c:pt>
                <c:pt idx="420">
                  <c:v>51.41</c:v>
                </c:pt>
                <c:pt idx="421">
                  <c:v>48.36</c:v>
                </c:pt>
                <c:pt idx="422">
                  <c:v>45.32</c:v>
                </c:pt>
                <c:pt idx="423">
                  <c:v>42.27</c:v>
                </c:pt>
                <c:pt idx="424">
                  <c:v>39.229999999999997</c:v>
                </c:pt>
                <c:pt idx="425">
                  <c:v>36.200000000000003</c:v>
                </c:pt>
                <c:pt idx="426">
                  <c:v>33.17</c:v>
                </c:pt>
                <c:pt idx="427">
                  <c:v>30.14</c:v>
                </c:pt>
                <c:pt idx="428">
                  <c:v>27.11</c:v>
                </c:pt>
                <c:pt idx="429">
                  <c:v>24.08</c:v>
                </c:pt>
                <c:pt idx="430">
                  <c:v>21.06</c:v>
                </c:pt>
                <c:pt idx="431">
                  <c:v>18.05</c:v>
                </c:pt>
                <c:pt idx="432">
                  <c:v>15.03</c:v>
                </c:pt>
                <c:pt idx="433">
                  <c:v>12.02</c:v>
                </c:pt>
                <c:pt idx="434">
                  <c:v>9.01</c:v>
                </c:pt>
                <c:pt idx="435">
                  <c:v>6</c:v>
                </c:pt>
                <c:pt idx="436">
                  <c:v>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971-451C-8CCA-2C44C275CF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3608624"/>
        <c:axId val="1723586544"/>
      </c:scatterChart>
      <c:scatterChart>
        <c:scatterStyle val="lineMarker"/>
        <c:varyColors val="0"/>
        <c:ser>
          <c:idx val="4"/>
          <c:order val="2"/>
          <c:tx>
            <c:v>Numerical Solution Day 5</c:v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BM_STUDY_PHREEQCRM_MU_DECAY!$G$1751:$G$2187</c:f>
              <c:numCache>
                <c:formatCode>General</c:formatCode>
                <c:ptCount val="437"/>
                <c:pt idx="0">
                  <c:v>0.99973000000000001</c:v>
                </c:pt>
                <c:pt idx="1">
                  <c:v>0.99880999999999998</c:v>
                </c:pt>
                <c:pt idx="2">
                  <c:v>0.99789000000000005</c:v>
                </c:pt>
                <c:pt idx="3">
                  <c:v>0.99695999999999996</c:v>
                </c:pt>
                <c:pt idx="4">
                  <c:v>0.99604000000000004</c:v>
                </c:pt>
                <c:pt idx="5">
                  <c:v>0.99512999999999996</c:v>
                </c:pt>
                <c:pt idx="6">
                  <c:v>0.99421999999999999</c:v>
                </c:pt>
                <c:pt idx="7">
                  <c:v>0.99331999999999998</c:v>
                </c:pt>
                <c:pt idx="8">
                  <c:v>0.99241999999999997</c:v>
                </c:pt>
                <c:pt idx="9">
                  <c:v>0.99151</c:v>
                </c:pt>
                <c:pt idx="10">
                  <c:v>0.99060999999999999</c:v>
                </c:pt>
                <c:pt idx="11">
                  <c:v>0.98970999999999998</c:v>
                </c:pt>
                <c:pt idx="12">
                  <c:v>0.98880999999999997</c:v>
                </c:pt>
                <c:pt idx="13">
                  <c:v>0.98790999999999995</c:v>
                </c:pt>
                <c:pt idx="14">
                  <c:v>0.98701000000000005</c:v>
                </c:pt>
                <c:pt idx="15">
                  <c:v>0.98609999999999998</c:v>
                </c:pt>
                <c:pt idx="16">
                  <c:v>0.98519999999999996</c:v>
                </c:pt>
                <c:pt idx="17">
                  <c:v>0.98429</c:v>
                </c:pt>
                <c:pt idx="18">
                  <c:v>0.98340000000000005</c:v>
                </c:pt>
                <c:pt idx="19">
                  <c:v>0.98248999999999997</c:v>
                </c:pt>
                <c:pt idx="20">
                  <c:v>0.98158999999999996</c:v>
                </c:pt>
                <c:pt idx="21">
                  <c:v>0.98068999999999995</c:v>
                </c:pt>
                <c:pt idx="22">
                  <c:v>0.97977999999999998</c:v>
                </c:pt>
                <c:pt idx="23">
                  <c:v>0.97887999999999997</c:v>
                </c:pt>
                <c:pt idx="24">
                  <c:v>0.97797000000000001</c:v>
                </c:pt>
                <c:pt idx="25">
                  <c:v>0.97706999999999999</c:v>
                </c:pt>
                <c:pt idx="26">
                  <c:v>0.97616000000000003</c:v>
                </c:pt>
                <c:pt idx="27">
                  <c:v>0.97526999999999997</c:v>
                </c:pt>
                <c:pt idx="28">
                  <c:v>0.97436</c:v>
                </c:pt>
                <c:pt idx="29">
                  <c:v>0.97345999999999999</c:v>
                </c:pt>
                <c:pt idx="30">
                  <c:v>0.97255000000000003</c:v>
                </c:pt>
                <c:pt idx="31">
                  <c:v>0.97165000000000001</c:v>
                </c:pt>
                <c:pt idx="32">
                  <c:v>0.97074000000000005</c:v>
                </c:pt>
                <c:pt idx="33">
                  <c:v>0.96984000000000004</c:v>
                </c:pt>
                <c:pt idx="34">
                  <c:v>0.96892999999999996</c:v>
                </c:pt>
                <c:pt idx="35">
                  <c:v>0.96802999999999995</c:v>
                </c:pt>
                <c:pt idx="36">
                  <c:v>0.96711999999999998</c:v>
                </c:pt>
                <c:pt idx="37">
                  <c:v>0.96623000000000003</c:v>
                </c:pt>
                <c:pt idx="38">
                  <c:v>0.96531999999999996</c:v>
                </c:pt>
                <c:pt idx="39">
                  <c:v>0.96440999999999999</c:v>
                </c:pt>
                <c:pt idx="40">
                  <c:v>0.96350999999999998</c:v>
                </c:pt>
                <c:pt idx="41">
                  <c:v>0.96260000000000001</c:v>
                </c:pt>
                <c:pt idx="42">
                  <c:v>0.9617</c:v>
                </c:pt>
                <c:pt idx="43">
                  <c:v>0.96079000000000003</c:v>
                </c:pt>
                <c:pt idx="44">
                  <c:v>0.95989000000000002</c:v>
                </c:pt>
                <c:pt idx="45">
                  <c:v>0.95899000000000001</c:v>
                </c:pt>
                <c:pt idx="46">
                  <c:v>0.95808000000000004</c:v>
                </c:pt>
                <c:pt idx="47">
                  <c:v>0.95716999999999997</c:v>
                </c:pt>
                <c:pt idx="48">
                  <c:v>0.95626999999999995</c:v>
                </c:pt>
                <c:pt idx="49">
                  <c:v>0.95537000000000005</c:v>
                </c:pt>
                <c:pt idx="50">
                  <c:v>0.95445999999999998</c:v>
                </c:pt>
                <c:pt idx="51">
                  <c:v>0.95355000000000001</c:v>
                </c:pt>
                <c:pt idx="52">
                  <c:v>0.95265</c:v>
                </c:pt>
                <c:pt idx="53">
                  <c:v>0.95174000000000003</c:v>
                </c:pt>
                <c:pt idx="54">
                  <c:v>0.95082999999999995</c:v>
                </c:pt>
                <c:pt idx="55">
                  <c:v>0.94993000000000005</c:v>
                </c:pt>
                <c:pt idx="56">
                  <c:v>0.94901999999999997</c:v>
                </c:pt>
                <c:pt idx="57">
                  <c:v>0.94811999999999996</c:v>
                </c:pt>
                <c:pt idx="58">
                  <c:v>0.94721999999999995</c:v>
                </c:pt>
                <c:pt idx="59">
                  <c:v>0.94630999999999998</c:v>
                </c:pt>
                <c:pt idx="60">
                  <c:v>0.94540000000000002</c:v>
                </c:pt>
                <c:pt idx="61">
                  <c:v>0.94449000000000005</c:v>
                </c:pt>
                <c:pt idx="62">
                  <c:v>0.94359000000000004</c:v>
                </c:pt>
                <c:pt idx="63">
                  <c:v>0.94269000000000003</c:v>
                </c:pt>
                <c:pt idx="64">
                  <c:v>0.94177999999999995</c:v>
                </c:pt>
                <c:pt idx="65">
                  <c:v>0.94086999999999998</c:v>
                </c:pt>
                <c:pt idx="66">
                  <c:v>0.93996999999999997</c:v>
                </c:pt>
                <c:pt idx="67">
                  <c:v>0.93906000000000001</c:v>
                </c:pt>
                <c:pt idx="68">
                  <c:v>0.93815000000000004</c:v>
                </c:pt>
                <c:pt idx="69">
                  <c:v>0.93723999999999996</c:v>
                </c:pt>
                <c:pt idx="70">
                  <c:v>0.93633999999999995</c:v>
                </c:pt>
                <c:pt idx="71">
                  <c:v>0.93542999999999998</c:v>
                </c:pt>
                <c:pt idx="72">
                  <c:v>0.93452000000000002</c:v>
                </c:pt>
                <c:pt idx="73">
                  <c:v>0.93362000000000001</c:v>
                </c:pt>
                <c:pt idx="74">
                  <c:v>0.93271000000000004</c:v>
                </c:pt>
                <c:pt idx="75">
                  <c:v>0.93181000000000003</c:v>
                </c:pt>
                <c:pt idx="76">
                  <c:v>0.93089999999999995</c:v>
                </c:pt>
                <c:pt idx="77">
                  <c:v>0.92998999999999998</c:v>
                </c:pt>
                <c:pt idx="78">
                  <c:v>0.92908000000000002</c:v>
                </c:pt>
                <c:pt idx="79">
                  <c:v>0.92818000000000001</c:v>
                </c:pt>
                <c:pt idx="80">
                  <c:v>0.92727000000000004</c:v>
                </c:pt>
                <c:pt idx="81">
                  <c:v>0.92635999999999996</c:v>
                </c:pt>
                <c:pt idx="82">
                  <c:v>0.92544999999999999</c:v>
                </c:pt>
                <c:pt idx="83">
                  <c:v>0.92454000000000003</c:v>
                </c:pt>
                <c:pt idx="84">
                  <c:v>0.92364000000000002</c:v>
                </c:pt>
                <c:pt idx="85">
                  <c:v>0.92273000000000005</c:v>
                </c:pt>
                <c:pt idx="86">
                  <c:v>0.92181999999999997</c:v>
                </c:pt>
                <c:pt idx="87">
                  <c:v>0.92091000000000001</c:v>
                </c:pt>
                <c:pt idx="88">
                  <c:v>0.92000999999999999</c:v>
                </c:pt>
                <c:pt idx="89">
                  <c:v>0.91910000000000003</c:v>
                </c:pt>
                <c:pt idx="90">
                  <c:v>0.91818</c:v>
                </c:pt>
                <c:pt idx="91">
                  <c:v>0.91727999999999998</c:v>
                </c:pt>
                <c:pt idx="92">
                  <c:v>0.91637000000000002</c:v>
                </c:pt>
                <c:pt idx="93">
                  <c:v>0.91546000000000005</c:v>
                </c:pt>
                <c:pt idx="94">
                  <c:v>0.91454999999999997</c:v>
                </c:pt>
                <c:pt idx="95">
                  <c:v>0.91364000000000001</c:v>
                </c:pt>
                <c:pt idx="96">
                  <c:v>0.91273000000000004</c:v>
                </c:pt>
                <c:pt idx="97">
                  <c:v>0.91181999999999996</c:v>
                </c:pt>
                <c:pt idx="98">
                  <c:v>0.91091</c:v>
                </c:pt>
                <c:pt idx="99">
                  <c:v>0.91000999999999999</c:v>
                </c:pt>
                <c:pt idx="100">
                  <c:v>0.90908999999999995</c:v>
                </c:pt>
                <c:pt idx="101">
                  <c:v>0.90819000000000005</c:v>
                </c:pt>
                <c:pt idx="102">
                  <c:v>0.90727000000000002</c:v>
                </c:pt>
                <c:pt idx="103">
                  <c:v>0.90637000000000001</c:v>
                </c:pt>
                <c:pt idx="104">
                  <c:v>0.90546000000000004</c:v>
                </c:pt>
                <c:pt idx="105">
                  <c:v>0.90454999999999997</c:v>
                </c:pt>
                <c:pt idx="106">
                  <c:v>0.90364</c:v>
                </c:pt>
                <c:pt idx="107">
                  <c:v>0.90273000000000003</c:v>
                </c:pt>
                <c:pt idx="108">
                  <c:v>0.90181</c:v>
                </c:pt>
                <c:pt idx="109">
                  <c:v>0.90090000000000003</c:v>
                </c:pt>
                <c:pt idx="110">
                  <c:v>0.89998</c:v>
                </c:pt>
                <c:pt idx="111">
                  <c:v>0.89907999999999999</c:v>
                </c:pt>
                <c:pt idx="112">
                  <c:v>0.89815999999999996</c:v>
                </c:pt>
                <c:pt idx="113">
                  <c:v>0.89724999999999999</c:v>
                </c:pt>
                <c:pt idx="114">
                  <c:v>0.89634000000000003</c:v>
                </c:pt>
                <c:pt idx="115">
                  <c:v>0.89541999999999999</c:v>
                </c:pt>
                <c:pt idx="116">
                  <c:v>0.89451000000000003</c:v>
                </c:pt>
                <c:pt idx="117">
                  <c:v>0.89359999999999995</c:v>
                </c:pt>
                <c:pt idx="118">
                  <c:v>0.89268000000000003</c:v>
                </c:pt>
                <c:pt idx="119">
                  <c:v>0.89176999999999995</c:v>
                </c:pt>
                <c:pt idx="120">
                  <c:v>0.89085999999999999</c:v>
                </c:pt>
                <c:pt idx="121">
                  <c:v>0.88993999999999995</c:v>
                </c:pt>
                <c:pt idx="122">
                  <c:v>0.88902000000000003</c:v>
                </c:pt>
                <c:pt idx="123">
                  <c:v>0.88812000000000002</c:v>
                </c:pt>
                <c:pt idx="124">
                  <c:v>0.88719000000000003</c:v>
                </c:pt>
                <c:pt idx="125">
                  <c:v>0.88627999999999996</c:v>
                </c:pt>
                <c:pt idx="126">
                  <c:v>0.88536999999999999</c:v>
                </c:pt>
                <c:pt idx="127">
                  <c:v>0.88444999999999996</c:v>
                </c:pt>
                <c:pt idx="128">
                  <c:v>0.88353000000000004</c:v>
                </c:pt>
                <c:pt idx="129">
                  <c:v>0.88261000000000001</c:v>
                </c:pt>
                <c:pt idx="130">
                  <c:v>0.88170000000000004</c:v>
                </c:pt>
                <c:pt idx="131">
                  <c:v>0.88078000000000001</c:v>
                </c:pt>
                <c:pt idx="132">
                  <c:v>0.87985999999999998</c:v>
                </c:pt>
                <c:pt idx="133">
                  <c:v>0.87894000000000005</c:v>
                </c:pt>
                <c:pt idx="134">
                  <c:v>0.87802000000000002</c:v>
                </c:pt>
                <c:pt idx="135">
                  <c:v>0.87709999999999999</c:v>
                </c:pt>
                <c:pt idx="136">
                  <c:v>0.87617999999999996</c:v>
                </c:pt>
                <c:pt idx="137">
                  <c:v>0.87526000000000004</c:v>
                </c:pt>
                <c:pt idx="138">
                  <c:v>0.87434000000000001</c:v>
                </c:pt>
                <c:pt idx="139">
                  <c:v>0.87341999999999997</c:v>
                </c:pt>
                <c:pt idx="140">
                  <c:v>0.87250000000000005</c:v>
                </c:pt>
                <c:pt idx="141">
                  <c:v>0.87156999999999996</c:v>
                </c:pt>
                <c:pt idx="142">
                  <c:v>0.87065000000000003</c:v>
                </c:pt>
                <c:pt idx="143">
                  <c:v>0.86972000000000005</c:v>
                </c:pt>
                <c:pt idx="144">
                  <c:v>0.86880000000000002</c:v>
                </c:pt>
                <c:pt idx="145">
                  <c:v>0.86787000000000003</c:v>
                </c:pt>
                <c:pt idx="146">
                  <c:v>0.86694000000000004</c:v>
                </c:pt>
                <c:pt idx="147">
                  <c:v>0.86600999999999995</c:v>
                </c:pt>
                <c:pt idx="148">
                  <c:v>0.86509000000000003</c:v>
                </c:pt>
                <c:pt idx="149">
                  <c:v>0.86416000000000004</c:v>
                </c:pt>
                <c:pt idx="150">
                  <c:v>0.86323000000000005</c:v>
                </c:pt>
                <c:pt idx="151">
                  <c:v>0.86229999999999996</c:v>
                </c:pt>
                <c:pt idx="152">
                  <c:v>0.86136999999999997</c:v>
                </c:pt>
                <c:pt idx="153">
                  <c:v>0.86043000000000003</c:v>
                </c:pt>
                <c:pt idx="154">
                  <c:v>0.85950000000000004</c:v>
                </c:pt>
                <c:pt idx="155">
                  <c:v>0.85855999999999999</c:v>
                </c:pt>
                <c:pt idx="156">
                  <c:v>0.85762000000000005</c:v>
                </c:pt>
                <c:pt idx="157">
                  <c:v>0.85668999999999995</c:v>
                </c:pt>
                <c:pt idx="158">
                  <c:v>0.85575999999999997</c:v>
                </c:pt>
                <c:pt idx="159">
                  <c:v>0.85482000000000002</c:v>
                </c:pt>
                <c:pt idx="160">
                  <c:v>0.85387000000000002</c:v>
                </c:pt>
                <c:pt idx="161">
                  <c:v>0.85292999999999997</c:v>
                </c:pt>
                <c:pt idx="162">
                  <c:v>0.85199000000000003</c:v>
                </c:pt>
                <c:pt idx="163">
                  <c:v>0.85104999999999997</c:v>
                </c:pt>
                <c:pt idx="164">
                  <c:v>0.85009999999999997</c:v>
                </c:pt>
                <c:pt idx="165">
                  <c:v>0.84914999999999996</c:v>
                </c:pt>
                <c:pt idx="166">
                  <c:v>0.84821000000000002</c:v>
                </c:pt>
                <c:pt idx="167">
                  <c:v>0.84726000000000001</c:v>
                </c:pt>
                <c:pt idx="168">
                  <c:v>0.84631000000000001</c:v>
                </c:pt>
                <c:pt idx="169">
                  <c:v>0.84536</c:v>
                </c:pt>
                <c:pt idx="170">
                  <c:v>0.84440999999999999</c:v>
                </c:pt>
                <c:pt idx="171">
                  <c:v>0.84345000000000003</c:v>
                </c:pt>
                <c:pt idx="172">
                  <c:v>0.84248999999999996</c:v>
                </c:pt>
                <c:pt idx="173">
                  <c:v>0.84153999999999995</c:v>
                </c:pt>
                <c:pt idx="174">
                  <c:v>0.84057000000000004</c:v>
                </c:pt>
                <c:pt idx="175">
                  <c:v>0.83960999999999997</c:v>
                </c:pt>
                <c:pt idx="176">
                  <c:v>0.83865000000000001</c:v>
                </c:pt>
                <c:pt idx="177">
                  <c:v>0.83767999999999998</c:v>
                </c:pt>
                <c:pt idx="178">
                  <c:v>0.83670999999999995</c:v>
                </c:pt>
                <c:pt idx="179">
                  <c:v>0.83574999999999999</c:v>
                </c:pt>
                <c:pt idx="180">
                  <c:v>0.83477000000000001</c:v>
                </c:pt>
                <c:pt idx="181">
                  <c:v>0.83379000000000003</c:v>
                </c:pt>
                <c:pt idx="182">
                  <c:v>0.83282</c:v>
                </c:pt>
                <c:pt idx="183">
                  <c:v>0.83184000000000002</c:v>
                </c:pt>
                <c:pt idx="184">
                  <c:v>0.83084999999999998</c:v>
                </c:pt>
                <c:pt idx="185">
                  <c:v>0.82987</c:v>
                </c:pt>
                <c:pt idx="186">
                  <c:v>0.82889000000000002</c:v>
                </c:pt>
                <c:pt idx="187">
                  <c:v>0.82789999999999997</c:v>
                </c:pt>
                <c:pt idx="188">
                  <c:v>0.82691000000000003</c:v>
                </c:pt>
                <c:pt idx="189">
                  <c:v>0.82591000000000003</c:v>
                </c:pt>
                <c:pt idx="190">
                  <c:v>0.82491999999999999</c:v>
                </c:pt>
                <c:pt idx="191">
                  <c:v>0.82391999999999999</c:v>
                </c:pt>
                <c:pt idx="192">
                  <c:v>0.82291999999999998</c:v>
                </c:pt>
                <c:pt idx="193">
                  <c:v>0.82191000000000003</c:v>
                </c:pt>
                <c:pt idx="194">
                  <c:v>0.82089999999999996</c:v>
                </c:pt>
                <c:pt idx="195">
                  <c:v>0.81989000000000001</c:v>
                </c:pt>
                <c:pt idx="196">
                  <c:v>0.81886999999999999</c:v>
                </c:pt>
                <c:pt idx="197">
                  <c:v>0.81786000000000003</c:v>
                </c:pt>
                <c:pt idx="198">
                  <c:v>0.81682999999999995</c:v>
                </c:pt>
                <c:pt idx="199">
                  <c:v>0.81581000000000004</c:v>
                </c:pt>
                <c:pt idx="200">
                  <c:v>0.81477999999999995</c:v>
                </c:pt>
                <c:pt idx="201">
                  <c:v>0.81374000000000002</c:v>
                </c:pt>
                <c:pt idx="202">
                  <c:v>0.81271000000000004</c:v>
                </c:pt>
                <c:pt idx="203">
                  <c:v>0.81166000000000005</c:v>
                </c:pt>
                <c:pt idx="204">
                  <c:v>0.81062000000000001</c:v>
                </c:pt>
                <c:pt idx="205">
                  <c:v>0.80957000000000001</c:v>
                </c:pt>
                <c:pt idx="206">
                  <c:v>0.80850999999999995</c:v>
                </c:pt>
                <c:pt idx="207">
                  <c:v>0.80745</c:v>
                </c:pt>
                <c:pt idx="208">
                  <c:v>0.80639000000000005</c:v>
                </c:pt>
                <c:pt idx="209">
                  <c:v>0.80532000000000004</c:v>
                </c:pt>
                <c:pt idx="210">
                  <c:v>0.80425000000000002</c:v>
                </c:pt>
                <c:pt idx="211">
                  <c:v>0.80318000000000001</c:v>
                </c:pt>
                <c:pt idx="212">
                  <c:v>0.80208999999999997</c:v>
                </c:pt>
                <c:pt idx="213">
                  <c:v>0.80101</c:v>
                </c:pt>
                <c:pt idx="214">
                  <c:v>0.79991999999999996</c:v>
                </c:pt>
                <c:pt idx="215">
                  <c:v>0.79881999999999997</c:v>
                </c:pt>
                <c:pt idx="216">
                  <c:v>0.79771999999999998</c:v>
                </c:pt>
                <c:pt idx="217">
                  <c:v>0.79661000000000004</c:v>
                </c:pt>
                <c:pt idx="218">
                  <c:v>0.79549999999999998</c:v>
                </c:pt>
                <c:pt idx="219">
                  <c:v>0.79437000000000002</c:v>
                </c:pt>
                <c:pt idx="220">
                  <c:v>0.79325000000000001</c:v>
                </c:pt>
                <c:pt idx="221">
                  <c:v>0.79210999999999998</c:v>
                </c:pt>
                <c:pt idx="222">
                  <c:v>0.79098000000000002</c:v>
                </c:pt>
                <c:pt idx="223">
                  <c:v>0.78983000000000003</c:v>
                </c:pt>
                <c:pt idx="224">
                  <c:v>0.78868000000000005</c:v>
                </c:pt>
                <c:pt idx="225">
                  <c:v>0.78752</c:v>
                </c:pt>
                <c:pt idx="226">
                  <c:v>0.78635999999999995</c:v>
                </c:pt>
                <c:pt idx="227">
                  <c:v>0.78517999999999999</c:v>
                </c:pt>
                <c:pt idx="228">
                  <c:v>0.78400999999999998</c:v>
                </c:pt>
                <c:pt idx="229">
                  <c:v>0.78281999999999996</c:v>
                </c:pt>
                <c:pt idx="230">
                  <c:v>0.78161999999999998</c:v>
                </c:pt>
                <c:pt idx="231">
                  <c:v>0.78042999999999996</c:v>
                </c:pt>
                <c:pt idx="232">
                  <c:v>0.77920999999999996</c:v>
                </c:pt>
                <c:pt idx="233">
                  <c:v>0.77800000000000002</c:v>
                </c:pt>
                <c:pt idx="234">
                  <c:v>0.77676000000000001</c:v>
                </c:pt>
                <c:pt idx="235">
                  <c:v>0.77553000000000005</c:v>
                </c:pt>
                <c:pt idx="236">
                  <c:v>0.77429000000000003</c:v>
                </c:pt>
                <c:pt idx="237">
                  <c:v>0.77303999999999995</c:v>
                </c:pt>
                <c:pt idx="238">
                  <c:v>0.77176999999999996</c:v>
                </c:pt>
                <c:pt idx="239">
                  <c:v>0.77049999999999996</c:v>
                </c:pt>
                <c:pt idx="240">
                  <c:v>0.76922000000000001</c:v>
                </c:pt>
                <c:pt idx="241">
                  <c:v>0.76793</c:v>
                </c:pt>
                <c:pt idx="242">
                  <c:v>0.76663999999999999</c:v>
                </c:pt>
                <c:pt idx="243">
                  <c:v>0.76532999999999995</c:v>
                </c:pt>
                <c:pt idx="244">
                  <c:v>0.76400999999999997</c:v>
                </c:pt>
                <c:pt idx="245">
                  <c:v>0.76268999999999998</c:v>
                </c:pt>
                <c:pt idx="246">
                  <c:v>0.76134999999999997</c:v>
                </c:pt>
                <c:pt idx="247">
                  <c:v>0.75999000000000005</c:v>
                </c:pt>
                <c:pt idx="248">
                  <c:v>0.75863000000000003</c:v>
                </c:pt>
                <c:pt idx="249">
                  <c:v>0.75726000000000004</c:v>
                </c:pt>
                <c:pt idx="250">
                  <c:v>0.75588</c:v>
                </c:pt>
                <c:pt idx="251">
                  <c:v>0.75448000000000004</c:v>
                </c:pt>
                <c:pt idx="252">
                  <c:v>0.75307999999999997</c:v>
                </c:pt>
                <c:pt idx="253">
                  <c:v>0.75165999999999999</c:v>
                </c:pt>
                <c:pt idx="254">
                  <c:v>0.75022999999999995</c:v>
                </c:pt>
                <c:pt idx="255">
                  <c:v>0.74878</c:v>
                </c:pt>
                <c:pt idx="256">
                  <c:v>0.74733000000000005</c:v>
                </c:pt>
                <c:pt idx="257">
                  <c:v>0.74585999999999997</c:v>
                </c:pt>
                <c:pt idx="258">
                  <c:v>0.74438000000000004</c:v>
                </c:pt>
                <c:pt idx="259">
                  <c:v>0.74287999999999998</c:v>
                </c:pt>
                <c:pt idx="260">
                  <c:v>0.74138000000000004</c:v>
                </c:pt>
                <c:pt idx="261">
                  <c:v>0.73985999999999996</c:v>
                </c:pt>
                <c:pt idx="262">
                  <c:v>0.73831999999999998</c:v>
                </c:pt>
                <c:pt idx="263">
                  <c:v>0.73677000000000004</c:v>
                </c:pt>
                <c:pt idx="264">
                  <c:v>0.73521000000000003</c:v>
                </c:pt>
                <c:pt idx="265">
                  <c:v>0.73363</c:v>
                </c:pt>
                <c:pt idx="266">
                  <c:v>0.73204999999999998</c:v>
                </c:pt>
                <c:pt idx="267">
                  <c:v>0.73043000000000002</c:v>
                </c:pt>
                <c:pt idx="268">
                  <c:v>0.72882000000000002</c:v>
                </c:pt>
                <c:pt idx="269">
                  <c:v>0.72716999999999998</c:v>
                </c:pt>
                <c:pt idx="270">
                  <c:v>0.72552000000000005</c:v>
                </c:pt>
                <c:pt idx="271">
                  <c:v>0.72384999999999999</c:v>
                </c:pt>
                <c:pt idx="272">
                  <c:v>0.72216000000000002</c:v>
                </c:pt>
                <c:pt idx="273">
                  <c:v>0.72045999999999999</c:v>
                </c:pt>
                <c:pt idx="274">
                  <c:v>0.71875</c:v>
                </c:pt>
                <c:pt idx="275">
                  <c:v>0.71701000000000004</c:v>
                </c:pt>
                <c:pt idx="276">
                  <c:v>0.71525000000000005</c:v>
                </c:pt>
                <c:pt idx="277">
                  <c:v>0.71348999999999996</c:v>
                </c:pt>
                <c:pt idx="278">
                  <c:v>0.7117</c:v>
                </c:pt>
                <c:pt idx="279">
                  <c:v>0.70989999999999998</c:v>
                </c:pt>
                <c:pt idx="280">
                  <c:v>0.70808000000000004</c:v>
                </c:pt>
                <c:pt idx="281">
                  <c:v>0.70621999999999996</c:v>
                </c:pt>
                <c:pt idx="282">
                  <c:v>0.70437000000000005</c:v>
                </c:pt>
                <c:pt idx="283">
                  <c:v>0.70248999999999995</c:v>
                </c:pt>
                <c:pt idx="284">
                  <c:v>0.7006</c:v>
                </c:pt>
                <c:pt idx="285">
                  <c:v>0.69867999999999997</c:v>
                </c:pt>
                <c:pt idx="286">
                  <c:v>0.69674000000000003</c:v>
                </c:pt>
                <c:pt idx="287">
                  <c:v>0.69479000000000002</c:v>
                </c:pt>
                <c:pt idx="288">
                  <c:v>0.69279999999999997</c:v>
                </c:pt>
                <c:pt idx="289">
                  <c:v>0.69081000000000004</c:v>
                </c:pt>
                <c:pt idx="290">
                  <c:v>0.68881000000000003</c:v>
                </c:pt>
                <c:pt idx="291">
                  <c:v>0.68676999999999999</c:v>
                </c:pt>
                <c:pt idx="292">
                  <c:v>0.68471000000000004</c:v>
                </c:pt>
                <c:pt idx="293">
                  <c:v>0.68262999999999996</c:v>
                </c:pt>
                <c:pt idx="294">
                  <c:v>0.68052999999999997</c:v>
                </c:pt>
                <c:pt idx="295">
                  <c:v>0.67842000000000002</c:v>
                </c:pt>
                <c:pt idx="296">
                  <c:v>0.67627999999999999</c:v>
                </c:pt>
                <c:pt idx="297">
                  <c:v>0.67410999999999999</c:v>
                </c:pt>
                <c:pt idx="298">
                  <c:v>0.67193000000000003</c:v>
                </c:pt>
                <c:pt idx="299">
                  <c:v>0.66971999999999998</c:v>
                </c:pt>
                <c:pt idx="300">
                  <c:v>0.66749000000000003</c:v>
                </c:pt>
                <c:pt idx="301">
                  <c:v>0.66524000000000005</c:v>
                </c:pt>
                <c:pt idx="302">
                  <c:v>0.66296999999999995</c:v>
                </c:pt>
                <c:pt idx="303">
                  <c:v>0.66068000000000005</c:v>
                </c:pt>
                <c:pt idx="304">
                  <c:v>0.65837000000000001</c:v>
                </c:pt>
                <c:pt idx="305">
                  <c:v>0.65602000000000005</c:v>
                </c:pt>
                <c:pt idx="306">
                  <c:v>0.65366999999999997</c:v>
                </c:pt>
                <c:pt idx="307">
                  <c:v>0.65127999999999997</c:v>
                </c:pt>
                <c:pt idx="308">
                  <c:v>0.64886999999999995</c:v>
                </c:pt>
                <c:pt idx="309">
                  <c:v>0.64644000000000001</c:v>
                </c:pt>
                <c:pt idx="310">
                  <c:v>0.64398</c:v>
                </c:pt>
                <c:pt idx="311">
                  <c:v>0.64149</c:v>
                </c:pt>
                <c:pt idx="312">
                  <c:v>0.63900000000000001</c:v>
                </c:pt>
                <c:pt idx="313">
                  <c:v>0.63646000000000003</c:v>
                </c:pt>
                <c:pt idx="314">
                  <c:v>0.63392000000000004</c:v>
                </c:pt>
                <c:pt idx="315">
                  <c:v>0.63134000000000001</c:v>
                </c:pt>
                <c:pt idx="316">
                  <c:v>0.62873999999999997</c:v>
                </c:pt>
                <c:pt idx="317">
                  <c:v>0.62609999999999999</c:v>
                </c:pt>
                <c:pt idx="318">
                  <c:v>0.62346000000000001</c:v>
                </c:pt>
                <c:pt idx="319">
                  <c:v>0.62182999999999999</c:v>
                </c:pt>
                <c:pt idx="320">
                  <c:v>0.61624999999999996</c:v>
                </c:pt>
                <c:pt idx="321">
                  <c:v>0.60951</c:v>
                </c:pt>
                <c:pt idx="322">
                  <c:v>0.60265000000000002</c:v>
                </c:pt>
                <c:pt idx="323">
                  <c:v>0.59565000000000001</c:v>
                </c:pt>
                <c:pt idx="324">
                  <c:v>0.58855999999999997</c:v>
                </c:pt>
                <c:pt idx="325">
                  <c:v>0.58131999999999995</c:v>
                </c:pt>
                <c:pt idx="326">
                  <c:v>0.57398000000000005</c:v>
                </c:pt>
                <c:pt idx="327">
                  <c:v>0.56652000000000002</c:v>
                </c:pt>
                <c:pt idx="328">
                  <c:v>0.55893999999999999</c:v>
                </c:pt>
                <c:pt idx="329">
                  <c:v>0.55125999999999997</c:v>
                </c:pt>
                <c:pt idx="330">
                  <c:v>0.54347999999999996</c:v>
                </c:pt>
                <c:pt idx="331">
                  <c:v>0.53559999999999997</c:v>
                </c:pt>
                <c:pt idx="332">
                  <c:v>0.52761999999999998</c:v>
                </c:pt>
                <c:pt idx="333">
                  <c:v>0.51954</c:v>
                </c:pt>
                <c:pt idx="334">
                  <c:v>0.51136000000000004</c:v>
                </c:pt>
                <c:pt idx="335">
                  <c:v>0.50310999999999995</c:v>
                </c:pt>
                <c:pt idx="336">
                  <c:v>0.49478</c:v>
                </c:pt>
                <c:pt idx="337">
                  <c:v>0.48637999999999998</c:v>
                </c:pt>
                <c:pt idx="338">
                  <c:v>0.47791</c:v>
                </c:pt>
                <c:pt idx="339">
                  <c:v>0.46937000000000001</c:v>
                </c:pt>
                <c:pt idx="340">
                  <c:v>0.46077000000000001</c:v>
                </c:pt>
                <c:pt idx="341">
                  <c:v>0.45212000000000002</c:v>
                </c:pt>
                <c:pt idx="342">
                  <c:v>0.44342999999999999</c:v>
                </c:pt>
                <c:pt idx="343">
                  <c:v>0.43468000000000001</c:v>
                </c:pt>
                <c:pt idx="344">
                  <c:v>0.42592999999999998</c:v>
                </c:pt>
                <c:pt idx="345">
                  <c:v>0.41714000000000001</c:v>
                </c:pt>
                <c:pt idx="346">
                  <c:v>0.40833999999999998</c:v>
                </c:pt>
                <c:pt idx="347">
                  <c:v>0.39953</c:v>
                </c:pt>
                <c:pt idx="348">
                  <c:v>0.39069999999999999</c:v>
                </c:pt>
                <c:pt idx="349">
                  <c:v>0.38186999999999999</c:v>
                </c:pt>
                <c:pt idx="350">
                  <c:v>0.37306</c:v>
                </c:pt>
                <c:pt idx="351">
                  <c:v>0.36425999999999997</c:v>
                </c:pt>
                <c:pt idx="352">
                  <c:v>0.35547000000000001</c:v>
                </c:pt>
                <c:pt idx="353">
                  <c:v>0.34672999999999998</c:v>
                </c:pt>
                <c:pt idx="354">
                  <c:v>0.33801999999999999</c:v>
                </c:pt>
                <c:pt idx="355">
                  <c:v>0.32934000000000002</c:v>
                </c:pt>
                <c:pt idx="356">
                  <c:v>0.32073000000000002</c:v>
                </c:pt>
                <c:pt idx="357">
                  <c:v>0.31217</c:v>
                </c:pt>
                <c:pt idx="358">
                  <c:v>0.30365999999999999</c:v>
                </c:pt>
                <c:pt idx="359">
                  <c:v>0.29524</c:v>
                </c:pt>
                <c:pt idx="360">
                  <c:v>0.28688000000000002</c:v>
                </c:pt>
                <c:pt idx="361">
                  <c:v>0.27860000000000001</c:v>
                </c:pt>
                <c:pt idx="362">
                  <c:v>0.27043</c:v>
                </c:pt>
                <c:pt idx="363">
                  <c:v>0.26233000000000001</c:v>
                </c:pt>
                <c:pt idx="364">
                  <c:v>0.25433</c:v>
                </c:pt>
                <c:pt idx="365">
                  <c:v>0.24645</c:v>
                </c:pt>
                <c:pt idx="366">
                  <c:v>0.23866999999999999</c:v>
                </c:pt>
                <c:pt idx="367">
                  <c:v>0.23099</c:v>
                </c:pt>
                <c:pt idx="368">
                  <c:v>0.22345000000000001</c:v>
                </c:pt>
                <c:pt idx="369">
                  <c:v>0.21601999999999999</c:v>
                </c:pt>
                <c:pt idx="370">
                  <c:v>0.2087</c:v>
                </c:pt>
                <c:pt idx="371">
                  <c:v>0.20150999999999999</c:v>
                </c:pt>
                <c:pt idx="372">
                  <c:v>0.19447</c:v>
                </c:pt>
                <c:pt idx="373">
                  <c:v>0.18756</c:v>
                </c:pt>
                <c:pt idx="374">
                  <c:v>0.18079999999999999</c:v>
                </c:pt>
                <c:pt idx="375">
                  <c:v>0.17416999999999999</c:v>
                </c:pt>
                <c:pt idx="376">
                  <c:v>0.16768</c:v>
                </c:pt>
                <c:pt idx="377">
                  <c:v>0.16133</c:v>
                </c:pt>
                <c:pt idx="378">
                  <c:v>0.15514</c:v>
                </c:pt>
                <c:pt idx="379">
                  <c:v>0.14909</c:v>
                </c:pt>
                <c:pt idx="380">
                  <c:v>0.14321</c:v>
                </c:pt>
                <c:pt idx="381">
                  <c:v>0.13744999999999999</c:v>
                </c:pt>
                <c:pt idx="382">
                  <c:v>0.13184999999999999</c:v>
                </c:pt>
                <c:pt idx="383">
                  <c:v>0.12642</c:v>
                </c:pt>
                <c:pt idx="384">
                  <c:v>0.12113</c:v>
                </c:pt>
                <c:pt idx="385">
                  <c:v>0.11598</c:v>
                </c:pt>
                <c:pt idx="386">
                  <c:v>0.11099000000000001</c:v>
                </c:pt>
                <c:pt idx="387">
                  <c:v>0.10614</c:v>
                </c:pt>
                <c:pt idx="388">
                  <c:v>0.10144</c:v>
                </c:pt>
                <c:pt idx="389" formatCode="0.00E+00">
                  <c:v>9.6907999999999994E-2</c:v>
                </c:pt>
                <c:pt idx="390" formatCode="0.00E+00">
                  <c:v>9.2502000000000001E-2</c:v>
                </c:pt>
                <c:pt idx="391" formatCode="0.00E+00">
                  <c:v>8.8250999999999996E-2</c:v>
                </c:pt>
                <c:pt idx="392" formatCode="0.00E+00">
                  <c:v>8.4139000000000005E-2</c:v>
                </c:pt>
                <c:pt idx="393" formatCode="0.00E+00">
                  <c:v>8.0177999999999999E-2</c:v>
                </c:pt>
                <c:pt idx="394" formatCode="0.00E+00">
                  <c:v>7.6353000000000004E-2</c:v>
                </c:pt>
                <c:pt idx="395" formatCode="0.00E+00">
                  <c:v>7.2662000000000004E-2</c:v>
                </c:pt>
                <c:pt idx="396" formatCode="0.00E+00">
                  <c:v>6.9102999999999998E-2</c:v>
                </c:pt>
                <c:pt idx="397" formatCode="0.00E+00">
                  <c:v>6.5685999999999994E-2</c:v>
                </c:pt>
                <c:pt idx="398" formatCode="0.00E+00">
                  <c:v>6.2394999999999999E-2</c:v>
                </c:pt>
                <c:pt idx="399" formatCode="0.00E+00">
                  <c:v>5.9229999999999998E-2</c:v>
                </c:pt>
                <c:pt idx="400" formatCode="0.00E+00">
                  <c:v>5.6196999999999997E-2</c:v>
                </c:pt>
                <c:pt idx="401" formatCode="0.00E+00">
                  <c:v>5.3283999999999998E-2</c:v>
                </c:pt>
                <c:pt idx="402" formatCode="0.00E+00">
                  <c:v>5.0486999999999997E-2</c:v>
                </c:pt>
                <c:pt idx="403" formatCode="0.00E+00">
                  <c:v>4.7814000000000002E-2</c:v>
                </c:pt>
                <c:pt idx="404" formatCode="0.00E+00">
                  <c:v>4.5252000000000001E-2</c:v>
                </c:pt>
                <c:pt idx="405" formatCode="0.00E+00">
                  <c:v>4.2798000000000003E-2</c:v>
                </c:pt>
                <c:pt idx="406" formatCode="0.00E+00">
                  <c:v>4.0457E-2</c:v>
                </c:pt>
                <c:pt idx="407" formatCode="0.00E+00">
                  <c:v>3.8219000000000003E-2</c:v>
                </c:pt>
                <c:pt idx="408" formatCode="0.00E+00">
                  <c:v>3.6080000000000001E-2</c:v>
                </c:pt>
                <c:pt idx="409" formatCode="0.00E+00">
                  <c:v>3.4037999999999999E-2</c:v>
                </c:pt>
                <c:pt idx="410" formatCode="0.00E+00">
                  <c:v>3.2096E-2</c:v>
                </c:pt>
                <c:pt idx="411" formatCode="0.00E+00">
                  <c:v>3.0244E-2</c:v>
                </c:pt>
                <c:pt idx="412" formatCode="0.00E+00">
                  <c:v>2.8486000000000001E-2</c:v>
                </c:pt>
                <c:pt idx="413" formatCode="0.00E+00">
                  <c:v>2.6806E-2</c:v>
                </c:pt>
                <c:pt idx="414" formatCode="0.00E+00">
                  <c:v>2.5214E-2</c:v>
                </c:pt>
                <c:pt idx="415" formatCode="0.00E+00">
                  <c:v>2.3705E-2</c:v>
                </c:pt>
                <c:pt idx="416" formatCode="0.00E+00">
                  <c:v>2.2266999999999999E-2</c:v>
                </c:pt>
                <c:pt idx="417" formatCode="0.00E+00">
                  <c:v>2.0906999999999999E-2</c:v>
                </c:pt>
                <c:pt idx="418" formatCode="0.00E+00">
                  <c:v>1.9621E-2</c:v>
                </c:pt>
                <c:pt idx="419" formatCode="0.00E+00">
                  <c:v>1.8398999999999999E-2</c:v>
                </c:pt>
                <c:pt idx="420" formatCode="0.00E+00">
                  <c:v>1.7246000000000001E-2</c:v>
                </c:pt>
                <c:pt idx="421" formatCode="0.00E+00">
                  <c:v>1.6154999999999999E-2</c:v>
                </c:pt>
                <c:pt idx="422" formatCode="0.00E+00">
                  <c:v>1.5128000000000001E-2</c:v>
                </c:pt>
                <c:pt idx="423" formatCode="0.00E+00">
                  <c:v>1.4156999999999999E-2</c:v>
                </c:pt>
                <c:pt idx="424" formatCode="0.00E+00">
                  <c:v>1.3245E-2</c:v>
                </c:pt>
                <c:pt idx="425" formatCode="0.00E+00">
                  <c:v>1.2390999999999999E-2</c:v>
                </c:pt>
                <c:pt idx="426" formatCode="0.00E+00">
                  <c:v>1.159E-2</c:v>
                </c:pt>
                <c:pt idx="427" formatCode="0.00E+00">
                  <c:v>1.0843E-2</c:v>
                </c:pt>
                <c:pt idx="428" formatCode="0.00E+00">
                  <c:v>1.0149E-2</c:v>
                </c:pt>
                <c:pt idx="429" formatCode="0.00E+00">
                  <c:v>9.5093E-3</c:v>
                </c:pt>
                <c:pt idx="430" formatCode="0.00E+00">
                  <c:v>8.9277000000000002E-3</c:v>
                </c:pt>
                <c:pt idx="431" formatCode="0.00E+00">
                  <c:v>8.4074000000000006E-3</c:v>
                </c:pt>
                <c:pt idx="432" formatCode="0.00E+00">
                  <c:v>7.9506999999999998E-3</c:v>
                </c:pt>
                <c:pt idx="433" formatCode="0.00E+00">
                  <c:v>7.5688999999999999E-3</c:v>
                </c:pt>
                <c:pt idx="434" formatCode="0.00E+00">
                  <c:v>7.2725999999999997E-3</c:v>
                </c:pt>
                <c:pt idx="435" formatCode="0.00E+00">
                  <c:v>7.0796000000000001E-3</c:v>
                </c:pt>
                <c:pt idx="436" formatCode="0.00E+00">
                  <c:v>7.0169999999999998E-3</c:v>
                </c:pt>
              </c:numCache>
            </c:numRef>
          </c:xVal>
          <c:yVal>
            <c:numRef>
              <c:f>BM_STUDY_PHREEQCRM_MU_DECAY!$F$1751:$F$2187</c:f>
              <c:numCache>
                <c:formatCode>General</c:formatCode>
                <c:ptCount val="437"/>
                <c:pt idx="0">
                  <c:v>750</c:v>
                </c:pt>
                <c:pt idx="1">
                  <c:v>749</c:v>
                </c:pt>
                <c:pt idx="2">
                  <c:v>748</c:v>
                </c:pt>
                <c:pt idx="3">
                  <c:v>747</c:v>
                </c:pt>
                <c:pt idx="4">
                  <c:v>745.99</c:v>
                </c:pt>
                <c:pt idx="5">
                  <c:v>744.99</c:v>
                </c:pt>
                <c:pt idx="6">
                  <c:v>743.98</c:v>
                </c:pt>
                <c:pt idx="7">
                  <c:v>742.98</c:v>
                </c:pt>
                <c:pt idx="8">
                  <c:v>741.97</c:v>
                </c:pt>
                <c:pt idx="9">
                  <c:v>740.96</c:v>
                </c:pt>
                <c:pt idx="10">
                  <c:v>739.95</c:v>
                </c:pt>
                <c:pt idx="11">
                  <c:v>738.94</c:v>
                </c:pt>
                <c:pt idx="12">
                  <c:v>737.93</c:v>
                </c:pt>
                <c:pt idx="13">
                  <c:v>736.92</c:v>
                </c:pt>
                <c:pt idx="14">
                  <c:v>735.91</c:v>
                </c:pt>
                <c:pt idx="15">
                  <c:v>734.89</c:v>
                </c:pt>
                <c:pt idx="16">
                  <c:v>733.88</c:v>
                </c:pt>
                <c:pt idx="17">
                  <c:v>732.86</c:v>
                </c:pt>
                <c:pt idx="18">
                  <c:v>731.85</c:v>
                </c:pt>
                <c:pt idx="19">
                  <c:v>730.83</c:v>
                </c:pt>
                <c:pt idx="20">
                  <c:v>729.81</c:v>
                </c:pt>
                <c:pt idx="21">
                  <c:v>728.79</c:v>
                </c:pt>
                <c:pt idx="22">
                  <c:v>727.77</c:v>
                </c:pt>
                <c:pt idx="23">
                  <c:v>726.75</c:v>
                </c:pt>
                <c:pt idx="24">
                  <c:v>725.72</c:v>
                </c:pt>
                <c:pt idx="25">
                  <c:v>724.7</c:v>
                </c:pt>
                <c:pt idx="26">
                  <c:v>723.67</c:v>
                </c:pt>
                <c:pt idx="27">
                  <c:v>722.65</c:v>
                </c:pt>
                <c:pt idx="28">
                  <c:v>721.62</c:v>
                </c:pt>
                <c:pt idx="29">
                  <c:v>720.59</c:v>
                </c:pt>
                <c:pt idx="30">
                  <c:v>719.56</c:v>
                </c:pt>
                <c:pt idx="31">
                  <c:v>718.53</c:v>
                </c:pt>
                <c:pt idx="32">
                  <c:v>717.5</c:v>
                </c:pt>
                <c:pt idx="33">
                  <c:v>716.47</c:v>
                </c:pt>
                <c:pt idx="34">
                  <c:v>715.43</c:v>
                </c:pt>
                <c:pt idx="35">
                  <c:v>714.4</c:v>
                </c:pt>
                <c:pt idx="36">
                  <c:v>713.36</c:v>
                </c:pt>
                <c:pt idx="37">
                  <c:v>712.33</c:v>
                </c:pt>
                <c:pt idx="38">
                  <c:v>711.29</c:v>
                </c:pt>
                <c:pt idx="39">
                  <c:v>710.25</c:v>
                </c:pt>
                <c:pt idx="40">
                  <c:v>709.21</c:v>
                </c:pt>
                <c:pt idx="41">
                  <c:v>708.17</c:v>
                </c:pt>
                <c:pt idx="42">
                  <c:v>707.13</c:v>
                </c:pt>
                <c:pt idx="43">
                  <c:v>706.08</c:v>
                </c:pt>
                <c:pt idx="44">
                  <c:v>705.04</c:v>
                </c:pt>
                <c:pt idx="45">
                  <c:v>704</c:v>
                </c:pt>
                <c:pt idx="46">
                  <c:v>702.95</c:v>
                </c:pt>
                <c:pt idx="47">
                  <c:v>701.9</c:v>
                </c:pt>
                <c:pt idx="48">
                  <c:v>700.85</c:v>
                </c:pt>
                <c:pt idx="49">
                  <c:v>699.81</c:v>
                </c:pt>
                <c:pt idx="50">
                  <c:v>698.76</c:v>
                </c:pt>
                <c:pt idx="51">
                  <c:v>697.7</c:v>
                </c:pt>
                <c:pt idx="52">
                  <c:v>696.65</c:v>
                </c:pt>
                <c:pt idx="53">
                  <c:v>695.6</c:v>
                </c:pt>
                <c:pt idx="54">
                  <c:v>694.54</c:v>
                </c:pt>
                <c:pt idx="55">
                  <c:v>693.49</c:v>
                </c:pt>
                <c:pt idx="56">
                  <c:v>692.43</c:v>
                </c:pt>
                <c:pt idx="57">
                  <c:v>691.37</c:v>
                </c:pt>
                <c:pt idx="58">
                  <c:v>690.32</c:v>
                </c:pt>
                <c:pt idx="59">
                  <c:v>689.26</c:v>
                </c:pt>
                <c:pt idx="60">
                  <c:v>688.2</c:v>
                </c:pt>
                <c:pt idx="61">
                  <c:v>687.13</c:v>
                </c:pt>
                <c:pt idx="62">
                  <c:v>686.07</c:v>
                </c:pt>
                <c:pt idx="63">
                  <c:v>685.01</c:v>
                </c:pt>
                <c:pt idx="64">
                  <c:v>683.94</c:v>
                </c:pt>
                <c:pt idx="65">
                  <c:v>682.88</c:v>
                </c:pt>
                <c:pt idx="66">
                  <c:v>681.81</c:v>
                </c:pt>
                <c:pt idx="67">
                  <c:v>680.74</c:v>
                </c:pt>
                <c:pt idx="68">
                  <c:v>679.67</c:v>
                </c:pt>
                <c:pt idx="69">
                  <c:v>678.6</c:v>
                </c:pt>
                <c:pt idx="70">
                  <c:v>677.53</c:v>
                </c:pt>
                <c:pt idx="71">
                  <c:v>676.46</c:v>
                </c:pt>
                <c:pt idx="72">
                  <c:v>675.38</c:v>
                </c:pt>
                <c:pt idx="73">
                  <c:v>674.31</c:v>
                </c:pt>
                <c:pt idx="74">
                  <c:v>673.23</c:v>
                </c:pt>
                <c:pt idx="75">
                  <c:v>672.16</c:v>
                </c:pt>
                <c:pt idx="76">
                  <c:v>671.08</c:v>
                </c:pt>
                <c:pt idx="77">
                  <c:v>670</c:v>
                </c:pt>
                <c:pt idx="78">
                  <c:v>668.92</c:v>
                </c:pt>
                <c:pt idx="79">
                  <c:v>667.84</c:v>
                </c:pt>
                <c:pt idx="80">
                  <c:v>666.76</c:v>
                </c:pt>
                <c:pt idx="81">
                  <c:v>665.67</c:v>
                </c:pt>
                <c:pt idx="82">
                  <c:v>664.59</c:v>
                </c:pt>
                <c:pt idx="83">
                  <c:v>663.5</c:v>
                </c:pt>
                <c:pt idx="84">
                  <c:v>662.42</c:v>
                </c:pt>
                <c:pt idx="85">
                  <c:v>661.33</c:v>
                </c:pt>
                <c:pt idx="86">
                  <c:v>660.24</c:v>
                </c:pt>
                <c:pt idx="87">
                  <c:v>659.15</c:v>
                </c:pt>
                <c:pt idx="88">
                  <c:v>658.06</c:v>
                </c:pt>
                <c:pt idx="89">
                  <c:v>656.97</c:v>
                </c:pt>
                <c:pt idx="90">
                  <c:v>655.87</c:v>
                </c:pt>
                <c:pt idx="91">
                  <c:v>654.78</c:v>
                </c:pt>
                <c:pt idx="92">
                  <c:v>653.69000000000005</c:v>
                </c:pt>
                <c:pt idx="93">
                  <c:v>652.59</c:v>
                </c:pt>
                <c:pt idx="94">
                  <c:v>651.49</c:v>
                </c:pt>
                <c:pt idx="95">
                  <c:v>650.39</c:v>
                </c:pt>
                <c:pt idx="96">
                  <c:v>649.29</c:v>
                </c:pt>
                <c:pt idx="97">
                  <c:v>648.19000000000005</c:v>
                </c:pt>
                <c:pt idx="98">
                  <c:v>647.09</c:v>
                </c:pt>
                <c:pt idx="99">
                  <c:v>645.99</c:v>
                </c:pt>
                <c:pt idx="100">
                  <c:v>644.88</c:v>
                </c:pt>
                <c:pt idx="101">
                  <c:v>643.78</c:v>
                </c:pt>
                <c:pt idx="102">
                  <c:v>642.66999999999996</c:v>
                </c:pt>
                <c:pt idx="103">
                  <c:v>641.57000000000005</c:v>
                </c:pt>
                <c:pt idx="104">
                  <c:v>640.46</c:v>
                </c:pt>
                <c:pt idx="105">
                  <c:v>639.35</c:v>
                </c:pt>
                <c:pt idx="106">
                  <c:v>638.24</c:v>
                </c:pt>
                <c:pt idx="107">
                  <c:v>637.13</c:v>
                </c:pt>
                <c:pt idx="108">
                  <c:v>636.01</c:v>
                </c:pt>
                <c:pt idx="109">
                  <c:v>634.9</c:v>
                </c:pt>
                <c:pt idx="110">
                  <c:v>633.78</c:v>
                </c:pt>
                <c:pt idx="111">
                  <c:v>632.66999999999996</c:v>
                </c:pt>
                <c:pt idx="112">
                  <c:v>631.54999999999995</c:v>
                </c:pt>
                <c:pt idx="113">
                  <c:v>630.42999999999995</c:v>
                </c:pt>
                <c:pt idx="114">
                  <c:v>629.30999999999995</c:v>
                </c:pt>
                <c:pt idx="115">
                  <c:v>628.19000000000005</c:v>
                </c:pt>
                <c:pt idx="116">
                  <c:v>627.07000000000005</c:v>
                </c:pt>
                <c:pt idx="117">
                  <c:v>625.95000000000005</c:v>
                </c:pt>
                <c:pt idx="118">
                  <c:v>624.82000000000005</c:v>
                </c:pt>
                <c:pt idx="119">
                  <c:v>623.70000000000005</c:v>
                </c:pt>
                <c:pt idx="120">
                  <c:v>622.57000000000005</c:v>
                </c:pt>
                <c:pt idx="121">
                  <c:v>621.44000000000005</c:v>
                </c:pt>
                <c:pt idx="122">
                  <c:v>620.30999999999995</c:v>
                </c:pt>
                <c:pt idx="123">
                  <c:v>619.19000000000005</c:v>
                </c:pt>
                <c:pt idx="124">
                  <c:v>618.04999999999995</c:v>
                </c:pt>
                <c:pt idx="125">
                  <c:v>616.91999999999996</c:v>
                </c:pt>
                <c:pt idx="126">
                  <c:v>615.79</c:v>
                </c:pt>
                <c:pt idx="127">
                  <c:v>614.66</c:v>
                </c:pt>
                <c:pt idx="128">
                  <c:v>613.52</c:v>
                </c:pt>
                <c:pt idx="129">
                  <c:v>612.38</c:v>
                </c:pt>
                <c:pt idx="130">
                  <c:v>611.25</c:v>
                </c:pt>
                <c:pt idx="131">
                  <c:v>610.11</c:v>
                </c:pt>
                <c:pt idx="132">
                  <c:v>608.97</c:v>
                </c:pt>
                <c:pt idx="133">
                  <c:v>607.83000000000004</c:v>
                </c:pt>
                <c:pt idx="134">
                  <c:v>606.67999999999995</c:v>
                </c:pt>
                <c:pt idx="135">
                  <c:v>605.54</c:v>
                </c:pt>
                <c:pt idx="136">
                  <c:v>604.4</c:v>
                </c:pt>
                <c:pt idx="137">
                  <c:v>603.25</c:v>
                </c:pt>
                <c:pt idx="138">
                  <c:v>602.1</c:v>
                </c:pt>
                <c:pt idx="139">
                  <c:v>600.96</c:v>
                </c:pt>
                <c:pt idx="140">
                  <c:v>599.80999999999995</c:v>
                </c:pt>
                <c:pt idx="141">
                  <c:v>598.66</c:v>
                </c:pt>
                <c:pt idx="142">
                  <c:v>597.51</c:v>
                </c:pt>
                <c:pt idx="143">
                  <c:v>596.35</c:v>
                </c:pt>
                <c:pt idx="144">
                  <c:v>595.20000000000005</c:v>
                </c:pt>
                <c:pt idx="145">
                  <c:v>594.04</c:v>
                </c:pt>
                <c:pt idx="146">
                  <c:v>592.89</c:v>
                </c:pt>
                <c:pt idx="147">
                  <c:v>591.73</c:v>
                </c:pt>
                <c:pt idx="148">
                  <c:v>590.57000000000005</c:v>
                </c:pt>
                <c:pt idx="149">
                  <c:v>589.41</c:v>
                </c:pt>
                <c:pt idx="150">
                  <c:v>588.25</c:v>
                </c:pt>
                <c:pt idx="151">
                  <c:v>587.09</c:v>
                </c:pt>
                <c:pt idx="152">
                  <c:v>585.92999999999995</c:v>
                </c:pt>
                <c:pt idx="153">
                  <c:v>584.76</c:v>
                </c:pt>
                <c:pt idx="154">
                  <c:v>583.6</c:v>
                </c:pt>
                <c:pt idx="155">
                  <c:v>582.42999999999995</c:v>
                </c:pt>
                <c:pt idx="156">
                  <c:v>581.26</c:v>
                </c:pt>
                <c:pt idx="157">
                  <c:v>580.1</c:v>
                </c:pt>
                <c:pt idx="158">
                  <c:v>578.92999999999995</c:v>
                </c:pt>
                <c:pt idx="159">
                  <c:v>577.76</c:v>
                </c:pt>
                <c:pt idx="160">
                  <c:v>576.58000000000004</c:v>
                </c:pt>
                <c:pt idx="161">
                  <c:v>575.41</c:v>
                </c:pt>
                <c:pt idx="162">
                  <c:v>574.23</c:v>
                </c:pt>
                <c:pt idx="163">
                  <c:v>573.05999999999995</c:v>
                </c:pt>
                <c:pt idx="164">
                  <c:v>571.88</c:v>
                </c:pt>
                <c:pt idx="165">
                  <c:v>570.70000000000005</c:v>
                </c:pt>
                <c:pt idx="166">
                  <c:v>569.52</c:v>
                </c:pt>
                <c:pt idx="167">
                  <c:v>568.34</c:v>
                </c:pt>
                <c:pt idx="168">
                  <c:v>567.16</c:v>
                </c:pt>
                <c:pt idx="169">
                  <c:v>565.98</c:v>
                </c:pt>
                <c:pt idx="170">
                  <c:v>564.79999999999995</c:v>
                </c:pt>
                <c:pt idx="171">
                  <c:v>563.61</c:v>
                </c:pt>
                <c:pt idx="172">
                  <c:v>562.41999999999996</c:v>
                </c:pt>
                <c:pt idx="173">
                  <c:v>561.24</c:v>
                </c:pt>
                <c:pt idx="174">
                  <c:v>560.04999999999995</c:v>
                </c:pt>
                <c:pt idx="175">
                  <c:v>558.86</c:v>
                </c:pt>
                <c:pt idx="176">
                  <c:v>557.66999999999996</c:v>
                </c:pt>
                <c:pt idx="177">
                  <c:v>556.47</c:v>
                </c:pt>
                <c:pt idx="178">
                  <c:v>555.28</c:v>
                </c:pt>
                <c:pt idx="179">
                  <c:v>554.09</c:v>
                </c:pt>
                <c:pt idx="180">
                  <c:v>552.89</c:v>
                </c:pt>
                <c:pt idx="181">
                  <c:v>551.69000000000005</c:v>
                </c:pt>
                <c:pt idx="182">
                  <c:v>550.49</c:v>
                </c:pt>
                <c:pt idx="183">
                  <c:v>549.29999999999995</c:v>
                </c:pt>
                <c:pt idx="184">
                  <c:v>548.09</c:v>
                </c:pt>
                <c:pt idx="185">
                  <c:v>546.89</c:v>
                </c:pt>
                <c:pt idx="186">
                  <c:v>545.69000000000005</c:v>
                </c:pt>
                <c:pt idx="187">
                  <c:v>544.49</c:v>
                </c:pt>
                <c:pt idx="188">
                  <c:v>543.28</c:v>
                </c:pt>
                <c:pt idx="189">
                  <c:v>542.07000000000005</c:v>
                </c:pt>
                <c:pt idx="190">
                  <c:v>540.87</c:v>
                </c:pt>
                <c:pt idx="191">
                  <c:v>539.66</c:v>
                </c:pt>
                <c:pt idx="192">
                  <c:v>538.45000000000005</c:v>
                </c:pt>
                <c:pt idx="193">
                  <c:v>537.23</c:v>
                </c:pt>
                <c:pt idx="194">
                  <c:v>536.02</c:v>
                </c:pt>
                <c:pt idx="195">
                  <c:v>534.80999999999995</c:v>
                </c:pt>
                <c:pt idx="196">
                  <c:v>533.59</c:v>
                </c:pt>
                <c:pt idx="197">
                  <c:v>532.38</c:v>
                </c:pt>
                <c:pt idx="198">
                  <c:v>531.16</c:v>
                </c:pt>
                <c:pt idx="199">
                  <c:v>529.94000000000005</c:v>
                </c:pt>
                <c:pt idx="200">
                  <c:v>528.72</c:v>
                </c:pt>
                <c:pt idx="201">
                  <c:v>527.5</c:v>
                </c:pt>
                <c:pt idx="202">
                  <c:v>526.28</c:v>
                </c:pt>
                <c:pt idx="203">
                  <c:v>525.04999999999995</c:v>
                </c:pt>
                <c:pt idx="204">
                  <c:v>523.83000000000004</c:v>
                </c:pt>
                <c:pt idx="205">
                  <c:v>522.6</c:v>
                </c:pt>
                <c:pt idx="206">
                  <c:v>521.37</c:v>
                </c:pt>
                <c:pt idx="207">
                  <c:v>520.14</c:v>
                </c:pt>
                <c:pt idx="208">
                  <c:v>518.91</c:v>
                </c:pt>
                <c:pt idx="209">
                  <c:v>517.67999999999995</c:v>
                </c:pt>
                <c:pt idx="210">
                  <c:v>516.45000000000005</c:v>
                </c:pt>
                <c:pt idx="211">
                  <c:v>515.22</c:v>
                </c:pt>
                <c:pt idx="212">
                  <c:v>513.98</c:v>
                </c:pt>
                <c:pt idx="213">
                  <c:v>512.75</c:v>
                </c:pt>
                <c:pt idx="214">
                  <c:v>511.51</c:v>
                </c:pt>
                <c:pt idx="215">
                  <c:v>510.27</c:v>
                </c:pt>
                <c:pt idx="216">
                  <c:v>509.03</c:v>
                </c:pt>
                <c:pt idx="217">
                  <c:v>507.79</c:v>
                </c:pt>
                <c:pt idx="218">
                  <c:v>506.55</c:v>
                </c:pt>
                <c:pt idx="219">
                  <c:v>505.3</c:v>
                </c:pt>
                <c:pt idx="220">
                  <c:v>504.06</c:v>
                </c:pt>
                <c:pt idx="221">
                  <c:v>502.81</c:v>
                </c:pt>
                <c:pt idx="222">
                  <c:v>501.57</c:v>
                </c:pt>
                <c:pt idx="223">
                  <c:v>500.32</c:v>
                </c:pt>
                <c:pt idx="224">
                  <c:v>499.07</c:v>
                </c:pt>
                <c:pt idx="225">
                  <c:v>497.82</c:v>
                </c:pt>
                <c:pt idx="226">
                  <c:v>496.57</c:v>
                </c:pt>
                <c:pt idx="227">
                  <c:v>495.31</c:v>
                </c:pt>
                <c:pt idx="228">
                  <c:v>494.06</c:v>
                </c:pt>
                <c:pt idx="229">
                  <c:v>492.8</c:v>
                </c:pt>
                <c:pt idx="230">
                  <c:v>491.54</c:v>
                </c:pt>
                <c:pt idx="231">
                  <c:v>490.29</c:v>
                </c:pt>
                <c:pt idx="232">
                  <c:v>489.03</c:v>
                </c:pt>
                <c:pt idx="233">
                  <c:v>487.77</c:v>
                </c:pt>
                <c:pt idx="234">
                  <c:v>486.5</c:v>
                </c:pt>
                <c:pt idx="235">
                  <c:v>485.24</c:v>
                </c:pt>
                <c:pt idx="236">
                  <c:v>483.98</c:v>
                </c:pt>
                <c:pt idx="237">
                  <c:v>482.71</c:v>
                </c:pt>
                <c:pt idx="238">
                  <c:v>481.44</c:v>
                </c:pt>
                <c:pt idx="239">
                  <c:v>480.17</c:v>
                </c:pt>
                <c:pt idx="240">
                  <c:v>478.9</c:v>
                </c:pt>
                <c:pt idx="241">
                  <c:v>477.63</c:v>
                </c:pt>
                <c:pt idx="242">
                  <c:v>476.36</c:v>
                </c:pt>
                <c:pt idx="243">
                  <c:v>475.09</c:v>
                </c:pt>
                <c:pt idx="244">
                  <c:v>473.81</c:v>
                </c:pt>
                <c:pt idx="245">
                  <c:v>472.54</c:v>
                </c:pt>
                <c:pt idx="246">
                  <c:v>471.26</c:v>
                </c:pt>
                <c:pt idx="247">
                  <c:v>469.98</c:v>
                </c:pt>
                <c:pt idx="248">
                  <c:v>468.7</c:v>
                </c:pt>
                <c:pt idx="249">
                  <c:v>467.42</c:v>
                </c:pt>
                <c:pt idx="250">
                  <c:v>466.14</c:v>
                </c:pt>
                <c:pt idx="251">
                  <c:v>464.85</c:v>
                </c:pt>
                <c:pt idx="252">
                  <c:v>463.57</c:v>
                </c:pt>
                <c:pt idx="253">
                  <c:v>462.28</c:v>
                </c:pt>
                <c:pt idx="254">
                  <c:v>460.99</c:v>
                </c:pt>
                <c:pt idx="255">
                  <c:v>459.7</c:v>
                </c:pt>
                <c:pt idx="256">
                  <c:v>458.41</c:v>
                </c:pt>
                <c:pt idx="257">
                  <c:v>457.12</c:v>
                </c:pt>
                <c:pt idx="258">
                  <c:v>455.83</c:v>
                </c:pt>
                <c:pt idx="259">
                  <c:v>454.53</c:v>
                </c:pt>
                <c:pt idx="260">
                  <c:v>453.24</c:v>
                </c:pt>
                <c:pt idx="261">
                  <c:v>451.94</c:v>
                </c:pt>
                <c:pt idx="262">
                  <c:v>450.64</c:v>
                </c:pt>
                <c:pt idx="263">
                  <c:v>449.34</c:v>
                </c:pt>
                <c:pt idx="264">
                  <c:v>448.04</c:v>
                </c:pt>
                <c:pt idx="265">
                  <c:v>446.74</c:v>
                </c:pt>
                <c:pt idx="266">
                  <c:v>445.44</c:v>
                </c:pt>
                <c:pt idx="267">
                  <c:v>444.13</c:v>
                </c:pt>
                <c:pt idx="268">
                  <c:v>442.83</c:v>
                </c:pt>
                <c:pt idx="269">
                  <c:v>441.52</c:v>
                </c:pt>
                <c:pt idx="270">
                  <c:v>440.21</c:v>
                </c:pt>
                <c:pt idx="271">
                  <c:v>438.9</c:v>
                </c:pt>
                <c:pt idx="272">
                  <c:v>437.59</c:v>
                </c:pt>
                <c:pt idx="273">
                  <c:v>436.28</c:v>
                </c:pt>
                <c:pt idx="274">
                  <c:v>434.97</c:v>
                </c:pt>
                <c:pt idx="275">
                  <c:v>433.65</c:v>
                </c:pt>
                <c:pt idx="276">
                  <c:v>432.33</c:v>
                </c:pt>
                <c:pt idx="277">
                  <c:v>431.02</c:v>
                </c:pt>
                <c:pt idx="278">
                  <c:v>429.7</c:v>
                </c:pt>
                <c:pt idx="279">
                  <c:v>428.38</c:v>
                </c:pt>
                <c:pt idx="280">
                  <c:v>427.06</c:v>
                </c:pt>
                <c:pt idx="281">
                  <c:v>425.73</c:v>
                </c:pt>
                <c:pt idx="282">
                  <c:v>424.41</c:v>
                </c:pt>
                <c:pt idx="283">
                  <c:v>423.08</c:v>
                </c:pt>
                <c:pt idx="284">
                  <c:v>421.76</c:v>
                </c:pt>
                <c:pt idx="285">
                  <c:v>420.43</c:v>
                </c:pt>
                <c:pt idx="286">
                  <c:v>419.1</c:v>
                </c:pt>
                <c:pt idx="287">
                  <c:v>417.77</c:v>
                </c:pt>
                <c:pt idx="288">
                  <c:v>416.43</c:v>
                </c:pt>
                <c:pt idx="289">
                  <c:v>415.1</c:v>
                </c:pt>
                <c:pt idx="290">
                  <c:v>413.77</c:v>
                </c:pt>
                <c:pt idx="291">
                  <c:v>412.43</c:v>
                </c:pt>
                <c:pt idx="292">
                  <c:v>411.09</c:v>
                </c:pt>
                <c:pt idx="293">
                  <c:v>409.75</c:v>
                </c:pt>
                <c:pt idx="294">
                  <c:v>408.41</c:v>
                </c:pt>
                <c:pt idx="295">
                  <c:v>407.07</c:v>
                </c:pt>
                <c:pt idx="296">
                  <c:v>405.73</c:v>
                </c:pt>
                <c:pt idx="297">
                  <c:v>404.38</c:v>
                </c:pt>
                <c:pt idx="298">
                  <c:v>403.04</c:v>
                </c:pt>
                <c:pt idx="299">
                  <c:v>401.69</c:v>
                </c:pt>
                <c:pt idx="300">
                  <c:v>400.34</c:v>
                </c:pt>
                <c:pt idx="301">
                  <c:v>398.99</c:v>
                </c:pt>
                <c:pt idx="302">
                  <c:v>397.64</c:v>
                </c:pt>
                <c:pt idx="303">
                  <c:v>396.29</c:v>
                </c:pt>
                <c:pt idx="304">
                  <c:v>394.94</c:v>
                </c:pt>
                <c:pt idx="305">
                  <c:v>393.58</c:v>
                </c:pt>
                <c:pt idx="306">
                  <c:v>392.23</c:v>
                </c:pt>
                <c:pt idx="307">
                  <c:v>390.87</c:v>
                </c:pt>
                <c:pt idx="308">
                  <c:v>389.51</c:v>
                </c:pt>
                <c:pt idx="309">
                  <c:v>388.15</c:v>
                </c:pt>
                <c:pt idx="310">
                  <c:v>386.79</c:v>
                </c:pt>
                <c:pt idx="311">
                  <c:v>385.42</c:v>
                </c:pt>
                <c:pt idx="312">
                  <c:v>384.06</c:v>
                </c:pt>
                <c:pt idx="313">
                  <c:v>382.69</c:v>
                </c:pt>
                <c:pt idx="314">
                  <c:v>381.33</c:v>
                </c:pt>
                <c:pt idx="315">
                  <c:v>379.96</c:v>
                </c:pt>
                <c:pt idx="316">
                  <c:v>378.59</c:v>
                </c:pt>
                <c:pt idx="317">
                  <c:v>377.21</c:v>
                </c:pt>
                <c:pt idx="318">
                  <c:v>375.84</c:v>
                </c:pt>
                <c:pt idx="319">
                  <c:v>375</c:v>
                </c:pt>
                <c:pt idx="320">
                  <c:v>372.16</c:v>
                </c:pt>
                <c:pt idx="321">
                  <c:v>368.79</c:v>
                </c:pt>
                <c:pt idx="322">
                  <c:v>365.43</c:v>
                </c:pt>
                <c:pt idx="323">
                  <c:v>362.06</c:v>
                </c:pt>
                <c:pt idx="324">
                  <c:v>358.71</c:v>
                </c:pt>
                <c:pt idx="325">
                  <c:v>355.35</c:v>
                </c:pt>
                <c:pt idx="326">
                  <c:v>352</c:v>
                </c:pt>
                <c:pt idx="327">
                  <c:v>348.65</c:v>
                </c:pt>
                <c:pt idx="328">
                  <c:v>345.3</c:v>
                </c:pt>
                <c:pt idx="329">
                  <c:v>341.96</c:v>
                </c:pt>
                <c:pt idx="330">
                  <c:v>338.62</c:v>
                </c:pt>
                <c:pt idx="331">
                  <c:v>335.29</c:v>
                </c:pt>
                <c:pt idx="332">
                  <c:v>331.96</c:v>
                </c:pt>
                <c:pt idx="333">
                  <c:v>328.63</c:v>
                </c:pt>
                <c:pt idx="334">
                  <c:v>325.3</c:v>
                </c:pt>
                <c:pt idx="335">
                  <c:v>321.98</c:v>
                </c:pt>
                <c:pt idx="336">
                  <c:v>318.66000000000003</c:v>
                </c:pt>
                <c:pt idx="337">
                  <c:v>315.35000000000002</c:v>
                </c:pt>
                <c:pt idx="338">
                  <c:v>312.04000000000002</c:v>
                </c:pt>
                <c:pt idx="339">
                  <c:v>308.73</c:v>
                </c:pt>
                <c:pt idx="340">
                  <c:v>305.42</c:v>
                </c:pt>
                <c:pt idx="341">
                  <c:v>302.12</c:v>
                </c:pt>
                <c:pt idx="342">
                  <c:v>298.82</c:v>
                </c:pt>
                <c:pt idx="343">
                  <c:v>295.52</c:v>
                </c:pt>
                <c:pt idx="344">
                  <c:v>292.23</c:v>
                </c:pt>
                <c:pt idx="345">
                  <c:v>288.94</c:v>
                </c:pt>
                <c:pt idx="346">
                  <c:v>285.66000000000003</c:v>
                </c:pt>
                <c:pt idx="347">
                  <c:v>282.38</c:v>
                </c:pt>
                <c:pt idx="348">
                  <c:v>279.10000000000002</c:v>
                </c:pt>
                <c:pt idx="349">
                  <c:v>275.82</c:v>
                </c:pt>
                <c:pt idx="350">
                  <c:v>272.55</c:v>
                </c:pt>
                <c:pt idx="351">
                  <c:v>269.27999999999997</c:v>
                </c:pt>
                <c:pt idx="352">
                  <c:v>266.01</c:v>
                </c:pt>
                <c:pt idx="353">
                  <c:v>262.75</c:v>
                </c:pt>
                <c:pt idx="354">
                  <c:v>259.49</c:v>
                </c:pt>
                <c:pt idx="355">
                  <c:v>256.23</c:v>
                </c:pt>
                <c:pt idx="356">
                  <c:v>252.98</c:v>
                </c:pt>
                <c:pt idx="357">
                  <c:v>249.73</c:v>
                </c:pt>
                <c:pt idx="358">
                  <c:v>246.48</c:v>
                </c:pt>
                <c:pt idx="359">
                  <c:v>243.24</c:v>
                </c:pt>
                <c:pt idx="360">
                  <c:v>240</c:v>
                </c:pt>
                <c:pt idx="361">
                  <c:v>236.76</c:v>
                </c:pt>
                <c:pt idx="362">
                  <c:v>233.53</c:v>
                </c:pt>
                <c:pt idx="363">
                  <c:v>230.3</c:v>
                </c:pt>
                <c:pt idx="364">
                  <c:v>227.07</c:v>
                </c:pt>
                <c:pt idx="365">
                  <c:v>223.85</c:v>
                </c:pt>
                <c:pt idx="366">
                  <c:v>220.63</c:v>
                </c:pt>
                <c:pt idx="367">
                  <c:v>217.41</c:v>
                </c:pt>
                <c:pt idx="368">
                  <c:v>214.2</c:v>
                </c:pt>
                <c:pt idx="369">
                  <c:v>210.99</c:v>
                </c:pt>
                <c:pt idx="370">
                  <c:v>207.78</c:v>
                </c:pt>
                <c:pt idx="371">
                  <c:v>204.57</c:v>
                </c:pt>
                <c:pt idx="372">
                  <c:v>201.37</c:v>
                </c:pt>
                <c:pt idx="373">
                  <c:v>198.17</c:v>
                </c:pt>
                <c:pt idx="374">
                  <c:v>194.98</c:v>
                </c:pt>
                <c:pt idx="375">
                  <c:v>191.79</c:v>
                </c:pt>
                <c:pt idx="376">
                  <c:v>188.6</c:v>
                </c:pt>
                <c:pt idx="377">
                  <c:v>185.41</c:v>
                </c:pt>
                <c:pt idx="378">
                  <c:v>182.23</c:v>
                </c:pt>
                <c:pt idx="379">
                  <c:v>179.05</c:v>
                </c:pt>
                <c:pt idx="380">
                  <c:v>175.88</c:v>
                </c:pt>
                <c:pt idx="381">
                  <c:v>172.7</c:v>
                </c:pt>
                <c:pt idx="382">
                  <c:v>169.53</c:v>
                </c:pt>
                <c:pt idx="383">
                  <c:v>166.37</c:v>
                </c:pt>
                <c:pt idx="384">
                  <c:v>163.21</c:v>
                </c:pt>
                <c:pt idx="385">
                  <c:v>160.05000000000001</c:v>
                </c:pt>
                <c:pt idx="386">
                  <c:v>156.88999999999999</c:v>
                </c:pt>
                <c:pt idx="387">
                  <c:v>153.72999999999999</c:v>
                </c:pt>
                <c:pt idx="388">
                  <c:v>150.58000000000001</c:v>
                </c:pt>
                <c:pt idx="389">
                  <c:v>147.44</c:v>
                </c:pt>
                <c:pt idx="390">
                  <c:v>144.29</c:v>
                </c:pt>
                <c:pt idx="391">
                  <c:v>141.15</c:v>
                </c:pt>
                <c:pt idx="392">
                  <c:v>138.01</c:v>
                </c:pt>
                <c:pt idx="393">
                  <c:v>134.88</c:v>
                </c:pt>
                <c:pt idx="394">
                  <c:v>131.75</c:v>
                </c:pt>
                <c:pt idx="395">
                  <c:v>128.62</c:v>
                </c:pt>
                <c:pt idx="396">
                  <c:v>125.49</c:v>
                </c:pt>
                <c:pt idx="397">
                  <c:v>122.37</c:v>
                </c:pt>
                <c:pt idx="398">
                  <c:v>119.25</c:v>
                </c:pt>
                <c:pt idx="399">
                  <c:v>116.13</c:v>
                </c:pt>
                <c:pt idx="400">
                  <c:v>113.02</c:v>
                </c:pt>
                <c:pt idx="401">
                  <c:v>109.91</c:v>
                </c:pt>
                <c:pt idx="402">
                  <c:v>106.8</c:v>
                </c:pt>
                <c:pt idx="403">
                  <c:v>103.7</c:v>
                </c:pt>
                <c:pt idx="404">
                  <c:v>100.6</c:v>
                </c:pt>
                <c:pt idx="405">
                  <c:v>97.5</c:v>
                </c:pt>
                <c:pt idx="406">
                  <c:v>94.41</c:v>
                </c:pt>
                <c:pt idx="407">
                  <c:v>91.32</c:v>
                </c:pt>
                <c:pt idx="408">
                  <c:v>88.23</c:v>
                </c:pt>
                <c:pt idx="409">
                  <c:v>85.14</c:v>
                </c:pt>
                <c:pt idx="410">
                  <c:v>82.06</c:v>
                </c:pt>
                <c:pt idx="411">
                  <c:v>78.98</c:v>
                </c:pt>
                <c:pt idx="412">
                  <c:v>75.91</c:v>
                </c:pt>
                <c:pt idx="413">
                  <c:v>72.83</c:v>
                </c:pt>
                <c:pt idx="414">
                  <c:v>69.760000000000005</c:v>
                </c:pt>
                <c:pt idx="415">
                  <c:v>66.7</c:v>
                </c:pt>
                <c:pt idx="416">
                  <c:v>63.63</c:v>
                </c:pt>
                <c:pt idx="417">
                  <c:v>60.57</c:v>
                </c:pt>
                <c:pt idx="418">
                  <c:v>57.52</c:v>
                </c:pt>
                <c:pt idx="419">
                  <c:v>54.46</c:v>
                </c:pt>
                <c:pt idx="420">
                  <c:v>51.41</c:v>
                </c:pt>
                <c:pt idx="421">
                  <c:v>48.36</c:v>
                </c:pt>
                <c:pt idx="422">
                  <c:v>45.32</c:v>
                </c:pt>
                <c:pt idx="423">
                  <c:v>42.27</c:v>
                </c:pt>
                <c:pt idx="424">
                  <c:v>39.229999999999997</c:v>
                </c:pt>
                <c:pt idx="425">
                  <c:v>36.200000000000003</c:v>
                </c:pt>
                <c:pt idx="426">
                  <c:v>33.17</c:v>
                </c:pt>
                <c:pt idx="427">
                  <c:v>30.14</c:v>
                </c:pt>
                <c:pt idx="428">
                  <c:v>27.11</c:v>
                </c:pt>
                <c:pt idx="429">
                  <c:v>24.08</c:v>
                </c:pt>
                <c:pt idx="430">
                  <c:v>21.06</c:v>
                </c:pt>
                <c:pt idx="431">
                  <c:v>18.05</c:v>
                </c:pt>
                <c:pt idx="432">
                  <c:v>15.03</c:v>
                </c:pt>
                <c:pt idx="433">
                  <c:v>12.02</c:v>
                </c:pt>
                <c:pt idx="434">
                  <c:v>9.01</c:v>
                </c:pt>
                <c:pt idx="435">
                  <c:v>6</c:v>
                </c:pt>
                <c:pt idx="436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971-451C-8CCA-2C44C275CF83}"/>
            </c:ext>
          </c:extLst>
        </c:ser>
        <c:ser>
          <c:idx val="2"/>
          <c:order val="3"/>
          <c:tx>
            <c:v>Analytical Solution Day 1</c:v>
          </c:tx>
          <c:spPr>
            <a:ln w="25400" cap="rnd">
              <a:noFill/>
              <a:round/>
            </a:ln>
            <a:effectLst/>
          </c:spPr>
          <c:marker>
            <c:symbol val="triangle"/>
            <c:size val="5"/>
            <c:spPr>
              <a:solidFill>
                <a:schemeClr val="accent3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BM_STUDY_PHREEQCRM_MU_DECAY!$Q$3:$Q$52</c:f>
              <c:numCache>
                <c:formatCode>General</c:formatCode>
                <c:ptCount val="50"/>
                <c:pt idx="0">
                  <c:v>0.9999987240889</c:v>
                </c:pt>
                <c:pt idx="1">
                  <c:v>0.97625041064280504</c:v>
                </c:pt>
                <c:pt idx="2">
                  <c:v>0.94013628990079601</c:v>
                </c:pt>
                <c:pt idx="3">
                  <c:v>0.88558861203032302</c:v>
                </c:pt>
                <c:pt idx="4">
                  <c:v>0.80812069517603102</c:v>
                </c:pt>
                <c:pt idx="5">
                  <c:v>0.70726636790376396</c:v>
                </c:pt>
                <c:pt idx="6">
                  <c:v>0.58810094570183302</c:v>
                </c:pt>
                <c:pt idx="7">
                  <c:v>0.46074386758423602</c:v>
                </c:pt>
                <c:pt idx="8">
                  <c:v>0.33771950231238501</c:v>
                </c:pt>
                <c:pt idx="9">
                  <c:v>0.230281861134285</c:v>
                </c:pt>
                <c:pt idx="10">
                  <c:v>0.14541150700008601</c:v>
                </c:pt>
                <c:pt idx="11">
                  <c:v>8.4731048917254498E-2</c:v>
                </c:pt>
                <c:pt idx="12">
                  <c:v>4.5441676364469399E-2</c:v>
                </c:pt>
                <c:pt idx="13">
                  <c:v>2.2393121573023599E-2</c:v>
                </c:pt>
                <c:pt idx="14">
                  <c:v>1.01376073803207E-2</c:v>
                </c:pt>
                <c:pt idx="15">
                  <c:v>4.2289815091059099E-3</c:v>
                </c:pt>
                <c:pt idx="16">
                  <c:v>1.64534370269958E-3</c:v>
                </c:pt>
                <c:pt idx="17">
                  <c:v>6.2047250874022796E-4</c:v>
                </c:pt>
                <c:pt idx="18">
                  <c:v>2.5159290270559498E-4</c:v>
                </c:pt>
                <c:pt idx="19" formatCode="0.00E+00">
                  <c:v>1.3110352272759001E-4</c:v>
                </c:pt>
                <c:pt idx="20" formatCode="0.00E+00">
                  <c:v>9.5382730534010403E-5</c:v>
                </c:pt>
                <c:pt idx="21" formatCode="0.00E+00">
                  <c:v>8.5769897713002796E-5</c:v>
                </c:pt>
                <c:pt idx="22" formatCode="0.00E+00">
                  <c:v>8.34214465831704E-5</c:v>
                </c:pt>
                <c:pt idx="23" formatCode="0.00E+00">
                  <c:v>8.2900555778711894E-5</c:v>
                </c:pt>
                <c:pt idx="24" formatCode="0.00E+00">
                  <c:v>8.2795655528984199E-5</c:v>
                </c:pt>
                <c:pt idx="25" formatCode="0.00E+00">
                  <c:v>8.2776473435827998E-5</c:v>
                </c:pt>
                <c:pt idx="26" formatCode="0.00E+00">
                  <c:v>8.2773288313287593E-5</c:v>
                </c:pt>
                <c:pt idx="27" formatCode="0.00E+00">
                  <c:v>8.2772808044167398E-5</c:v>
                </c:pt>
                <c:pt idx="28" formatCode="0.00E+00">
                  <c:v>8.2772742280443301E-5</c:v>
                </c:pt>
                <c:pt idx="29" formatCode="0.00E+00">
                  <c:v>8.2772734102506295E-5</c:v>
                </c:pt>
                <c:pt idx="30" formatCode="0.00E+00">
                  <c:v>8.2772733178941902E-5</c:v>
                </c:pt>
                <c:pt idx="31" formatCode="0.00E+00">
                  <c:v>8.2772733084216798E-5</c:v>
                </c:pt>
                <c:pt idx="32" formatCode="0.00E+00">
                  <c:v>8.2772733075393398E-5</c:v>
                </c:pt>
                <c:pt idx="33" formatCode="0.00E+00">
                  <c:v>8.2772733074646803E-5</c:v>
                </c:pt>
                <c:pt idx="34" formatCode="0.00E+00">
                  <c:v>8.2772733074589503E-5</c:v>
                </c:pt>
                <c:pt idx="35" formatCode="0.00E+00">
                  <c:v>8.2772733074585505E-5</c:v>
                </c:pt>
                <c:pt idx="36" formatCode="0.00E+00">
                  <c:v>8.2772733074585206E-5</c:v>
                </c:pt>
                <c:pt idx="37" formatCode="0.00E+00">
                  <c:v>8.2772733074585206E-5</c:v>
                </c:pt>
                <c:pt idx="38" formatCode="0.00E+00">
                  <c:v>8.2772733074585206E-5</c:v>
                </c:pt>
                <c:pt idx="39" formatCode="0.00E+00">
                  <c:v>8.2772733074585206E-5</c:v>
                </c:pt>
                <c:pt idx="40" formatCode="0.00E+00">
                  <c:v>8.2772733074585206E-5</c:v>
                </c:pt>
                <c:pt idx="41" formatCode="0.00E+00">
                  <c:v>8.2772733074585206E-5</c:v>
                </c:pt>
                <c:pt idx="42" formatCode="0.00E+00">
                  <c:v>8.2772733074585206E-5</c:v>
                </c:pt>
                <c:pt idx="43" formatCode="0.00E+00">
                  <c:v>8.2772733074585206E-5</c:v>
                </c:pt>
                <c:pt idx="44" formatCode="0.00E+00">
                  <c:v>8.2772733074585206E-5</c:v>
                </c:pt>
                <c:pt idx="45" formatCode="0.00E+00">
                  <c:v>8.2772733074585206E-5</c:v>
                </c:pt>
                <c:pt idx="46" formatCode="0.00E+00">
                  <c:v>8.2772733074585206E-5</c:v>
                </c:pt>
                <c:pt idx="47" formatCode="0.00E+00">
                  <c:v>8.2772733074585206E-5</c:v>
                </c:pt>
                <c:pt idx="48" formatCode="0.00E+00">
                  <c:v>8.2772733074585206E-5</c:v>
                </c:pt>
                <c:pt idx="49" formatCode="0.00E+00">
                  <c:v>8.2772733074585206E-5</c:v>
                </c:pt>
              </c:numCache>
            </c:numRef>
          </c:xVal>
          <c:yVal>
            <c:numRef>
              <c:f>BM_STUDY_PHREEQCRM_MU_DECAY!$P$3:$P$52</c:f>
              <c:numCache>
                <c:formatCode>0.0000</c:formatCode>
                <c:ptCount val="50"/>
                <c:pt idx="0">
                  <c:v>749.99900000000002</c:v>
                </c:pt>
                <c:pt idx="1">
                  <c:v>734.69289795918303</c:v>
                </c:pt>
                <c:pt idx="2">
                  <c:v>719.38679591836706</c:v>
                </c:pt>
                <c:pt idx="3">
                  <c:v>704.08069387755097</c:v>
                </c:pt>
                <c:pt idx="4">
                  <c:v>688.77459183673398</c:v>
                </c:pt>
                <c:pt idx="5">
                  <c:v>673.468489795918</c:v>
                </c:pt>
                <c:pt idx="6">
                  <c:v>658.16238775510203</c:v>
                </c:pt>
                <c:pt idx="7">
                  <c:v>642.85628571428504</c:v>
                </c:pt>
                <c:pt idx="8">
                  <c:v>627.55018367346895</c:v>
                </c:pt>
                <c:pt idx="9">
                  <c:v>612.24408163265298</c:v>
                </c:pt>
                <c:pt idx="10">
                  <c:v>596.93797959183598</c:v>
                </c:pt>
                <c:pt idx="11">
                  <c:v>581.63187755102001</c:v>
                </c:pt>
                <c:pt idx="12">
                  <c:v>566.32577551020404</c:v>
                </c:pt>
                <c:pt idx="13">
                  <c:v>551.01967346938704</c:v>
                </c:pt>
                <c:pt idx="14">
                  <c:v>535.71357142857096</c:v>
                </c:pt>
                <c:pt idx="15">
                  <c:v>520.40746938775499</c:v>
                </c:pt>
                <c:pt idx="16">
                  <c:v>505.10136734693799</c:v>
                </c:pt>
                <c:pt idx="17">
                  <c:v>489.79526530612202</c:v>
                </c:pt>
                <c:pt idx="18">
                  <c:v>474.48916326530599</c:v>
                </c:pt>
                <c:pt idx="19">
                  <c:v>459.18306122448899</c:v>
                </c:pt>
                <c:pt idx="20">
                  <c:v>443.87695918367302</c:v>
                </c:pt>
                <c:pt idx="21">
                  <c:v>428.57085714285699</c:v>
                </c:pt>
                <c:pt idx="22">
                  <c:v>413.26475510204</c:v>
                </c:pt>
                <c:pt idx="23">
                  <c:v>397.95865306122403</c:v>
                </c:pt>
                <c:pt idx="24">
                  <c:v>382.652551020408</c:v>
                </c:pt>
                <c:pt idx="25">
                  <c:v>367.346448979591</c:v>
                </c:pt>
                <c:pt idx="26">
                  <c:v>352.04034693877497</c:v>
                </c:pt>
                <c:pt idx="27">
                  <c:v>336.734244897959</c:v>
                </c:pt>
                <c:pt idx="28">
                  <c:v>321.42814285714201</c:v>
                </c:pt>
                <c:pt idx="29">
                  <c:v>306.12204081632598</c:v>
                </c:pt>
                <c:pt idx="30">
                  <c:v>290.81593877551001</c:v>
                </c:pt>
                <c:pt idx="31">
                  <c:v>275.50983673469301</c:v>
                </c:pt>
                <c:pt idx="32">
                  <c:v>260.20373469387698</c:v>
                </c:pt>
                <c:pt idx="33">
                  <c:v>244.89763265306101</c:v>
                </c:pt>
                <c:pt idx="34">
                  <c:v>229.59153061224399</c:v>
                </c:pt>
                <c:pt idx="35">
                  <c:v>214.28542857142801</c:v>
                </c:pt>
                <c:pt idx="36">
                  <c:v>198.97932653061201</c:v>
                </c:pt>
                <c:pt idx="37">
                  <c:v>183.67322448979499</c:v>
                </c:pt>
                <c:pt idx="38">
                  <c:v>168.36712244897899</c:v>
                </c:pt>
                <c:pt idx="39">
                  <c:v>153.06102040816299</c:v>
                </c:pt>
                <c:pt idx="40">
                  <c:v>137.75491836734599</c:v>
                </c:pt>
                <c:pt idx="41">
                  <c:v>122.44881632652999</c:v>
                </c:pt>
                <c:pt idx="42">
                  <c:v>107.14271428571401</c:v>
                </c:pt>
                <c:pt idx="43">
                  <c:v>91.836612244897907</c:v>
                </c:pt>
                <c:pt idx="44">
                  <c:v>76.530510204081494</c:v>
                </c:pt>
                <c:pt idx="45">
                  <c:v>61.224408163265203</c:v>
                </c:pt>
                <c:pt idx="46">
                  <c:v>45.918306122448897</c:v>
                </c:pt>
                <c:pt idx="47">
                  <c:v>30.612204081632601</c:v>
                </c:pt>
                <c:pt idx="48">
                  <c:v>15.306102040816301</c:v>
                </c:pt>
                <c:pt idx="4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971-451C-8CCA-2C44C275CF83}"/>
            </c:ext>
          </c:extLst>
        </c:ser>
        <c:ser>
          <c:idx val="3"/>
          <c:order val="4"/>
          <c:tx>
            <c:v>Analytical Solution Day 3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BM_STUDY_PHREEQCRM_MU_DECAY!$T$3:$T$52</c:f>
              <c:numCache>
                <c:formatCode>General</c:formatCode>
                <c:ptCount val="50"/>
                <c:pt idx="0">
                  <c:v>0.99999909744788196</c:v>
                </c:pt>
                <c:pt idx="1">
                  <c:v>0.98625543658618298</c:v>
                </c:pt>
                <c:pt idx="2">
                  <c:v>0.97261949715101303</c:v>
                </c:pt>
                <c:pt idx="3">
                  <c:v>0.95901355835066304</c:v>
                </c:pt>
                <c:pt idx="4">
                  <c:v>0.94531007305952297</c:v>
                </c:pt>
                <c:pt idx="5">
                  <c:v>0.93131066143600905</c:v>
                </c:pt>
                <c:pt idx="6">
                  <c:v>0.91672306931138503</c:v>
                </c:pt>
                <c:pt idx="7">
                  <c:v>0.90113989914426995</c:v>
                </c:pt>
                <c:pt idx="8">
                  <c:v>0.88402489421702901</c:v>
                </c:pt>
                <c:pt idx="9">
                  <c:v>0.86471400928513198</c:v>
                </c:pt>
                <c:pt idx="10">
                  <c:v>0.84243866148078295</c:v>
                </c:pt>
                <c:pt idx="11">
                  <c:v>0.81637670648358096</c:v>
                </c:pt>
                <c:pt idx="12">
                  <c:v>0.78573247222149301</c:v>
                </c:pt>
                <c:pt idx="13">
                  <c:v>0.74984091588308399</c:v>
                </c:pt>
                <c:pt idx="14">
                  <c:v>0.70828378040987405</c:v>
                </c:pt>
                <c:pt idx="15">
                  <c:v>0.66099934592840404</c:v>
                </c:pt>
                <c:pt idx="16">
                  <c:v>0.60836409306351702</c:v>
                </c:pt>
                <c:pt idx="17">
                  <c:v>0.55122599878284795</c:v>
                </c:pt>
                <c:pt idx="18">
                  <c:v>0.49087584874865298</c:v>
                </c:pt>
                <c:pt idx="19" formatCode="0.00E+00">
                  <c:v>0.42895392549169697</c:v>
                </c:pt>
                <c:pt idx="20" formatCode="0.00E+00">
                  <c:v>0.36730231602001301</c:v>
                </c:pt>
                <c:pt idx="21" formatCode="0.00E+00">
                  <c:v>0.30778463022239999</c:v>
                </c:pt>
                <c:pt idx="22" formatCode="0.00E+00">
                  <c:v>0.25210202815119398</c:v>
                </c:pt>
                <c:pt idx="23" formatCode="0.00E+00">
                  <c:v>0.20163516376248999</c:v>
                </c:pt>
                <c:pt idx="24" formatCode="0.00E+00">
                  <c:v>0.15733580620145901</c:v>
                </c:pt>
                <c:pt idx="25" formatCode="0.00E+00">
                  <c:v>0.11968117550016499</c:v>
                </c:pt>
                <c:pt idx="26" formatCode="0.00E+00">
                  <c:v>8.8691362599741003E-2</c:v>
                </c:pt>
                <c:pt idx="27" formatCode="0.00E+00">
                  <c:v>6.3998819077260002E-2</c:v>
                </c:pt>
                <c:pt idx="28" formatCode="0.00E+00">
                  <c:v>4.4951332681615698E-2</c:v>
                </c:pt>
                <c:pt idx="29" formatCode="0.00E+00">
                  <c:v>3.0727338822797299E-2</c:v>
                </c:pt>
                <c:pt idx="30" formatCode="0.00E+00">
                  <c:v>2.0444560605317401E-2</c:v>
                </c:pt>
                <c:pt idx="31" formatCode="0.00E+00">
                  <c:v>1.3248388332052399E-2</c:v>
                </c:pt>
                <c:pt idx="32" formatCode="0.00E+00">
                  <c:v>8.3731613604944299E-3</c:v>
                </c:pt>
                <c:pt idx="33" formatCode="0.00E+00">
                  <c:v>5.1757952888904597E-3</c:v>
                </c:pt>
                <c:pt idx="34" formatCode="0.00E+00">
                  <c:v>3.1457884639454802E-3</c:v>
                </c:pt>
                <c:pt idx="35" formatCode="0.00E+00">
                  <c:v>1.8980760065406301E-3</c:v>
                </c:pt>
                <c:pt idx="36" formatCode="0.00E+00">
                  <c:v>1.1556584755709699E-3</c:v>
                </c:pt>
                <c:pt idx="37" formatCode="0.00E+00">
                  <c:v>7.2799343478228398E-4</c:v>
                </c:pt>
                <c:pt idx="38" formatCode="0.00E+00">
                  <c:v>4.8949453422550198E-4</c:v>
                </c:pt>
                <c:pt idx="39" formatCode="0.00E+00">
                  <c:v>3.60728474370382E-4</c:v>
                </c:pt>
                <c:pt idx="40" formatCode="0.00E+00">
                  <c:v>2.9342243113524903E-4</c:v>
                </c:pt>
                <c:pt idx="41" formatCode="0.00E+00">
                  <c:v>2.5936205394119999E-4</c:v>
                </c:pt>
                <c:pt idx="42" formatCode="0.00E+00">
                  <c:v>2.4267450559610699E-4</c:v>
                </c:pt>
                <c:pt idx="43" formatCode="0.00E+00">
                  <c:v>2.34758828376304E-4</c:v>
                </c:pt>
                <c:pt idx="44" formatCode="0.00E+00">
                  <c:v>2.3112352519707701E-4</c:v>
                </c:pt>
                <c:pt idx="45" formatCode="0.00E+00">
                  <c:v>2.29507103870205E-4</c:v>
                </c:pt>
                <c:pt idx="46" formatCode="0.00E+00">
                  <c:v>2.28811224393351E-4</c:v>
                </c:pt>
                <c:pt idx="47" formatCode="0.00E+00">
                  <c:v>2.2852116766666999E-4</c:v>
                </c:pt>
                <c:pt idx="48" formatCode="0.00E+00">
                  <c:v>2.2840410860383399E-4</c:v>
                </c:pt>
                <c:pt idx="49" formatCode="0.00E+00">
                  <c:v>2.2835836779241901E-4</c:v>
                </c:pt>
              </c:numCache>
            </c:numRef>
          </c:xVal>
          <c:yVal>
            <c:numRef>
              <c:f>BM_STUDY_PHREEQCRM_MU_DECAY!$S$3:$S$52</c:f>
              <c:numCache>
                <c:formatCode>0.0000</c:formatCode>
                <c:ptCount val="50"/>
                <c:pt idx="0">
                  <c:v>749.99900000000002</c:v>
                </c:pt>
                <c:pt idx="1">
                  <c:v>734.69289795918303</c:v>
                </c:pt>
                <c:pt idx="2">
                  <c:v>719.38679591836706</c:v>
                </c:pt>
                <c:pt idx="3">
                  <c:v>704.08069387755097</c:v>
                </c:pt>
                <c:pt idx="4">
                  <c:v>688.77459183673398</c:v>
                </c:pt>
                <c:pt idx="5">
                  <c:v>673.468489795918</c:v>
                </c:pt>
                <c:pt idx="6">
                  <c:v>658.16238775510203</c:v>
                </c:pt>
                <c:pt idx="7">
                  <c:v>642.85628571428504</c:v>
                </c:pt>
                <c:pt idx="8">
                  <c:v>627.55018367346895</c:v>
                </c:pt>
                <c:pt idx="9">
                  <c:v>612.24408163265298</c:v>
                </c:pt>
                <c:pt idx="10">
                  <c:v>596.93797959183598</c:v>
                </c:pt>
                <c:pt idx="11">
                  <c:v>581.63187755102001</c:v>
                </c:pt>
                <c:pt idx="12">
                  <c:v>566.32577551020404</c:v>
                </c:pt>
                <c:pt idx="13">
                  <c:v>551.01967346938704</c:v>
                </c:pt>
                <c:pt idx="14">
                  <c:v>535.71357142857096</c:v>
                </c:pt>
                <c:pt idx="15">
                  <c:v>520.40746938775499</c:v>
                </c:pt>
                <c:pt idx="16">
                  <c:v>505.10136734693799</c:v>
                </c:pt>
                <c:pt idx="17">
                  <c:v>489.79526530612202</c:v>
                </c:pt>
                <c:pt idx="18">
                  <c:v>474.48916326530599</c:v>
                </c:pt>
                <c:pt idx="19">
                  <c:v>459.18306122448899</c:v>
                </c:pt>
                <c:pt idx="20">
                  <c:v>443.87695918367302</c:v>
                </c:pt>
                <c:pt idx="21">
                  <c:v>428.57085714285699</c:v>
                </c:pt>
                <c:pt idx="22">
                  <c:v>413.26475510204</c:v>
                </c:pt>
                <c:pt idx="23">
                  <c:v>397.95865306122403</c:v>
                </c:pt>
                <c:pt idx="24">
                  <c:v>382.652551020408</c:v>
                </c:pt>
                <c:pt idx="25">
                  <c:v>367.346448979591</c:v>
                </c:pt>
                <c:pt idx="26">
                  <c:v>352.04034693877497</c:v>
                </c:pt>
                <c:pt idx="27">
                  <c:v>336.734244897959</c:v>
                </c:pt>
                <c:pt idx="28">
                  <c:v>321.42814285714201</c:v>
                </c:pt>
                <c:pt idx="29">
                  <c:v>306.12204081632598</c:v>
                </c:pt>
                <c:pt idx="30">
                  <c:v>290.81593877551001</c:v>
                </c:pt>
                <c:pt idx="31">
                  <c:v>275.50983673469301</c:v>
                </c:pt>
                <c:pt idx="32">
                  <c:v>260.20373469387698</c:v>
                </c:pt>
                <c:pt idx="33">
                  <c:v>244.89763265306101</c:v>
                </c:pt>
                <c:pt idx="34">
                  <c:v>229.59153061224399</c:v>
                </c:pt>
                <c:pt idx="35">
                  <c:v>214.28542857142801</c:v>
                </c:pt>
                <c:pt idx="36">
                  <c:v>198.97932653061201</c:v>
                </c:pt>
                <c:pt idx="37">
                  <c:v>183.67322448979499</c:v>
                </c:pt>
                <c:pt idx="38">
                  <c:v>168.36712244897899</c:v>
                </c:pt>
                <c:pt idx="39">
                  <c:v>153.06102040816299</c:v>
                </c:pt>
                <c:pt idx="40">
                  <c:v>137.75491836734599</c:v>
                </c:pt>
                <c:pt idx="41">
                  <c:v>122.44881632652999</c:v>
                </c:pt>
                <c:pt idx="42">
                  <c:v>107.14271428571401</c:v>
                </c:pt>
                <c:pt idx="43">
                  <c:v>91.836612244897907</c:v>
                </c:pt>
                <c:pt idx="44">
                  <c:v>76.530510204081494</c:v>
                </c:pt>
                <c:pt idx="45">
                  <c:v>61.224408163265203</c:v>
                </c:pt>
                <c:pt idx="46">
                  <c:v>45.918306122448897</c:v>
                </c:pt>
                <c:pt idx="47">
                  <c:v>30.612204081632601</c:v>
                </c:pt>
                <c:pt idx="48">
                  <c:v>15.306102040816301</c:v>
                </c:pt>
                <c:pt idx="4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F971-451C-8CCA-2C44C275CF83}"/>
            </c:ext>
          </c:extLst>
        </c:ser>
        <c:ser>
          <c:idx val="5"/>
          <c:order val="5"/>
          <c:tx>
            <c:v>Analytical Solution Day 5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BM_STUDY_PHREEQCRM_MU_DECAY!$W$3:$W$52</c:f>
              <c:numCache>
                <c:formatCode>General</c:formatCode>
                <c:ptCount val="50"/>
                <c:pt idx="0">
                  <c:v>0.99999909938911302</c:v>
                </c:pt>
                <c:pt idx="1">
                  <c:v>0.98630869732968796</c:v>
                </c:pt>
                <c:pt idx="2">
                  <c:v>0.97280502908910704</c:v>
                </c:pt>
                <c:pt idx="3">
                  <c:v>0.95948461680136099</c:v>
                </c:pt>
                <c:pt idx="4">
                  <c:v>0.94634326588850104</c:v>
                </c:pt>
                <c:pt idx="5">
                  <c:v>0.933375559744128</c:v>
                </c:pt>
                <c:pt idx="6">
                  <c:v>0.92057408836840304</c:v>
                </c:pt>
                <c:pt idx="7">
                  <c:v>0.90792831343429803</c:v>
                </c:pt>
                <c:pt idx="8">
                  <c:v>0.895422959966508</c:v>
                </c:pt>
                <c:pt idx="9">
                  <c:v>0.88303582446249196</c:v>
                </c:pt>
                <c:pt idx="10">
                  <c:v>0.87073490918194696</c:v>
                </c:pt>
                <c:pt idx="11">
                  <c:v>0.85847484157614995</c:v>
                </c:pt>
                <c:pt idx="12">
                  <c:v>0.84619262451577604</c:v>
                </c:pt>
                <c:pt idx="13">
                  <c:v>0.833802891549137</c:v>
                </c:pt>
                <c:pt idx="14">
                  <c:v>0.821193009472169</c:v>
                </c:pt>
                <c:pt idx="15">
                  <c:v>0.80821856560384397</c:v>
                </c:pt>
                <c:pt idx="16">
                  <c:v>0.79469997476986698</c:v>
                </c:pt>
                <c:pt idx="17">
                  <c:v>0.78042110435100498</c:v>
                </c:pt>
                <c:pt idx="18">
                  <c:v>0.765130899020392</c:v>
                </c:pt>
                <c:pt idx="19">
                  <c:v>0.74854894186584198</c:v>
                </c:pt>
                <c:pt idx="20">
                  <c:v>0.73037567524358304</c:v>
                </c:pt>
                <c:pt idx="21">
                  <c:v>0.71030760269565896</c:v>
                </c:pt>
                <c:pt idx="22">
                  <c:v>0.68805721379501406</c:v>
                </c:pt>
                <c:pt idx="23">
                  <c:v>0.66337666710267396</c:v>
                </c:pt>
                <c:pt idx="24">
                  <c:v>0.63608352225794695</c:v>
                </c:pt>
                <c:pt idx="25">
                  <c:v>0.60608615092559404</c:v>
                </c:pt>
                <c:pt idx="26">
                  <c:v>0.57340601049401796</c:v>
                </c:pt>
                <c:pt idx="27">
                  <c:v>0.53819385341041903</c:v>
                </c:pt>
                <c:pt idx="28">
                  <c:v>0.50073724722228796</c:v>
                </c:pt>
                <c:pt idx="29">
                  <c:v>0.46145750966413002</c:v>
                </c:pt>
                <c:pt idx="30">
                  <c:v>0.42089525620184398</c:v>
                </c:pt>
                <c:pt idx="31">
                  <c:v>0.37968507668005502</c:v>
                </c:pt>
                <c:pt idx="32">
                  <c:v>0.33852121074478803</c:v>
                </c:pt>
                <c:pt idx="33">
                  <c:v>0.29811726501492503</c:v>
                </c:pt>
                <c:pt idx="34">
                  <c:v>0.25916381460337601</c:v>
                </c:pt>
                <c:pt idx="35">
                  <c:v>0.22228802197196501</c:v>
                </c:pt>
                <c:pt idx="36">
                  <c:v>0.18801913782639701</c:v>
                </c:pt>
                <c:pt idx="37">
                  <c:v>0.15676296864434999</c:v>
                </c:pt>
                <c:pt idx="38">
                  <c:v>0.128787236538423</c:v>
                </c:pt>
                <c:pt idx="39">
                  <c:v>0.104218411189357</c:v>
                </c:pt>
                <c:pt idx="40">
                  <c:v>8.3049272435956001E-2</c:v>
                </c:pt>
                <c:pt idx="41">
                  <c:v>6.5155357569824698E-2</c:v>
                </c:pt>
                <c:pt idx="42">
                  <c:v>5.03176979643742E-2</c:v>
                </c:pt>
                <c:pt idx="43">
                  <c:v>3.8248921088949298E-2</c:v>
                </c:pt>
                <c:pt idx="44">
                  <c:v>2.8619876106257498E-2</c:v>
                </c:pt>
                <c:pt idx="45">
                  <c:v>2.1084360264290301E-2</c:v>
                </c:pt>
                <c:pt idx="46">
                  <c:v>1.5300164185078499E-2</c:v>
                </c:pt>
                <c:pt idx="47">
                  <c:v>1.09453876383321E-2</c:v>
                </c:pt>
                <c:pt idx="48">
                  <c:v>7.7296846884660096E-3</c:v>
                </c:pt>
                <c:pt idx="49">
                  <c:v>5.4006880187826697E-3</c:v>
                </c:pt>
              </c:numCache>
            </c:numRef>
          </c:xVal>
          <c:yVal>
            <c:numRef>
              <c:f>BM_STUDY_PHREEQCRM_MU_DECAY!$V$3:$V$52</c:f>
              <c:numCache>
                <c:formatCode>0.0000</c:formatCode>
                <c:ptCount val="50"/>
                <c:pt idx="0">
                  <c:v>749.99900000000002</c:v>
                </c:pt>
                <c:pt idx="1">
                  <c:v>734.69289795918303</c:v>
                </c:pt>
                <c:pt idx="2">
                  <c:v>719.38679591836706</c:v>
                </c:pt>
                <c:pt idx="3">
                  <c:v>704.08069387755097</c:v>
                </c:pt>
                <c:pt idx="4">
                  <c:v>688.77459183673398</c:v>
                </c:pt>
                <c:pt idx="5">
                  <c:v>673.468489795918</c:v>
                </c:pt>
                <c:pt idx="6">
                  <c:v>658.16238775510203</c:v>
                </c:pt>
                <c:pt idx="7">
                  <c:v>642.85628571428504</c:v>
                </c:pt>
                <c:pt idx="8">
                  <c:v>627.55018367346895</c:v>
                </c:pt>
                <c:pt idx="9">
                  <c:v>612.24408163265298</c:v>
                </c:pt>
                <c:pt idx="10">
                  <c:v>596.93797959183598</c:v>
                </c:pt>
                <c:pt idx="11">
                  <c:v>581.63187755102001</c:v>
                </c:pt>
                <c:pt idx="12">
                  <c:v>566.32577551020404</c:v>
                </c:pt>
                <c:pt idx="13">
                  <c:v>551.01967346938704</c:v>
                </c:pt>
                <c:pt idx="14">
                  <c:v>535.71357142857096</c:v>
                </c:pt>
                <c:pt idx="15">
                  <c:v>520.40746938775499</c:v>
                </c:pt>
                <c:pt idx="16">
                  <c:v>505.10136734693799</c:v>
                </c:pt>
                <c:pt idx="17">
                  <c:v>489.79526530612202</c:v>
                </c:pt>
                <c:pt idx="18">
                  <c:v>474.48916326530599</c:v>
                </c:pt>
                <c:pt idx="19">
                  <c:v>459.18306122448899</c:v>
                </c:pt>
                <c:pt idx="20">
                  <c:v>443.87695918367302</c:v>
                </c:pt>
                <c:pt idx="21">
                  <c:v>428.57085714285699</c:v>
                </c:pt>
                <c:pt idx="22">
                  <c:v>413.26475510204</c:v>
                </c:pt>
                <c:pt idx="23">
                  <c:v>397.95865306122403</c:v>
                </c:pt>
                <c:pt idx="24">
                  <c:v>382.652551020408</c:v>
                </c:pt>
                <c:pt idx="25">
                  <c:v>367.346448979591</c:v>
                </c:pt>
                <c:pt idx="26">
                  <c:v>352.04034693877497</c:v>
                </c:pt>
                <c:pt idx="27">
                  <c:v>336.734244897959</c:v>
                </c:pt>
                <c:pt idx="28">
                  <c:v>321.42814285714201</c:v>
                </c:pt>
                <c:pt idx="29">
                  <c:v>306.12204081632598</c:v>
                </c:pt>
                <c:pt idx="30">
                  <c:v>290.81593877551001</c:v>
                </c:pt>
                <c:pt idx="31">
                  <c:v>275.50983673469301</c:v>
                </c:pt>
                <c:pt idx="32">
                  <c:v>260.20373469387698</c:v>
                </c:pt>
                <c:pt idx="33">
                  <c:v>244.89763265306101</c:v>
                </c:pt>
                <c:pt idx="34">
                  <c:v>229.59153061224399</c:v>
                </c:pt>
                <c:pt idx="35">
                  <c:v>214.28542857142801</c:v>
                </c:pt>
                <c:pt idx="36">
                  <c:v>198.97932653061201</c:v>
                </c:pt>
                <c:pt idx="37">
                  <c:v>183.67322448979499</c:v>
                </c:pt>
                <c:pt idx="38">
                  <c:v>168.36712244897899</c:v>
                </c:pt>
                <c:pt idx="39">
                  <c:v>153.06102040816299</c:v>
                </c:pt>
                <c:pt idx="40">
                  <c:v>137.75491836734599</c:v>
                </c:pt>
                <c:pt idx="41">
                  <c:v>122.44881632652999</c:v>
                </c:pt>
                <c:pt idx="42">
                  <c:v>107.14271428571401</c:v>
                </c:pt>
                <c:pt idx="43">
                  <c:v>91.836612244897907</c:v>
                </c:pt>
                <c:pt idx="44">
                  <c:v>76.530510204081494</c:v>
                </c:pt>
                <c:pt idx="45">
                  <c:v>61.224408163265203</c:v>
                </c:pt>
                <c:pt idx="46">
                  <c:v>45.918306122448897</c:v>
                </c:pt>
                <c:pt idx="47">
                  <c:v>30.612204081632601</c:v>
                </c:pt>
                <c:pt idx="48">
                  <c:v>15.306102040816301</c:v>
                </c:pt>
                <c:pt idx="4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F971-451C-8CCA-2C44C275CF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3608624"/>
        <c:axId val="1723586544"/>
      </c:scatterChart>
      <c:valAx>
        <c:axId val="1723608624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Concentration</a:t>
                </a:r>
                <a:r>
                  <a:rPr lang="en-US" baseline="0"/>
                  <a:t> (ppm)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3586544"/>
        <c:crosses val="autoZero"/>
        <c:crossBetween val="midCat"/>
      </c:valAx>
      <c:valAx>
        <c:axId val="1723586544"/>
        <c:scaling>
          <c:orientation val="minMax"/>
          <c:max val="7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Height above the base of Soil Column (cm)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36086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Numerical Solution Day 1</c:v>
          </c:tx>
          <c:spPr>
            <a:ln w="63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'BM_STUDY_PHREEQCRM_MU_DECAY '!$G$3:$G$439</c:f>
              <c:numCache>
                <c:formatCode>General</c:formatCode>
                <c:ptCount val="437"/>
                <c:pt idx="0">
                  <c:v>0.99917999999999996</c:v>
                </c:pt>
                <c:pt idx="1">
                  <c:v>0.99619000000000002</c:v>
                </c:pt>
                <c:pt idx="2">
                  <c:v>0.99314000000000002</c:v>
                </c:pt>
                <c:pt idx="3">
                  <c:v>0.99009000000000003</c:v>
                </c:pt>
                <c:pt idx="4">
                  <c:v>0.98699999999999999</c:v>
                </c:pt>
                <c:pt idx="5">
                  <c:v>0.98394999999999999</c:v>
                </c:pt>
                <c:pt idx="6">
                  <c:v>0.98085</c:v>
                </c:pt>
                <c:pt idx="7">
                  <c:v>0.97777000000000003</c:v>
                </c:pt>
                <c:pt idx="8">
                  <c:v>0.97463</c:v>
                </c:pt>
                <c:pt idx="9">
                  <c:v>0.97148000000000001</c:v>
                </c:pt>
                <c:pt idx="10">
                  <c:v>0.96830000000000005</c:v>
                </c:pt>
                <c:pt idx="11">
                  <c:v>0.96509</c:v>
                </c:pt>
                <c:pt idx="12">
                  <c:v>0.96184999999999998</c:v>
                </c:pt>
                <c:pt idx="13">
                  <c:v>0.95857000000000003</c:v>
                </c:pt>
                <c:pt idx="14">
                  <c:v>0.95526999999999995</c:v>
                </c:pt>
                <c:pt idx="15">
                  <c:v>0.95189000000000001</c:v>
                </c:pt>
                <c:pt idx="16">
                  <c:v>0.94852000000000003</c:v>
                </c:pt>
                <c:pt idx="17">
                  <c:v>0.94506999999999997</c:v>
                </c:pt>
                <c:pt idx="18">
                  <c:v>0.94162000000000001</c:v>
                </c:pt>
                <c:pt idx="19">
                  <c:v>0.93808999999999998</c:v>
                </c:pt>
                <c:pt idx="20">
                  <c:v>0.93452000000000002</c:v>
                </c:pt>
                <c:pt idx="21">
                  <c:v>0.93089999999999995</c:v>
                </c:pt>
                <c:pt idx="22">
                  <c:v>0.92723999999999995</c:v>
                </c:pt>
                <c:pt idx="23">
                  <c:v>0.92352999999999996</c:v>
                </c:pt>
                <c:pt idx="24">
                  <c:v>0.91974</c:v>
                </c:pt>
                <c:pt idx="25">
                  <c:v>0.91593999999999998</c:v>
                </c:pt>
                <c:pt idx="26">
                  <c:v>0.91203999999999996</c:v>
                </c:pt>
                <c:pt idx="27">
                  <c:v>0.90812999999999999</c:v>
                </c:pt>
                <c:pt idx="28">
                  <c:v>0.90412999999999999</c:v>
                </c:pt>
                <c:pt idx="29">
                  <c:v>0.90007000000000004</c:v>
                </c:pt>
                <c:pt idx="30">
                  <c:v>0.89595000000000002</c:v>
                </c:pt>
                <c:pt idx="31">
                  <c:v>0.89176999999999995</c:v>
                </c:pt>
                <c:pt idx="32">
                  <c:v>0.88753000000000004</c:v>
                </c:pt>
                <c:pt idx="33">
                  <c:v>0.88322999999999996</c:v>
                </c:pt>
                <c:pt idx="34">
                  <c:v>0.87882000000000005</c:v>
                </c:pt>
                <c:pt idx="35">
                  <c:v>0.87439</c:v>
                </c:pt>
                <c:pt idx="36">
                  <c:v>0.86985000000000001</c:v>
                </c:pt>
                <c:pt idx="37">
                  <c:v>0.86528000000000005</c:v>
                </c:pt>
                <c:pt idx="38">
                  <c:v>0.86060000000000003</c:v>
                </c:pt>
                <c:pt idx="39">
                  <c:v>0.85585</c:v>
                </c:pt>
                <c:pt idx="40">
                  <c:v>0.85102999999999995</c:v>
                </c:pt>
                <c:pt idx="41">
                  <c:v>0.84614</c:v>
                </c:pt>
                <c:pt idx="42">
                  <c:v>0.84116999999999997</c:v>
                </c:pt>
                <c:pt idx="43">
                  <c:v>0.83608000000000005</c:v>
                </c:pt>
                <c:pt idx="44">
                  <c:v>0.83094999999999997</c:v>
                </c:pt>
                <c:pt idx="45">
                  <c:v>0.82576000000000005</c:v>
                </c:pt>
                <c:pt idx="46">
                  <c:v>0.82042999999999999</c:v>
                </c:pt>
                <c:pt idx="47">
                  <c:v>0.81501999999999997</c:v>
                </c:pt>
                <c:pt idx="48">
                  <c:v>0.80954000000000004</c:v>
                </c:pt>
                <c:pt idx="49">
                  <c:v>0.80403000000000002</c:v>
                </c:pt>
                <c:pt idx="50">
                  <c:v>0.79837999999999998</c:v>
                </c:pt>
                <c:pt idx="51">
                  <c:v>0.79259999999999997</c:v>
                </c:pt>
                <c:pt idx="52">
                  <c:v>0.78678000000000003</c:v>
                </c:pt>
                <c:pt idx="53">
                  <c:v>0.78088999999999997</c:v>
                </c:pt>
                <c:pt idx="54">
                  <c:v>0.77485999999999999</c:v>
                </c:pt>
                <c:pt idx="55">
                  <c:v>0.76880000000000004</c:v>
                </c:pt>
                <c:pt idx="56">
                  <c:v>0.76261000000000001</c:v>
                </c:pt>
                <c:pt idx="57">
                  <c:v>0.75632999999999995</c:v>
                </c:pt>
                <c:pt idx="58">
                  <c:v>0.75002000000000002</c:v>
                </c:pt>
                <c:pt idx="59">
                  <c:v>0.74358000000000002</c:v>
                </c:pt>
                <c:pt idx="60">
                  <c:v>0.73706000000000005</c:v>
                </c:pt>
                <c:pt idx="61">
                  <c:v>0.73038999999999998</c:v>
                </c:pt>
                <c:pt idx="62">
                  <c:v>0.72370000000000001</c:v>
                </c:pt>
                <c:pt idx="63">
                  <c:v>0.71694000000000002</c:v>
                </c:pt>
                <c:pt idx="64">
                  <c:v>0.71003000000000005</c:v>
                </c:pt>
                <c:pt idx="65">
                  <c:v>0.70311000000000001</c:v>
                </c:pt>
                <c:pt idx="66">
                  <c:v>0.69603999999999999</c:v>
                </c:pt>
                <c:pt idx="67">
                  <c:v>0.68891000000000002</c:v>
                </c:pt>
                <c:pt idx="68">
                  <c:v>0.68169000000000002</c:v>
                </c:pt>
                <c:pt idx="69">
                  <c:v>0.67440999999999995</c:v>
                </c:pt>
                <c:pt idx="70">
                  <c:v>0.66705999999999999</c:v>
                </c:pt>
                <c:pt idx="71">
                  <c:v>0.65963000000000005</c:v>
                </c:pt>
                <c:pt idx="72">
                  <c:v>0.65207000000000004</c:v>
                </c:pt>
                <c:pt idx="73">
                  <c:v>0.64451000000000003</c:v>
                </c:pt>
                <c:pt idx="74">
                  <c:v>0.63683000000000001</c:v>
                </c:pt>
                <c:pt idx="75">
                  <c:v>0.62914999999999999</c:v>
                </c:pt>
                <c:pt idx="76">
                  <c:v>0.62134</c:v>
                </c:pt>
                <c:pt idx="77">
                  <c:v>0.61346999999999996</c:v>
                </c:pt>
                <c:pt idx="78">
                  <c:v>0.60555000000000003</c:v>
                </c:pt>
                <c:pt idx="79">
                  <c:v>0.59758999999999995</c:v>
                </c:pt>
                <c:pt idx="80">
                  <c:v>0.58957000000000004</c:v>
                </c:pt>
                <c:pt idx="81">
                  <c:v>0.58143</c:v>
                </c:pt>
                <c:pt idx="82">
                  <c:v>0.57333000000000001</c:v>
                </c:pt>
                <c:pt idx="83">
                  <c:v>0.56511</c:v>
                </c:pt>
                <c:pt idx="84">
                  <c:v>0.55693000000000004</c:v>
                </c:pt>
                <c:pt idx="85">
                  <c:v>0.54864000000000002</c:v>
                </c:pt>
                <c:pt idx="86">
                  <c:v>0.54032999999999998</c:v>
                </c:pt>
                <c:pt idx="87">
                  <c:v>0.53198999999999996</c:v>
                </c:pt>
                <c:pt idx="88">
                  <c:v>0.52361999999999997</c:v>
                </c:pt>
                <c:pt idx="89">
                  <c:v>0.51524000000000003</c:v>
                </c:pt>
                <c:pt idx="90">
                  <c:v>0.50677000000000005</c:v>
                </c:pt>
                <c:pt idx="91">
                  <c:v>0.49836000000000003</c:v>
                </c:pt>
                <c:pt idx="92">
                  <c:v>0.48993999999999999</c:v>
                </c:pt>
                <c:pt idx="93">
                  <c:v>0.48144999999999999</c:v>
                </c:pt>
                <c:pt idx="94">
                  <c:v>0.47294999999999998</c:v>
                </c:pt>
                <c:pt idx="95">
                  <c:v>0.46445999999999998</c:v>
                </c:pt>
                <c:pt idx="96">
                  <c:v>0.45596999999999999</c:v>
                </c:pt>
                <c:pt idx="97">
                  <c:v>0.44750000000000001</c:v>
                </c:pt>
                <c:pt idx="98">
                  <c:v>0.43903999999999999</c:v>
                </c:pt>
                <c:pt idx="99">
                  <c:v>0.43060999999999999</c:v>
                </c:pt>
                <c:pt idx="100">
                  <c:v>0.42212</c:v>
                </c:pt>
                <c:pt idx="101">
                  <c:v>0.41374</c:v>
                </c:pt>
                <c:pt idx="102">
                  <c:v>0.40531</c:v>
                </c:pt>
                <c:pt idx="103">
                  <c:v>0.39699000000000001</c:v>
                </c:pt>
                <c:pt idx="104">
                  <c:v>0.38863999999999999</c:v>
                </c:pt>
                <c:pt idx="105">
                  <c:v>0.38033</c:v>
                </c:pt>
                <c:pt idx="106">
                  <c:v>0.37207000000000001</c:v>
                </c:pt>
                <c:pt idx="107">
                  <c:v>0.36386000000000002</c:v>
                </c:pt>
                <c:pt idx="108">
                  <c:v>0.35564000000000001</c:v>
                </c:pt>
                <c:pt idx="109">
                  <c:v>0.34755000000000003</c:v>
                </c:pt>
                <c:pt idx="110">
                  <c:v>0.33944000000000002</c:v>
                </c:pt>
                <c:pt idx="111">
                  <c:v>0.33148</c:v>
                </c:pt>
                <c:pt idx="112">
                  <c:v>0.32351000000000002</c:v>
                </c:pt>
                <c:pt idx="113">
                  <c:v>0.31562000000000001</c:v>
                </c:pt>
                <c:pt idx="114">
                  <c:v>0.30780999999999997</c:v>
                </c:pt>
                <c:pt idx="115">
                  <c:v>0.30008000000000001</c:v>
                </c:pt>
                <c:pt idx="116">
                  <c:v>0.29243000000000002</c:v>
                </c:pt>
                <c:pt idx="117">
                  <c:v>0.28487000000000001</c:v>
                </c:pt>
                <c:pt idx="118">
                  <c:v>0.27733000000000002</c:v>
                </c:pt>
                <c:pt idx="119">
                  <c:v>0.26995000000000002</c:v>
                </c:pt>
                <c:pt idx="120">
                  <c:v>0.2626</c:v>
                </c:pt>
                <c:pt idx="121">
                  <c:v>0.25535000000000002</c:v>
                </c:pt>
                <c:pt idx="122">
                  <c:v>0.2482</c:v>
                </c:pt>
                <c:pt idx="123">
                  <c:v>0.24121999999999999</c:v>
                </c:pt>
                <c:pt idx="124">
                  <c:v>0.23422000000000001</c:v>
                </c:pt>
                <c:pt idx="125">
                  <c:v>0.22739000000000001</c:v>
                </c:pt>
                <c:pt idx="126">
                  <c:v>0.22066</c:v>
                </c:pt>
                <c:pt idx="127">
                  <c:v>0.21406</c:v>
                </c:pt>
                <c:pt idx="128">
                  <c:v>0.20749999999999999</c:v>
                </c:pt>
                <c:pt idx="129">
                  <c:v>0.20107</c:v>
                </c:pt>
                <c:pt idx="130">
                  <c:v>0.1948</c:v>
                </c:pt>
                <c:pt idx="131">
                  <c:v>0.18859999999999999</c:v>
                </c:pt>
                <c:pt idx="132">
                  <c:v>0.18251999999999999</c:v>
                </c:pt>
                <c:pt idx="133">
                  <c:v>0.17655999999999999</c:v>
                </c:pt>
                <c:pt idx="134">
                  <c:v>0.17066999999999999</c:v>
                </c:pt>
                <c:pt idx="135">
                  <c:v>0.16496</c:v>
                </c:pt>
                <c:pt idx="136">
                  <c:v>0.15937000000000001</c:v>
                </c:pt>
                <c:pt idx="137">
                  <c:v>0.15384999999999999</c:v>
                </c:pt>
                <c:pt idx="138">
                  <c:v>0.14846000000000001</c:v>
                </c:pt>
                <c:pt idx="139">
                  <c:v>0.14324999999999999</c:v>
                </c:pt>
                <c:pt idx="140">
                  <c:v>0.13811000000000001</c:v>
                </c:pt>
                <c:pt idx="141">
                  <c:v>0.13309000000000001</c:v>
                </c:pt>
                <c:pt idx="142">
                  <c:v>0.12820000000000001</c:v>
                </c:pt>
                <c:pt idx="143">
                  <c:v>0.12339</c:v>
                </c:pt>
                <c:pt idx="144">
                  <c:v>0.11874999999999999</c:v>
                </c:pt>
                <c:pt idx="145">
                  <c:v>0.1142</c:v>
                </c:pt>
                <c:pt idx="146">
                  <c:v>0.10979999999999999</c:v>
                </c:pt>
                <c:pt idx="147">
                  <c:v>0.10549</c:v>
                </c:pt>
                <c:pt idx="148">
                  <c:v>0.1013</c:v>
                </c:pt>
                <c:pt idx="149" formatCode="0.00E+00">
                  <c:v>9.7238000000000005E-2</c:v>
                </c:pt>
                <c:pt idx="150" formatCode="0.00E+00">
                  <c:v>9.3292E-2</c:v>
                </c:pt>
                <c:pt idx="151" formatCode="0.00E+00">
                  <c:v>8.9464000000000002E-2</c:v>
                </c:pt>
                <c:pt idx="152" formatCode="0.00E+00">
                  <c:v>8.5751999999999995E-2</c:v>
                </c:pt>
                <c:pt idx="153" formatCode="0.00E+00">
                  <c:v>8.2126000000000005E-2</c:v>
                </c:pt>
                <c:pt idx="154" formatCode="0.00E+00">
                  <c:v>7.8645000000000007E-2</c:v>
                </c:pt>
                <c:pt idx="155" formatCode="0.00E+00">
                  <c:v>7.5246999999999994E-2</c:v>
                </c:pt>
                <c:pt idx="156" formatCode="0.00E+00">
                  <c:v>7.1961999999999998E-2</c:v>
                </c:pt>
                <c:pt idx="157" formatCode="0.00E+00">
                  <c:v>6.8812999999999999E-2</c:v>
                </c:pt>
                <c:pt idx="158" formatCode="0.00E+00">
                  <c:v>6.5744999999999998E-2</c:v>
                </c:pt>
                <c:pt idx="159" formatCode="0.00E+00">
                  <c:v>6.2784000000000006E-2</c:v>
                </c:pt>
                <c:pt idx="160" formatCode="0.00E+00">
                  <c:v>5.9902999999999998E-2</c:v>
                </c:pt>
                <c:pt idx="161" formatCode="0.00E+00">
                  <c:v>5.7148999999999998E-2</c:v>
                </c:pt>
                <c:pt idx="162" formatCode="0.00E+00">
                  <c:v>5.4472E-2</c:v>
                </c:pt>
                <c:pt idx="163" formatCode="0.00E+00">
                  <c:v>5.1916999999999998E-2</c:v>
                </c:pt>
                <c:pt idx="164" formatCode="0.00E+00">
                  <c:v>4.9437000000000002E-2</c:v>
                </c:pt>
                <c:pt idx="165" formatCode="0.00E+00">
                  <c:v>4.7051000000000003E-2</c:v>
                </c:pt>
                <c:pt idx="166" formatCode="0.00E+00">
                  <c:v>4.4759E-2</c:v>
                </c:pt>
                <c:pt idx="167" formatCode="0.00E+00">
                  <c:v>4.2556999999999998E-2</c:v>
                </c:pt>
                <c:pt idx="168" formatCode="0.00E+00">
                  <c:v>4.0441999999999999E-2</c:v>
                </c:pt>
                <c:pt idx="169" formatCode="0.00E+00">
                  <c:v>3.8413999999999997E-2</c:v>
                </c:pt>
                <c:pt idx="170" formatCode="0.00E+00">
                  <c:v>3.6469000000000001E-2</c:v>
                </c:pt>
                <c:pt idx="171" formatCode="0.00E+00">
                  <c:v>3.4589000000000002E-2</c:v>
                </c:pt>
                <c:pt idx="172" formatCode="0.00E+00">
                  <c:v>3.2788999999999999E-2</c:v>
                </c:pt>
                <c:pt idx="173" formatCode="0.00E+00">
                  <c:v>3.1081999999999999E-2</c:v>
                </c:pt>
                <c:pt idx="174" formatCode="0.00E+00">
                  <c:v>2.9433999999999998E-2</c:v>
                </c:pt>
                <c:pt idx="175" formatCode="0.00E+00">
                  <c:v>2.7859999999999999E-2</c:v>
                </c:pt>
                <c:pt idx="176" formatCode="0.00E+00">
                  <c:v>2.6356000000000001E-2</c:v>
                </c:pt>
                <c:pt idx="177" formatCode="0.00E+00">
                  <c:v>2.4908E-2</c:v>
                </c:pt>
                <c:pt idx="178" formatCode="0.00E+00">
                  <c:v>2.3539000000000001E-2</c:v>
                </c:pt>
                <c:pt idx="179" formatCode="0.00E+00">
                  <c:v>2.2234E-2</c:v>
                </c:pt>
                <c:pt idx="180" formatCode="0.00E+00">
                  <c:v>2.0979999999999999E-2</c:v>
                </c:pt>
                <c:pt idx="181" formatCode="0.00E+00">
                  <c:v>1.9786000000000002E-2</c:v>
                </c:pt>
                <c:pt idx="182" formatCode="0.00E+00">
                  <c:v>1.865E-2</c:v>
                </c:pt>
                <c:pt idx="183" formatCode="0.00E+00">
                  <c:v>1.7578E-2</c:v>
                </c:pt>
                <c:pt idx="184" formatCode="0.00E+00">
                  <c:v>1.6542999999999999E-2</c:v>
                </c:pt>
                <c:pt idx="185" formatCode="0.00E+00">
                  <c:v>1.5569E-2</c:v>
                </c:pt>
                <c:pt idx="186" formatCode="0.00E+00">
                  <c:v>1.4643E-2</c:v>
                </c:pt>
                <c:pt idx="187" formatCode="0.00E+00">
                  <c:v>1.3766E-2</c:v>
                </c:pt>
                <c:pt idx="188" formatCode="0.00E+00">
                  <c:v>1.2926999999999999E-2</c:v>
                </c:pt>
                <c:pt idx="189" formatCode="0.00E+00">
                  <c:v>1.2133E-2</c:v>
                </c:pt>
                <c:pt idx="190" formatCode="0.00E+00">
                  <c:v>1.1388000000000001E-2</c:v>
                </c:pt>
                <c:pt idx="191" formatCode="0.00E+00">
                  <c:v>1.0676E-2</c:v>
                </c:pt>
                <c:pt idx="192" formatCode="0.00E+00">
                  <c:v>1.0004000000000001E-2</c:v>
                </c:pt>
                <c:pt idx="193" formatCode="0.00E+00">
                  <c:v>9.3640000000000008E-3</c:v>
                </c:pt>
                <c:pt idx="194" formatCode="0.00E+00">
                  <c:v>8.7647000000000003E-3</c:v>
                </c:pt>
                <c:pt idx="195" formatCode="0.00E+00">
                  <c:v>8.1992999999999996E-3</c:v>
                </c:pt>
                <c:pt idx="196" formatCode="0.00E+00">
                  <c:v>7.6619000000000001E-3</c:v>
                </c:pt>
                <c:pt idx="197" formatCode="0.00E+00">
                  <c:v>7.1596000000000003E-3</c:v>
                </c:pt>
                <c:pt idx="198" formatCode="0.00E+00">
                  <c:v>6.6828E-3</c:v>
                </c:pt>
                <c:pt idx="199" formatCode="0.00E+00">
                  <c:v>6.2342999999999999E-3</c:v>
                </c:pt>
                <c:pt idx="200" formatCode="0.00E+00">
                  <c:v>5.8126000000000002E-3</c:v>
                </c:pt>
                <c:pt idx="201" formatCode="0.00E+00">
                  <c:v>5.4164E-3</c:v>
                </c:pt>
                <c:pt idx="202" formatCode="0.00E+00">
                  <c:v>5.0444000000000001E-3</c:v>
                </c:pt>
                <c:pt idx="203" formatCode="0.00E+00">
                  <c:v>4.6924999999999996E-3</c:v>
                </c:pt>
                <c:pt idx="204" formatCode="0.00E+00">
                  <c:v>4.3651999999999996E-3</c:v>
                </c:pt>
                <c:pt idx="205" formatCode="0.00E+00">
                  <c:v>4.0561E-3</c:v>
                </c:pt>
                <c:pt idx="206" formatCode="0.00E+00">
                  <c:v>3.7667E-3</c:v>
                </c:pt>
                <c:pt idx="207" formatCode="0.00E+00">
                  <c:v>3.4959000000000001E-3</c:v>
                </c:pt>
                <c:pt idx="208" formatCode="0.00E+00">
                  <c:v>3.2426999999999998E-3</c:v>
                </c:pt>
                <c:pt idx="209" formatCode="0.00E+00">
                  <c:v>3.0060999999999998E-3</c:v>
                </c:pt>
                <c:pt idx="210" formatCode="0.00E+00">
                  <c:v>2.7851999999999998E-3</c:v>
                </c:pt>
                <c:pt idx="211" formatCode="0.00E+00">
                  <c:v>2.5790000000000001E-3</c:v>
                </c:pt>
                <c:pt idx="212" formatCode="0.00E+00">
                  <c:v>2.3852000000000001E-3</c:v>
                </c:pt>
                <c:pt idx="213" formatCode="0.00E+00">
                  <c:v>2.2060999999999999E-3</c:v>
                </c:pt>
                <c:pt idx="214" formatCode="0.00E+00">
                  <c:v>2.0379E-3</c:v>
                </c:pt>
                <c:pt idx="215" formatCode="0.00E+00">
                  <c:v>1.8814999999999999E-3</c:v>
                </c:pt>
                <c:pt idx="216" formatCode="0.00E+00">
                  <c:v>1.7359999999999999E-3</c:v>
                </c:pt>
                <c:pt idx="217" formatCode="0.00E+00">
                  <c:v>1.6008999999999999E-3</c:v>
                </c:pt>
                <c:pt idx="218" formatCode="0.00E+00">
                  <c:v>1.4754E-3</c:v>
                </c:pt>
                <c:pt idx="219" formatCode="0.00E+00">
                  <c:v>1.358E-3</c:v>
                </c:pt>
                <c:pt idx="220" formatCode="0.00E+00">
                  <c:v>1.2501000000000001E-3</c:v>
                </c:pt>
                <c:pt idx="221" formatCode="0.00E+00">
                  <c:v>1.1492E-3</c:v>
                </c:pt>
                <c:pt idx="222" formatCode="0.00E+00">
                  <c:v>1.0566E-3</c:v>
                </c:pt>
                <c:pt idx="223" formatCode="0.00E+00">
                  <c:v>9.7026000000000002E-4</c:v>
                </c:pt>
                <c:pt idx="224" formatCode="0.00E+00">
                  <c:v>8.9041000000000001E-4</c:v>
                </c:pt>
                <c:pt idx="225" formatCode="0.00E+00">
                  <c:v>8.1663000000000005E-4</c:v>
                </c:pt>
                <c:pt idx="226" formatCode="0.00E+00">
                  <c:v>7.4852000000000002E-4</c:v>
                </c:pt>
                <c:pt idx="227" formatCode="0.00E+00">
                  <c:v>6.8519999999999996E-4</c:v>
                </c:pt>
                <c:pt idx="228" formatCode="0.00E+00">
                  <c:v>6.2728999999999997E-4</c:v>
                </c:pt>
                <c:pt idx="229" formatCode="0.00E+00">
                  <c:v>5.7352E-4</c:v>
                </c:pt>
                <c:pt idx="230" formatCode="0.00E+00">
                  <c:v>5.2404000000000003E-4</c:v>
                </c:pt>
                <c:pt idx="231" formatCode="0.00E+00">
                  <c:v>4.7888E-4</c:v>
                </c:pt>
                <c:pt idx="232" formatCode="0.00E+00">
                  <c:v>4.3702999999999998E-4</c:v>
                </c:pt>
                <c:pt idx="233" formatCode="0.00E+00">
                  <c:v>3.9858999999999999E-4</c:v>
                </c:pt>
                <c:pt idx="234" formatCode="0.00E+00">
                  <c:v>3.6305000000000002E-4</c:v>
                </c:pt>
                <c:pt idx="235" formatCode="0.00E+00">
                  <c:v>3.3071000000000001E-4</c:v>
                </c:pt>
                <c:pt idx="236" formatCode="0.00E+00">
                  <c:v>3.0106000000000002E-4</c:v>
                </c:pt>
                <c:pt idx="237" formatCode="0.00E+00">
                  <c:v>2.7370999999999998E-4</c:v>
                </c:pt>
                <c:pt idx="238" formatCode="0.00E+00">
                  <c:v>2.4867999999999998E-4</c:v>
                </c:pt>
                <c:pt idx="239" formatCode="0.00E+00">
                  <c:v>2.2580000000000001E-4</c:v>
                </c:pt>
                <c:pt idx="240" formatCode="0.00E+00">
                  <c:v>2.0489E-4</c:v>
                </c:pt>
                <c:pt idx="241" formatCode="0.00E+00">
                  <c:v>1.8581000000000001E-4</c:v>
                </c:pt>
                <c:pt idx="242" formatCode="0.00E+00">
                  <c:v>1.6839000000000001E-4</c:v>
                </c:pt>
                <c:pt idx="243" formatCode="0.00E+00">
                  <c:v>1.5252000000000001E-4</c:v>
                </c:pt>
                <c:pt idx="244" formatCode="0.00E+00">
                  <c:v>1.3794E-4</c:v>
                </c:pt>
                <c:pt idx="245" formatCode="0.00E+00">
                  <c:v>1.2478000000000001E-4</c:v>
                </c:pt>
                <c:pt idx="246" formatCode="0.00E+00">
                  <c:v>1.1271E-4</c:v>
                </c:pt>
                <c:pt idx="247" formatCode="0.00E+00">
                  <c:v>1.0175000000000001E-4</c:v>
                </c:pt>
                <c:pt idx="248" formatCode="0.00E+00">
                  <c:v>9.1792999999999993E-5</c:v>
                </c:pt>
                <c:pt idx="249" formatCode="0.00E+00">
                  <c:v>8.2757999999999996E-5</c:v>
                </c:pt>
                <c:pt idx="250" formatCode="0.00E+00">
                  <c:v>7.4564E-5</c:v>
                </c:pt>
                <c:pt idx="251" formatCode="0.00E+00">
                  <c:v>6.7084999999999999E-5</c:v>
                </c:pt>
                <c:pt idx="252" formatCode="0.00E+00">
                  <c:v>6.0365000000000002E-5</c:v>
                </c:pt>
                <c:pt idx="253" formatCode="0.00E+00">
                  <c:v>5.4240000000000002E-5</c:v>
                </c:pt>
                <c:pt idx="254" formatCode="0.00E+00">
                  <c:v>4.8704E-5</c:v>
                </c:pt>
                <c:pt idx="255" formatCode="0.00E+00">
                  <c:v>4.3705000000000003E-5</c:v>
                </c:pt>
                <c:pt idx="256" formatCode="0.00E+00">
                  <c:v>3.9193999999999998E-5</c:v>
                </c:pt>
                <c:pt idx="257" formatCode="0.00E+00">
                  <c:v>3.5126000000000002E-5</c:v>
                </c:pt>
                <c:pt idx="258" formatCode="0.00E+00">
                  <c:v>3.1458999999999998E-5</c:v>
                </c:pt>
                <c:pt idx="259" formatCode="0.00E+00">
                  <c:v>2.8133E-5</c:v>
                </c:pt>
                <c:pt idx="260" formatCode="0.00E+00">
                  <c:v>2.5162999999999999E-5</c:v>
                </c:pt>
                <c:pt idx="261" formatCode="0.00E+00">
                  <c:v>2.2473E-5</c:v>
                </c:pt>
                <c:pt idx="262" formatCode="0.00E+00">
                  <c:v>2.0057000000000001E-5</c:v>
                </c:pt>
                <c:pt idx="263" formatCode="0.00E+00">
                  <c:v>1.789E-5</c:v>
                </c:pt>
                <c:pt idx="264" formatCode="0.00E+00">
                  <c:v>1.5945000000000001E-5</c:v>
                </c:pt>
                <c:pt idx="265" formatCode="0.00E+00">
                  <c:v>1.4202999999999999E-5</c:v>
                </c:pt>
                <c:pt idx="266" formatCode="0.00E+00">
                  <c:v>1.2643000000000001E-5</c:v>
                </c:pt>
                <c:pt idx="267" formatCode="0.00E+00">
                  <c:v>1.1236999999999999E-5</c:v>
                </c:pt>
                <c:pt idx="268" formatCode="0.00E+00">
                  <c:v>9.9891000000000006E-6</c:v>
                </c:pt>
                <c:pt idx="269" formatCode="0.00E+00">
                  <c:v>8.8660999999999997E-6</c:v>
                </c:pt>
                <c:pt idx="270" formatCode="0.00E+00">
                  <c:v>7.8640999999999998E-6</c:v>
                </c:pt>
                <c:pt idx="271" formatCode="0.00E+00">
                  <c:v>6.9707E-6</c:v>
                </c:pt>
                <c:pt idx="272" formatCode="0.00E+00">
                  <c:v>6.1746000000000001E-6</c:v>
                </c:pt>
                <c:pt idx="273" formatCode="0.00E+00">
                  <c:v>5.4658000000000003E-6</c:v>
                </c:pt>
                <c:pt idx="274" formatCode="0.00E+00">
                  <c:v>4.8350000000000003E-6</c:v>
                </c:pt>
                <c:pt idx="275" formatCode="0.00E+00">
                  <c:v>4.2702000000000002E-6</c:v>
                </c:pt>
                <c:pt idx="276" formatCode="0.00E+00">
                  <c:v>3.7689E-6</c:v>
                </c:pt>
                <c:pt idx="277" formatCode="0.00E+00">
                  <c:v>3.3272000000000001E-6</c:v>
                </c:pt>
                <c:pt idx="278" formatCode="0.00E+00">
                  <c:v>2.9326000000000001E-6</c:v>
                </c:pt>
                <c:pt idx="279" formatCode="0.00E+00">
                  <c:v>2.5830000000000001E-6</c:v>
                </c:pt>
                <c:pt idx="280" formatCode="0.00E+00">
                  <c:v>2.2734999999999999E-6</c:v>
                </c:pt>
                <c:pt idx="281" formatCode="0.00E+00">
                  <c:v>1.9978000000000002E-6</c:v>
                </c:pt>
                <c:pt idx="282" formatCode="0.00E+00">
                  <c:v>1.756E-6</c:v>
                </c:pt>
                <c:pt idx="283" formatCode="0.00E+00">
                  <c:v>1.5409999999999999E-6</c:v>
                </c:pt>
                <c:pt idx="284" formatCode="0.00E+00">
                  <c:v>1.3526E-6</c:v>
                </c:pt>
                <c:pt idx="285" formatCode="0.00E+00">
                  <c:v>1.1852999999999999E-6</c:v>
                </c:pt>
                <c:pt idx="286" formatCode="0.00E+00">
                  <c:v>1.0380000000000001E-6</c:v>
                </c:pt>
                <c:pt idx="287" formatCode="0.00E+00">
                  <c:v>9.0834999999999995E-7</c:v>
                </c:pt>
                <c:pt idx="288" formatCode="0.00E+00">
                  <c:v>7.9355999999999997E-7</c:v>
                </c:pt>
                <c:pt idx="289" formatCode="0.00E+00">
                  <c:v>6.9347999999999999E-7</c:v>
                </c:pt>
                <c:pt idx="290" formatCode="0.00E+00">
                  <c:v>6.0559999999999997E-7</c:v>
                </c:pt>
                <c:pt idx="291" formatCode="0.00E+00">
                  <c:v>5.2796000000000002E-7</c:v>
                </c:pt>
                <c:pt idx="292" formatCode="0.00E+00">
                  <c:v>4.5994999999999999E-7</c:v>
                </c:pt>
                <c:pt idx="293" formatCode="0.00E+00">
                  <c:v>4.0041999999999998E-7</c:v>
                </c:pt>
                <c:pt idx="294" formatCode="0.00E+00">
                  <c:v>3.4835000000000002E-7</c:v>
                </c:pt>
                <c:pt idx="295" formatCode="0.00E+00">
                  <c:v>3.0283000000000002E-7</c:v>
                </c:pt>
                <c:pt idx="296" formatCode="0.00E+00">
                  <c:v>2.6308E-7</c:v>
                </c:pt>
                <c:pt idx="297" formatCode="0.00E+00">
                  <c:v>2.2814999999999999E-7</c:v>
                </c:pt>
                <c:pt idx="298" formatCode="0.00E+00">
                  <c:v>1.9791999999999999E-7</c:v>
                </c:pt>
                <c:pt idx="299" formatCode="0.00E+00">
                  <c:v>1.7140000000000001E-7</c:v>
                </c:pt>
                <c:pt idx="300" formatCode="0.00E+00">
                  <c:v>1.4831999999999999E-7</c:v>
                </c:pt>
                <c:pt idx="301" formatCode="0.00E+00">
                  <c:v>1.2826000000000001E-7</c:v>
                </c:pt>
                <c:pt idx="302" formatCode="0.00E+00">
                  <c:v>1.1082999999999999E-7</c:v>
                </c:pt>
                <c:pt idx="303" formatCode="0.00E+00">
                  <c:v>9.5706999999999998E-8</c:v>
                </c:pt>
                <c:pt idx="304" formatCode="0.00E+00">
                  <c:v>8.2583999999999994E-8</c:v>
                </c:pt>
                <c:pt idx="305" formatCode="0.00E+00">
                  <c:v>7.1133999999999994E-8</c:v>
                </c:pt>
                <c:pt idx="306" formatCode="0.00E+00">
                  <c:v>6.1293000000000005E-8</c:v>
                </c:pt>
                <c:pt idx="307" formatCode="0.00E+00">
                  <c:v>5.2717000000000001E-8</c:v>
                </c:pt>
                <c:pt idx="308" formatCode="0.00E+00">
                  <c:v>4.5308999999999999E-8</c:v>
                </c:pt>
                <c:pt idx="309" formatCode="0.00E+00">
                  <c:v>3.8911999999999998E-8</c:v>
                </c:pt>
                <c:pt idx="310" formatCode="0.00E+00">
                  <c:v>3.3393E-8</c:v>
                </c:pt>
                <c:pt idx="311" formatCode="0.00E+00">
                  <c:v>2.8603999999999999E-8</c:v>
                </c:pt>
                <c:pt idx="312" formatCode="0.00E+00">
                  <c:v>2.4508E-8</c:v>
                </c:pt>
                <c:pt idx="313" formatCode="0.00E+00">
                  <c:v>2.0958999999999999E-8</c:v>
                </c:pt>
                <c:pt idx="314" formatCode="0.00E+00">
                  <c:v>1.7926999999999999E-8</c:v>
                </c:pt>
                <c:pt idx="315" formatCode="0.00E+00">
                  <c:v>1.5302E-8</c:v>
                </c:pt>
                <c:pt idx="316" formatCode="0.00E+00">
                  <c:v>1.3046E-8</c:v>
                </c:pt>
                <c:pt idx="317" formatCode="0.00E+00">
                  <c:v>1.1094E-8</c:v>
                </c:pt>
                <c:pt idx="318" formatCode="0.00E+00">
                  <c:v>9.4276E-9</c:v>
                </c:pt>
                <c:pt idx="319" formatCode="0.00E+00">
                  <c:v>8.5080999999999996E-9</c:v>
                </c:pt>
                <c:pt idx="320" formatCode="0.00E+00">
                  <c:v>6.0876000000000004E-9</c:v>
                </c:pt>
                <c:pt idx="321" formatCode="0.00E+00">
                  <c:v>4.0933999999999999E-9</c:v>
                </c:pt>
                <c:pt idx="322" formatCode="0.00E+00">
                  <c:v>2.7429000000000001E-9</c:v>
                </c:pt>
                <c:pt idx="323" formatCode="0.00E+00">
                  <c:v>1.8283E-9</c:v>
                </c:pt>
                <c:pt idx="324" formatCode="0.00E+00">
                  <c:v>1.2163E-9</c:v>
                </c:pt>
                <c:pt idx="325" formatCode="0.00E+00">
                  <c:v>8.0510000000000004E-10</c:v>
                </c:pt>
                <c:pt idx="326" formatCode="0.00E+00">
                  <c:v>5.3141000000000003E-10</c:v>
                </c:pt>
                <c:pt idx="327" formatCode="0.00E+00">
                  <c:v>3.4946E-10</c:v>
                </c:pt>
                <c:pt idx="328" formatCode="0.00E+00">
                  <c:v>2.2900000000000001E-10</c:v>
                </c:pt>
                <c:pt idx="329" formatCode="0.00E+00">
                  <c:v>1.4976999999999999E-10</c:v>
                </c:pt>
                <c:pt idx="330" formatCode="0.00E+00">
                  <c:v>9.7772000000000006E-11</c:v>
                </c:pt>
                <c:pt idx="331" formatCode="0.00E+00">
                  <c:v>6.3625999999999996E-11</c:v>
                </c:pt>
                <c:pt idx="332" formatCode="0.00E+00">
                  <c:v>4.1236999999999998E-11</c:v>
                </c:pt>
                <c:pt idx="333" formatCode="0.00E+00">
                  <c:v>2.6617000000000001E-11</c:v>
                </c:pt>
                <c:pt idx="334" formatCode="0.00E+00">
                  <c:v>1.711E-11</c:v>
                </c:pt>
                <c:pt idx="335" formatCode="0.00E+00">
                  <c:v>1.0967999999999999E-11</c:v>
                </c:pt>
                <c:pt idx="336" formatCode="0.00E+00">
                  <c:v>7.0022000000000002E-12</c:v>
                </c:pt>
                <c:pt idx="337" formatCode="0.00E+00">
                  <c:v>4.4579000000000002E-12</c:v>
                </c:pt>
                <c:pt idx="338" formatCode="0.00E+00">
                  <c:v>2.8268E-12</c:v>
                </c:pt>
                <c:pt idx="339" formatCode="0.00E+00">
                  <c:v>1.7854E-12</c:v>
                </c:pt>
                <c:pt idx="340" formatCode="0.00E+00">
                  <c:v>1.1231999999999999E-12</c:v>
                </c:pt>
                <c:pt idx="341" formatCode="0.00E+00">
                  <c:v>7.0475E-13</c:v>
                </c:pt>
                <c:pt idx="342" formatCode="0.00E+00">
                  <c:v>4.4046000000000002E-13</c:v>
                </c:pt>
                <c:pt idx="343" formatCode="0.00E+00">
                  <c:v>2.7422000000000002E-13</c:v>
                </c:pt>
                <c:pt idx="344" formatCode="0.00E+00">
                  <c:v>1.7028000000000001E-13</c:v>
                </c:pt>
                <c:pt idx="345" formatCode="0.00E+00">
                  <c:v>1.0534E-13</c:v>
                </c:pt>
                <c:pt idx="346" formatCode="0.00E+00">
                  <c:v>6.4999000000000004E-14</c:v>
                </c:pt>
                <c:pt idx="347" formatCode="0.00E+00">
                  <c:v>3.9954000000000002E-14</c:v>
                </c:pt>
                <c:pt idx="348" formatCode="0.00E+00">
                  <c:v>2.4466E-14</c:v>
                </c:pt>
                <c:pt idx="349" formatCode="0.00E+00">
                  <c:v>1.4926E-14</c:v>
                </c:pt>
                <c:pt idx="350" formatCode="0.00E+00">
                  <c:v>9.0837000000000005E-15</c:v>
                </c:pt>
                <c:pt idx="351" formatCode="0.00E+00">
                  <c:v>5.5075999999999998E-15</c:v>
                </c:pt>
                <c:pt idx="352" formatCode="0.00E+00">
                  <c:v>3.3271E-15</c:v>
                </c:pt>
                <c:pt idx="353" formatCode="0.00E+00">
                  <c:v>2.0051000000000002E-15</c:v>
                </c:pt>
                <c:pt idx="354" formatCode="0.00E+00">
                  <c:v>1.204E-15</c:v>
                </c:pt>
                <c:pt idx="355" formatCode="0.00E+00">
                  <c:v>7.2033000000000001E-16</c:v>
                </c:pt>
                <c:pt idx="356" formatCode="0.00E+00">
                  <c:v>4.2999000000000001E-16</c:v>
                </c:pt>
                <c:pt idx="357" formatCode="0.00E+00">
                  <c:v>2.5575000000000001E-16</c:v>
                </c:pt>
                <c:pt idx="358" formatCode="0.00E+00">
                  <c:v>1.5156999999999999E-16</c:v>
                </c:pt>
                <c:pt idx="359" formatCode="0.00E+00">
                  <c:v>8.9633999999999996E-17</c:v>
                </c:pt>
                <c:pt idx="360" formatCode="0.00E+00">
                  <c:v>5.2816999999999999E-17</c:v>
                </c:pt>
                <c:pt idx="361" formatCode="0.00E+00">
                  <c:v>3.1013999999999998E-17</c:v>
                </c:pt>
                <c:pt idx="362" formatCode="0.00E+00">
                  <c:v>1.8173E-17</c:v>
                </c:pt>
                <c:pt idx="363" formatCode="0.00E+00">
                  <c:v>1.0612E-17</c:v>
                </c:pt>
                <c:pt idx="364" formatCode="0.00E+00">
                  <c:v>6.1749000000000002E-18</c:v>
                </c:pt>
                <c:pt idx="365" formatCode="0.00E+00">
                  <c:v>3.5859000000000003E-18</c:v>
                </c:pt>
                <c:pt idx="366" formatCode="0.00E+00">
                  <c:v>2.0750999999999998E-18</c:v>
                </c:pt>
                <c:pt idx="367" formatCode="0.00E+00">
                  <c:v>1.1968000000000001E-18</c:v>
                </c:pt>
                <c:pt idx="368" formatCode="0.00E+00">
                  <c:v>6.8883000000000004E-19</c:v>
                </c:pt>
                <c:pt idx="369" formatCode="0.00E+00">
                  <c:v>3.9506999999999998E-19</c:v>
                </c:pt>
                <c:pt idx="370" formatCode="0.00E+00">
                  <c:v>2.2576999999999999E-19</c:v>
                </c:pt>
                <c:pt idx="371" formatCode="0.00E+00">
                  <c:v>1.2855000000000001E-19</c:v>
                </c:pt>
                <c:pt idx="372" formatCode="0.00E+00">
                  <c:v>7.3016999999999998E-20</c:v>
                </c:pt>
                <c:pt idx="373" formatCode="0.00E+00">
                  <c:v>4.1292999999999998E-20</c:v>
                </c:pt>
                <c:pt idx="374" formatCode="0.00E+00">
                  <c:v>2.3264000000000001E-20</c:v>
                </c:pt>
                <c:pt idx="375" formatCode="0.00E+00">
                  <c:v>1.3015E-20</c:v>
                </c:pt>
                <c:pt idx="376" formatCode="0.00E+00">
                  <c:v>7.2178000000000002E-21</c:v>
                </c:pt>
                <c:pt idx="377" formatCode="0.00E+00">
                  <c:v>3.9439000000000002E-21</c:v>
                </c:pt>
                <c:pt idx="378" formatCode="0.00E+00">
                  <c:v>2.1086999999999999E-21</c:v>
                </c:pt>
                <c:pt idx="379" formatCode="0.00E+00">
                  <c:v>1.0843E-21</c:v>
                </c:pt>
                <c:pt idx="380" formatCode="0.00E+00">
                  <c:v>4.0171000000000001E-22</c:v>
                </c:pt>
                <c:pt idx="381" formatCode="0.00E+00">
                  <c:v>0</c:v>
                </c:pt>
                <c:pt idx="382" formatCode="0.00E+00">
                  <c:v>0</c:v>
                </c:pt>
                <c:pt idx="383" formatCode="0.00E+00">
                  <c:v>0</c:v>
                </c:pt>
                <c:pt idx="384" formatCode="0.00E+00">
                  <c:v>0</c:v>
                </c:pt>
                <c:pt idx="385" formatCode="0.00E+00">
                  <c:v>0</c:v>
                </c:pt>
                <c:pt idx="386" formatCode="0.00E+00">
                  <c:v>0</c:v>
                </c:pt>
                <c:pt idx="387" formatCode="0.00E+00">
                  <c:v>0</c:v>
                </c:pt>
                <c:pt idx="388" formatCode="0.00E+00">
                  <c:v>0</c:v>
                </c:pt>
                <c:pt idx="389" formatCode="0.00E+00">
                  <c:v>0</c:v>
                </c:pt>
                <c:pt idx="390" formatCode="0.00E+00">
                  <c:v>0</c:v>
                </c:pt>
                <c:pt idx="391" formatCode="0.00E+00">
                  <c:v>0</c:v>
                </c:pt>
                <c:pt idx="392" formatCode="0.00E+00">
                  <c:v>0</c:v>
                </c:pt>
                <c:pt idx="393" formatCode="0.00E+00">
                  <c:v>0</c:v>
                </c:pt>
                <c:pt idx="394" formatCode="0.00E+00">
                  <c:v>0</c:v>
                </c:pt>
                <c:pt idx="395" formatCode="0.00E+00">
                  <c:v>0</c:v>
                </c:pt>
                <c:pt idx="396" formatCode="0.00E+00">
                  <c:v>0</c:v>
                </c:pt>
                <c:pt idx="397" formatCode="0.00E+00">
                  <c:v>0</c:v>
                </c:pt>
                <c:pt idx="398" formatCode="0.00E+00">
                  <c:v>0</c:v>
                </c:pt>
                <c:pt idx="399" formatCode="0.00E+00">
                  <c:v>0</c:v>
                </c:pt>
                <c:pt idx="400" formatCode="0.00E+00">
                  <c:v>0</c:v>
                </c:pt>
                <c:pt idx="401" formatCode="0.00E+00">
                  <c:v>0</c:v>
                </c:pt>
                <c:pt idx="402" formatCode="0.00E+00">
                  <c:v>0</c:v>
                </c:pt>
                <c:pt idx="403" formatCode="0.00E+00">
                  <c:v>0</c:v>
                </c:pt>
                <c:pt idx="404" formatCode="0.00E+00">
                  <c:v>0</c:v>
                </c:pt>
                <c:pt idx="405" formatCode="0.00E+00">
                  <c:v>0</c:v>
                </c:pt>
                <c:pt idx="406" formatCode="0.00E+00">
                  <c:v>0</c:v>
                </c:pt>
                <c:pt idx="407" formatCode="0.00E+00">
                  <c:v>0</c:v>
                </c:pt>
                <c:pt idx="408" formatCode="0.00E+00">
                  <c:v>0</c:v>
                </c:pt>
                <c:pt idx="409" formatCode="0.00E+00">
                  <c:v>0</c:v>
                </c:pt>
                <c:pt idx="410" formatCode="0.00E+00">
                  <c:v>0</c:v>
                </c:pt>
                <c:pt idx="411" formatCode="0.00E+00">
                  <c:v>0</c:v>
                </c:pt>
                <c:pt idx="412" formatCode="0.00E+00">
                  <c:v>0</c:v>
                </c:pt>
                <c:pt idx="413" formatCode="0.00E+00">
                  <c:v>0</c:v>
                </c:pt>
                <c:pt idx="414" formatCode="0.00E+00">
                  <c:v>0</c:v>
                </c:pt>
                <c:pt idx="415" formatCode="0.00E+00">
                  <c:v>0</c:v>
                </c:pt>
                <c:pt idx="416" formatCode="0.00E+00">
                  <c:v>0</c:v>
                </c:pt>
                <c:pt idx="417" formatCode="0.00E+00">
                  <c:v>0</c:v>
                </c:pt>
                <c:pt idx="418" formatCode="0.00E+00">
                  <c:v>0</c:v>
                </c:pt>
                <c:pt idx="419" formatCode="0.00E+00">
                  <c:v>0</c:v>
                </c:pt>
                <c:pt idx="420" formatCode="0.00E+00">
                  <c:v>0</c:v>
                </c:pt>
                <c:pt idx="421" formatCode="0.00E+00">
                  <c:v>0</c:v>
                </c:pt>
                <c:pt idx="422" formatCode="0.00E+00">
                  <c:v>0</c:v>
                </c:pt>
                <c:pt idx="423" formatCode="0.00E+00">
                  <c:v>0</c:v>
                </c:pt>
                <c:pt idx="424" formatCode="0.00E+00">
                  <c:v>0</c:v>
                </c:pt>
                <c:pt idx="425" formatCode="0.00E+00">
                  <c:v>0</c:v>
                </c:pt>
                <c:pt idx="426" formatCode="0.00E+00">
                  <c:v>0</c:v>
                </c:pt>
                <c:pt idx="427" formatCode="0.00E+00">
                  <c:v>0</c:v>
                </c:pt>
                <c:pt idx="428" formatCode="0.00E+00">
                  <c:v>0</c:v>
                </c:pt>
                <c:pt idx="429" formatCode="0.00E+00">
                  <c:v>0</c:v>
                </c:pt>
                <c:pt idx="430" formatCode="0.00E+00">
                  <c:v>0</c:v>
                </c:pt>
                <c:pt idx="431" formatCode="0.00E+00">
                  <c:v>0</c:v>
                </c:pt>
                <c:pt idx="432" formatCode="0.00E+00">
                  <c:v>0</c:v>
                </c:pt>
                <c:pt idx="433" formatCode="0.00E+00">
                  <c:v>0</c:v>
                </c:pt>
                <c:pt idx="434" formatCode="0.00E+00">
                  <c:v>0</c:v>
                </c:pt>
                <c:pt idx="435" formatCode="0.00E+00">
                  <c:v>0</c:v>
                </c:pt>
                <c:pt idx="436" formatCode="0.00E+00">
                  <c:v>0</c:v>
                </c:pt>
              </c:numCache>
            </c:numRef>
          </c:xVal>
          <c:yVal>
            <c:numRef>
              <c:f>'BM_STUDY_PHREEQCRM_MU_DECAY '!$F$3:$F$439</c:f>
              <c:numCache>
                <c:formatCode>General</c:formatCode>
                <c:ptCount val="437"/>
                <c:pt idx="0">
                  <c:v>750</c:v>
                </c:pt>
                <c:pt idx="1">
                  <c:v>749</c:v>
                </c:pt>
                <c:pt idx="2">
                  <c:v>748</c:v>
                </c:pt>
                <c:pt idx="3">
                  <c:v>747</c:v>
                </c:pt>
                <c:pt idx="4">
                  <c:v>745.99</c:v>
                </c:pt>
                <c:pt idx="5">
                  <c:v>744.99</c:v>
                </c:pt>
                <c:pt idx="6">
                  <c:v>743.98</c:v>
                </c:pt>
                <c:pt idx="7">
                  <c:v>742.98</c:v>
                </c:pt>
                <c:pt idx="8">
                  <c:v>741.97</c:v>
                </c:pt>
                <c:pt idx="9">
                  <c:v>740.96</c:v>
                </c:pt>
                <c:pt idx="10">
                  <c:v>739.95</c:v>
                </c:pt>
                <c:pt idx="11">
                  <c:v>738.94</c:v>
                </c:pt>
                <c:pt idx="12">
                  <c:v>737.93</c:v>
                </c:pt>
                <c:pt idx="13">
                  <c:v>736.92</c:v>
                </c:pt>
                <c:pt idx="14">
                  <c:v>735.91</c:v>
                </c:pt>
                <c:pt idx="15">
                  <c:v>734.89</c:v>
                </c:pt>
                <c:pt idx="16">
                  <c:v>733.88</c:v>
                </c:pt>
                <c:pt idx="17">
                  <c:v>732.86</c:v>
                </c:pt>
                <c:pt idx="18">
                  <c:v>731.85</c:v>
                </c:pt>
                <c:pt idx="19">
                  <c:v>730.83</c:v>
                </c:pt>
                <c:pt idx="20">
                  <c:v>729.81</c:v>
                </c:pt>
                <c:pt idx="21">
                  <c:v>728.79</c:v>
                </c:pt>
                <c:pt idx="22">
                  <c:v>727.77</c:v>
                </c:pt>
                <c:pt idx="23">
                  <c:v>726.75</c:v>
                </c:pt>
                <c:pt idx="24">
                  <c:v>725.72</c:v>
                </c:pt>
                <c:pt idx="25">
                  <c:v>724.7</c:v>
                </c:pt>
                <c:pt idx="26">
                  <c:v>723.67</c:v>
                </c:pt>
                <c:pt idx="27">
                  <c:v>722.65</c:v>
                </c:pt>
                <c:pt idx="28">
                  <c:v>721.62</c:v>
                </c:pt>
                <c:pt idx="29">
                  <c:v>720.59</c:v>
                </c:pt>
                <c:pt idx="30">
                  <c:v>719.56</c:v>
                </c:pt>
                <c:pt idx="31">
                  <c:v>718.53</c:v>
                </c:pt>
                <c:pt idx="32">
                  <c:v>717.5</c:v>
                </c:pt>
                <c:pt idx="33">
                  <c:v>716.47</c:v>
                </c:pt>
                <c:pt idx="34">
                  <c:v>715.43</c:v>
                </c:pt>
                <c:pt idx="35">
                  <c:v>714.4</c:v>
                </c:pt>
                <c:pt idx="36">
                  <c:v>713.36</c:v>
                </c:pt>
                <c:pt idx="37">
                  <c:v>712.33</c:v>
                </c:pt>
                <c:pt idx="38">
                  <c:v>711.29</c:v>
                </c:pt>
                <c:pt idx="39">
                  <c:v>710.25</c:v>
                </c:pt>
                <c:pt idx="40">
                  <c:v>709.21</c:v>
                </c:pt>
                <c:pt idx="41">
                  <c:v>708.17</c:v>
                </c:pt>
                <c:pt idx="42">
                  <c:v>707.13</c:v>
                </c:pt>
                <c:pt idx="43">
                  <c:v>706.08</c:v>
                </c:pt>
                <c:pt idx="44">
                  <c:v>705.04</c:v>
                </c:pt>
                <c:pt idx="45">
                  <c:v>704</c:v>
                </c:pt>
                <c:pt idx="46">
                  <c:v>702.95</c:v>
                </c:pt>
                <c:pt idx="47">
                  <c:v>701.9</c:v>
                </c:pt>
                <c:pt idx="48">
                  <c:v>700.85</c:v>
                </c:pt>
                <c:pt idx="49">
                  <c:v>699.81</c:v>
                </c:pt>
                <c:pt idx="50">
                  <c:v>698.76</c:v>
                </c:pt>
                <c:pt idx="51">
                  <c:v>697.7</c:v>
                </c:pt>
                <c:pt idx="52">
                  <c:v>696.65</c:v>
                </c:pt>
                <c:pt idx="53">
                  <c:v>695.6</c:v>
                </c:pt>
                <c:pt idx="54">
                  <c:v>694.54</c:v>
                </c:pt>
                <c:pt idx="55">
                  <c:v>693.49</c:v>
                </c:pt>
                <c:pt idx="56">
                  <c:v>692.43</c:v>
                </c:pt>
                <c:pt idx="57">
                  <c:v>691.37</c:v>
                </c:pt>
                <c:pt idx="58">
                  <c:v>690.32</c:v>
                </c:pt>
                <c:pt idx="59">
                  <c:v>689.26</c:v>
                </c:pt>
                <c:pt idx="60">
                  <c:v>688.2</c:v>
                </c:pt>
                <c:pt idx="61">
                  <c:v>687.13</c:v>
                </c:pt>
                <c:pt idx="62">
                  <c:v>686.07</c:v>
                </c:pt>
                <c:pt idx="63">
                  <c:v>685.01</c:v>
                </c:pt>
                <c:pt idx="64">
                  <c:v>683.94</c:v>
                </c:pt>
                <c:pt idx="65">
                  <c:v>682.88</c:v>
                </c:pt>
                <c:pt idx="66">
                  <c:v>681.81</c:v>
                </c:pt>
                <c:pt idx="67">
                  <c:v>680.74</c:v>
                </c:pt>
                <c:pt idx="68">
                  <c:v>679.67</c:v>
                </c:pt>
                <c:pt idx="69">
                  <c:v>678.6</c:v>
                </c:pt>
                <c:pt idx="70">
                  <c:v>677.53</c:v>
                </c:pt>
                <c:pt idx="71">
                  <c:v>676.46</c:v>
                </c:pt>
                <c:pt idx="72">
                  <c:v>675.38</c:v>
                </c:pt>
                <c:pt idx="73">
                  <c:v>674.31</c:v>
                </c:pt>
                <c:pt idx="74">
                  <c:v>673.23</c:v>
                </c:pt>
                <c:pt idx="75">
                  <c:v>672.16</c:v>
                </c:pt>
                <c:pt idx="76">
                  <c:v>671.08</c:v>
                </c:pt>
                <c:pt idx="77">
                  <c:v>670</c:v>
                </c:pt>
                <c:pt idx="78">
                  <c:v>668.92</c:v>
                </c:pt>
                <c:pt idx="79">
                  <c:v>667.84</c:v>
                </c:pt>
                <c:pt idx="80">
                  <c:v>666.76</c:v>
                </c:pt>
                <c:pt idx="81">
                  <c:v>665.67</c:v>
                </c:pt>
                <c:pt idx="82">
                  <c:v>664.59</c:v>
                </c:pt>
                <c:pt idx="83">
                  <c:v>663.5</c:v>
                </c:pt>
                <c:pt idx="84">
                  <c:v>662.42</c:v>
                </c:pt>
                <c:pt idx="85">
                  <c:v>661.33</c:v>
                </c:pt>
                <c:pt idx="86">
                  <c:v>660.24</c:v>
                </c:pt>
                <c:pt idx="87">
                  <c:v>659.15</c:v>
                </c:pt>
                <c:pt idx="88">
                  <c:v>658.06</c:v>
                </c:pt>
                <c:pt idx="89">
                  <c:v>656.97</c:v>
                </c:pt>
                <c:pt idx="90">
                  <c:v>655.87</c:v>
                </c:pt>
                <c:pt idx="91">
                  <c:v>654.78</c:v>
                </c:pt>
                <c:pt idx="92">
                  <c:v>653.69000000000005</c:v>
                </c:pt>
                <c:pt idx="93">
                  <c:v>652.59</c:v>
                </c:pt>
                <c:pt idx="94">
                  <c:v>651.49</c:v>
                </c:pt>
                <c:pt idx="95">
                  <c:v>650.39</c:v>
                </c:pt>
                <c:pt idx="96">
                  <c:v>649.29</c:v>
                </c:pt>
                <c:pt idx="97">
                  <c:v>648.19000000000005</c:v>
                </c:pt>
                <c:pt idx="98">
                  <c:v>647.09</c:v>
                </c:pt>
                <c:pt idx="99">
                  <c:v>645.99</c:v>
                </c:pt>
                <c:pt idx="100">
                  <c:v>644.88</c:v>
                </c:pt>
                <c:pt idx="101">
                  <c:v>643.78</c:v>
                </c:pt>
                <c:pt idx="102">
                  <c:v>642.66999999999996</c:v>
                </c:pt>
                <c:pt idx="103">
                  <c:v>641.57000000000005</c:v>
                </c:pt>
                <c:pt idx="104">
                  <c:v>640.46</c:v>
                </c:pt>
                <c:pt idx="105">
                  <c:v>639.35</c:v>
                </c:pt>
                <c:pt idx="106">
                  <c:v>638.24</c:v>
                </c:pt>
                <c:pt idx="107">
                  <c:v>637.13</c:v>
                </c:pt>
                <c:pt idx="108">
                  <c:v>636.01</c:v>
                </c:pt>
                <c:pt idx="109">
                  <c:v>634.9</c:v>
                </c:pt>
                <c:pt idx="110">
                  <c:v>633.78</c:v>
                </c:pt>
                <c:pt idx="111">
                  <c:v>632.66999999999996</c:v>
                </c:pt>
                <c:pt idx="112">
                  <c:v>631.54999999999995</c:v>
                </c:pt>
                <c:pt idx="113">
                  <c:v>630.42999999999995</c:v>
                </c:pt>
                <c:pt idx="114">
                  <c:v>629.30999999999995</c:v>
                </c:pt>
                <c:pt idx="115">
                  <c:v>628.19000000000005</c:v>
                </c:pt>
                <c:pt idx="116">
                  <c:v>627.07000000000005</c:v>
                </c:pt>
                <c:pt idx="117">
                  <c:v>625.95000000000005</c:v>
                </c:pt>
                <c:pt idx="118">
                  <c:v>624.82000000000005</c:v>
                </c:pt>
                <c:pt idx="119">
                  <c:v>623.70000000000005</c:v>
                </c:pt>
                <c:pt idx="120">
                  <c:v>622.57000000000005</c:v>
                </c:pt>
                <c:pt idx="121">
                  <c:v>621.44000000000005</c:v>
                </c:pt>
                <c:pt idx="122">
                  <c:v>620.30999999999995</c:v>
                </c:pt>
                <c:pt idx="123">
                  <c:v>619.19000000000005</c:v>
                </c:pt>
                <c:pt idx="124">
                  <c:v>618.04999999999995</c:v>
                </c:pt>
                <c:pt idx="125">
                  <c:v>616.91999999999996</c:v>
                </c:pt>
                <c:pt idx="126">
                  <c:v>615.79</c:v>
                </c:pt>
                <c:pt idx="127">
                  <c:v>614.66</c:v>
                </c:pt>
                <c:pt idx="128">
                  <c:v>613.52</c:v>
                </c:pt>
                <c:pt idx="129">
                  <c:v>612.38</c:v>
                </c:pt>
                <c:pt idx="130">
                  <c:v>611.25</c:v>
                </c:pt>
                <c:pt idx="131">
                  <c:v>610.11</c:v>
                </c:pt>
                <c:pt idx="132">
                  <c:v>608.97</c:v>
                </c:pt>
                <c:pt idx="133">
                  <c:v>607.83000000000004</c:v>
                </c:pt>
                <c:pt idx="134">
                  <c:v>606.67999999999995</c:v>
                </c:pt>
                <c:pt idx="135">
                  <c:v>605.54</c:v>
                </c:pt>
                <c:pt idx="136">
                  <c:v>604.4</c:v>
                </c:pt>
                <c:pt idx="137">
                  <c:v>603.25</c:v>
                </c:pt>
                <c:pt idx="138">
                  <c:v>602.1</c:v>
                </c:pt>
                <c:pt idx="139">
                  <c:v>600.96</c:v>
                </c:pt>
                <c:pt idx="140">
                  <c:v>599.80999999999995</c:v>
                </c:pt>
                <c:pt idx="141">
                  <c:v>598.66</c:v>
                </c:pt>
                <c:pt idx="142">
                  <c:v>597.51</c:v>
                </c:pt>
                <c:pt idx="143">
                  <c:v>596.35</c:v>
                </c:pt>
                <c:pt idx="144">
                  <c:v>595.20000000000005</c:v>
                </c:pt>
                <c:pt idx="145">
                  <c:v>594.04</c:v>
                </c:pt>
                <c:pt idx="146">
                  <c:v>592.89</c:v>
                </c:pt>
                <c:pt idx="147">
                  <c:v>591.73</c:v>
                </c:pt>
                <c:pt idx="148">
                  <c:v>590.57000000000005</c:v>
                </c:pt>
                <c:pt idx="149">
                  <c:v>589.41</c:v>
                </c:pt>
                <c:pt idx="150">
                  <c:v>588.25</c:v>
                </c:pt>
                <c:pt idx="151">
                  <c:v>587.09</c:v>
                </c:pt>
                <c:pt idx="152">
                  <c:v>585.92999999999995</c:v>
                </c:pt>
                <c:pt idx="153">
                  <c:v>584.76</c:v>
                </c:pt>
                <c:pt idx="154">
                  <c:v>583.6</c:v>
                </c:pt>
                <c:pt idx="155">
                  <c:v>582.42999999999995</c:v>
                </c:pt>
                <c:pt idx="156">
                  <c:v>581.26</c:v>
                </c:pt>
                <c:pt idx="157">
                  <c:v>580.1</c:v>
                </c:pt>
                <c:pt idx="158">
                  <c:v>578.92999999999995</c:v>
                </c:pt>
                <c:pt idx="159">
                  <c:v>577.76</c:v>
                </c:pt>
                <c:pt idx="160">
                  <c:v>576.58000000000004</c:v>
                </c:pt>
                <c:pt idx="161">
                  <c:v>575.41</c:v>
                </c:pt>
                <c:pt idx="162">
                  <c:v>574.23</c:v>
                </c:pt>
                <c:pt idx="163">
                  <c:v>573.05999999999995</c:v>
                </c:pt>
                <c:pt idx="164">
                  <c:v>571.88</c:v>
                </c:pt>
                <c:pt idx="165">
                  <c:v>570.70000000000005</c:v>
                </c:pt>
                <c:pt idx="166">
                  <c:v>569.52</c:v>
                </c:pt>
                <c:pt idx="167">
                  <c:v>568.34</c:v>
                </c:pt>
                <c:pt idx="168">
                  <c:v>567.16</c:v>
                </c:pt>
                <c:pt idx="169">
                  <c:v>565.98</c:v>
                </c:pt>
                <c:pt idx="170">
                  <c:v>564.79999999999995</c:v>
                </c:pt>
                <c:pt idx="171">
                  <c:v>563.61</c:v>
                </c:pt>
                <c:pt idx="172">
                  <c:v>562.41999999999996</c:v>
                </c:pt>
                <c:pt idx="173">
                  <c:v>561.24</c:v>
                </c:pt>
                <c:pt idx="174">
                  <c:v>560.04999999999995</c:v>
                </c:pt>
                <c:pt idx="175">
                  <c:v>558.86</c:v>
                </c:pt>
                <c:pt idx="176">
                  <c:v>557.66999999999996</c:v>
                </c:pt>
                <c:pt idx="177">
                  <c:v>556.47</c:v>
                </c:pt>
                <c:pt idx="178">
                  <c:v>555.28</c:v>
                </c:pt>
                <c:pt idx="179">
                  <c:v>554.09</c:v>
                </c:pt>
                <c:pt idx="180">
                  <c:v>552.89</c:v>
                </c:pt>
                <c:pt idx="181">
                  <c:v>551.69000000000005</c:v>
                </c:pt>
                <c:pt idx="182">
                  <c:v>550.49</c:v>
                </c:pt>
                <c:pt idx="183">
                  <c:v>549.29999999999995</c:v>
                </c:pt>
                <c:pt idx="184">
                  <c:v>548.09</c:v>
                </c:pt>
                <c:pt idx="185">
                  <c:v>546.89</c:v>
                </c:pt>
                <c:pt idx="186">
                  <c:v>545.69000000000005</c:v>
                </c:pt>
                <c:pt idx="187">
                  <c:v>544.49</c:v>
                </c:pt>
                <c:pt idx="188">
                  <c:v>543.28</c:v>
                </c:pt>
                <c:pt idx="189">
                  <c:v>542.07000000000005</c:v>
                </c:pt>
                <c:pt idx="190">
                  <c:v>540.87</c:v>
                </c:pt>
                <c:pt idx="191">
                  <c:v>539.66</c:v>
                </c:pt>
                <c:pt idx="192">
                  <c:v>538.45000000000005</c:v>
                </c:pt>
                <c:pt idx="193">
                  <c:v>537.23</c:v>
                </c:pt>
                <c:pt idx="194">
                  <c:v>536.02</c:v>
                </c:pt>
                <c:pt idx="195">
                  <c:v>534.80999999999995</c:v>
                </c:pt>
                <c:pt idx="196">
                  <c:v>533.59</c:v>
                </c:pt>
                <c:pt idx="197">
                  <c:v>532.38</c:v>
                </c:pt>
                <c:pt idx="198">
                  <c:v>531.16</c:v>
                </c:pt>
                <c:pt idx="199">
                  <c:v>529.94000000000005</c:v>
                </c:pt>
                <c:pt idx="200">
                  <c:v>528.72</c:v>
                </c:pt>
                <c:pt idx="201">
                  <c:v>527.5</c:v>
                </c:pt>
                <c:pt idx="202">
                  <c:v>526.28</c:v>
                </c:pt>
                <c:pt idx="203">
                  <c:v>525.04999999999995</c:v>
                </c:pt>
                <c:pt idx="204">
                  <c:v>523.83000000000004</c:v>
                </c:pt>
                <c:pt idx="205">
                  <c:v>522.6</c:v>
                </c:pt>
                <c:pt idx="206">
                  <c:v>521.37</c:v>
                </c:pt>
                <c:pt idx="207">
                  <c:v>520.14</c:v>
                </c:pt>
                <c:pt idx="208">
                  <c:v>518.91</c:v>
                </c:pt>
                <c:pt idx="209">
                  <c:v>517.67999999999995</c:v>
                </c:pt>
                <c:pt idx="210">
                  <c:v>516.45000000000005</c:v>
                </c:pt>
                <c:pt idx="211">
                  <c:v>515.22</c:v>
                </c:pt>
                <c:pt idx="212">
                  <c:v>513.98</c:v>
                </c:pt>
                <c:pt idx="213">
                  <c:v>512.75</c:v>
                </c:pt>
                <c:pt idx="214">
                  <c:v>511.51</c:v>
                </c:pt>
                <c:pt idx="215">
                  <c:v>510.27</c:v>
                </c:pt>
                <c:pt idx="216">
                  <c:v>509.03</c:v>
                </c:pt>
                <c:pt idx="217">
                  <c:v>507.79</c:v>
                </c:pt>
                <c:pt idx="218">
                  <c:v>506.55</c:v>
                </c:pt>
                <c:pt idx="219">
                  <c:v>505.3</c:v>
                </c:pt>
                <c:pt idx="220">
                  <c:v>504.06</c:v>
                </c:pt>
                <c:pt idx="221">
                  <c:v>502.81</c:v>
                </c:pt>
                <c:pt idx="222">
                  <c:v>501.57</c:v>
                </c:pt>
                <c:pt idx="223">
                  <c:v>500.32</c:v>
                </c:pt>
                <c:pt idx="224">
                  <c:v>499.07</c:v>
                </c:pt>
                <c:pt idx="225">
                  <c:v>497.82</c:v>
                </c:pt>
                <c:pt idx="226">
                  <c:v>496.57</c:v>
                </c:pt>
                <c:pt idx="227">
                  <c:v>495.31</c:v>
                </c:pt>
                <c:pt idx="228">
                  <c:v>494.06</c:v>
                </c:pt>
                <c:pt idx="229">
                  <c:v>492.8</c:v>
                </c:pt>
                <c:pt idx="230">
                  <c:v>491.54</c:v>
                </c:pt>
                <c:pt idx="231">
                  <c:v>490.29</c:v>
                </c:pt>
                <c:pt idx="232">
                  <c:v>489.03</c:v>
                </c:pt>
                <c:pt idx="233">
                  <c:v>487.77</c:v>
                </c:pt>
                <c:pt idx="234">
                  <c:v>486.5</c:v>
                </c:pt>
                <c:pt idx="235">
                  <c:v>485.24</c:v>
                </c:pt>
                <c:pt idx="236">
                  <c:v>483.98</c:v>
                </c:pt>
                <c:pt idx="237">
                  <c:v>482.71</c:v>
                </c:pt>
                <c:pt idx="238">
                  <c:v>481.44</c:v>
                </c:pt>
                <c:pt idx="239">
                  <c:v>480.17</c:v>
                </c:pt>
                <c:pt idx="240">
                  <c:v>478.9</c:v>
                </c:pt>
                <c:pt idx="241">
                  <c:v>477.63</c:v>
                </c:pt>
                <c:pt idx="242">
                  <c:v>476.36</c:v>
                </c:pt>
                <c:pt idx="243">
                  <c:v>475.09</c:v>
                </c:pt>
                <c:pt idx="244">
                  <c:v>473.81</c:v>
                </c:pt>
                <c:pt idx="245">
                  <c:v>472.54</c:v>
                </c:pt>
                <c:pt idx="246">
                  <c:v>471.26</c:v>
                </c:pt>
                <c:pt idx="247">
                  <c:v>469.98</c:v>
                </c:pt>
                <c:pt idx="248">
                  <c:v>468.7</c:v>
                </c:pt>
                <c:pt idx="249">
                  <c:v>467.42</c:v>
                </c:pt>
                <c:pt idx="250">
                  <c:v>466.14</c:v>
                </c:pt>
                <c:pt idx="251">
                  <c:v>464.85</c:v>
                </c:pt>
                <c:pt idx="252">
                  <c:v>463.57</c:v>
                </c:pt>
                <c:pt idx="253">
                  <c:v>462.28</c:v>
                </c:pt>
                <c:pt idx="254">
                  <c:v>460.99</c:v>
                </c:pt>
                <c:pt idx="255">
                  <c:v>459.7</c:v>
                </c:pt>
                <c:pt idx="256">
                  <c:v>458.41</c:v>
                </c:pt>
                <c:pt idx="257">
                  <c:v>457.12</c:v>
                </c:pt>
                <c:pt idx="258">
                  <c:v>455.83</c:v>
                </c:pt>
                <c:pt idx="259">
                  <c:v>454.53</c:v>
                </c:pt>
                <c:pt idx="260">
                  <c:v>453.24</c:v>
                </c:pt>
                <c:pt idx="261">
                  <c:v>451.94</c:v>
                </c:pt>
                <c:pt idx="262">
                  <c:v>450.64</c:v>
                </c:pt>
                <c:pt idx="263">
                  <c:v>449.34</c:v>
                </c:pt>
                <c:pt idx="264">
                  <c:v>448.04</c:v>
                </c:pt>
                <c:pt idx="265">
                  <c:v>446.74</c:v>
                </c:pt>
                <c:pt idx="266">
                  <c:v>445.44</c:v>
                </c:pt>
                <c:pt idx="267">
                  <c:v>444.13</c:v>
                </c:pt>
                <c:pt idx="268">
                  <c:v>442.83</c:v>
                </c:pt>
                <c:pt idx="269">
                  <c:v>441.52</c:v>
                </c:pt>
                <c:pt idx="270">
                  <c:v>440.21</c:v>
                </c:pt>
                <c:pt idx="271">
                  <c:v>438.9</c:v>
                </c:pt>
                <c:pt idx="272">
                  <c:v>437.59</c:v>
                </c:pt>
                <c:pt idx="273">
                  <c:v>436.28</c:v>
                </c:pt>
                <c:pt idx="274">
                  <c:v>434.97</c:v>
                </c:pt>
                <c:pt idx="275">
                  <c:v>433.65</c:v>
                </c:pt>
                <c:pt idx="276">
                  <c:v>432.33</c:v>
                </c:pt>
                <c:pt idx="277">
                  <c:v>431.02</c:v>
                </c:pt>
                <c:pt idx="278">
                  <c:v>429.7</c:v>
                </c:pt>
                <c:pt idx="279">
                  <c:v>428.38</c:v>
                </c:pt>
                <c:pt idx="280">
                  <c:v>427.06</c:v>
                </c:pt>
                <c:pt idx="281">
                  <c:v>425.73</c:v>
                </c:pt>
                <c:pt idx="282">
                  <c:v>424.41</c:v>
                </c:pt>
                <c:pt idx="283">
                  <c:v>423.08</c:v>
                </c:pt>
                <c:pt idx="284">
                  <c:v>421.76</c:v>
                </c:pt>
                <c:pt idx="285">
                  <c:v>420.43</c:v>
                </c:pt>
                <c:pt idx="286">
                  <c:v>419.1</c:v>
                </c:pt>
                <c:pt idx="287">
                  <c:v>417.77</c:v>
                </c:pt>
                <c:pt idx="288">
                  <c:v>416.43</c:v>
                </c:pt>
                <c:pt idx="289">
                  <c:v>415.1</c:v>
                </c:pt>
                <c:pt idx="290">
                  <c:v>413.77</c:v>
                </c:pt>
                <c:pt idx="291">
                  <c:v>412.43</c:v>
                </c:pt>
                <c:pt idx="292">
                  <c:v>411.09</c:v>
                </c:pt>
                <c:pt idx="293">
                  <c:v>409.75</c:v>
                </c:pt>
                <c:pt idx="294">
                  <c:v>408.41</c:v>
                </c:pt>
                <c:pt idx="295">
                  <c:v>407.07</c:v>
                </c:pt>
                <c:pt idx="296">
                  <c:v>405.73</c:v>
                </c:pt>
                <c:pt idx="297">
                  <c:v>404.38</c:v>
                </c:pt>
                <c:pt idx="298">
                  <c:v>403.04</c:v>
                </c:pt>
                <c:pt idx="299">
                  <c:v>401.69</c:v>
                </c:pt>
                <c:pt idx="300">
                  <c:v>400.34</c:v>
                </c:pt>
                <c:pt idx="301">
                  <c:v>398.99</c:v>
                </c:pt>
                <c:pt idx="302">
                  <c:v>397.64</c:v>
                </c:pt>
                <c:pt idx="303">
                  <c:v>396.29</c:v>
                </c:pt>
                <c:pt idx="304">
                  <c:v>394.94</c:v>
                </c:pt>
                <c:pt idx="305">
                  <c:v>393.58</c:v>
                </c:pt>
                <c:pt idx="306">
                  <c:v>392.23</c:v>
                </c:pt>
                <c:pt idx="307">
                  <c:v>390.87</c:v>
                </c:pt>
                <c:pt idx="308">
                  <c:v>389.51</c:v>
                </c:pt>
                <c:pt idx="309">
                  <c:v>388.15</c:v>
                </c:pt>
                <c:pt idx="310">
                  <c:v>386.79</c:v>
                </c:pt>
                <c:pt idx="311">
                  <c:v>385.42</c:v>
                </c:pt>
                <c:pt idx="312">
                  <c:v>384.06</c:v>
                </c:pt>
                <c:pt idx="313">
                  <c:v>382.69</c:v>
                </c:pt>
                <c:pt idx="314">
                  <c:v>381.33</c:v>
                </c:pt>
                <c:pt idx="315">
                  <c:v>379.96</c:v>
                </c:pt>
                <c:pt idx="316">
                  <c:v>378.59</c:v>
                </c:pt>
                <c:pt idx="317">
                  <c:v>377.21</c:v>
                </c:pt>
                <c:pt idx="318">
                  <c:v>375.84</c:v>
                </c:pt>
                <c:pt idx="319">
                  <c:v>375</c:v>
                </c:pt>
                <c:pt idx="320">
                  <c:v>372.16</c:v>
                </c:pt>
                <c:pt idx="321">
                  <c:v>368.79</c:v>
                </c:pt>
                <c:pt idx="322">
                  <c:v>365.43</c:v>
                </c:pt>
                <c:pt idx="323">
                  <c:v>362.06</c:v>
                </c:pt>
                <c:pt idx="324">
                  <c:v>358.71</c:v>
                </c:pt>
                <c:pt idx="325">
                  <c:v>355.35</c:v>
                </c:pt>
                <c:pt idx="326">
                  <c:v>352</c:v>
                </c:pt>
                <c:pt idx="327">
                  <c:v>348.65</c:v>
                </c:pt>
                <c:pt idx="328">
                  <c:v>345.3</c:v>
                </c:pt>
                <c:pt idx="329">
                  <c:v>341.96</c:v>
                </c:pt>
                <c:pt idx="330">
                  <c:v>338.62</c:v>
                </c:pt>
                <c:pt idx="331">
                  <c:v>335.29</c:v>
                </c:pt>
                <c:pt idx="332">
                  <c:v>331.96</c:v>
                </c:pt>
                <c:pt idx="333">
                  <c:v>328.63</c:v>
                </c:pt>
                <c:pt idx="334">
                  <c:v>325.3</c:v>
                </c:pt>
                <c:pt idx="335">
                  <c:v>321.98</c:v>
                </c:pt>
                <c:pt idx="336">
                  <c:v>318.66000000000003</c:v>
                </c:pt>
                <c:pt idx="337">
                  <c:v>315.35000000000002</c:v>
                </c:pt>
                <c:pt idx="338">
                  <c:v>312.04000000000002</c:v>
                </c:pt>
                <c:pt idx="339">
                  <c:v>308.73</c:v>
                </c:pt>
                <c:pt idx="340">
                  <c:v>305.42</c:v>
                </c:pt>
                <c:pt idx="341">
                  <c:v>302.12</c:v>
                </c:pt>
                <c:pt idx="342">
                  <c:v>298.82</c:v>
                </c:pt>
                <c:pt idx="343">
                  <c:v>295.52</c:v>
                </c:pt>
                <c:pt idx="344">
                  <c:v>292.23</c:v>
                </c:pt>
                <c:pt idx="345">
                  <c:v>288.94</c:v>
                </c:pt>
                <c:pt idx="346">
                  <c:v>285.66000000000003</c:v>
                </c:pt>
                <c:pt idx="347">
                  <c:v>282.38</c:v>
                </c:pt>
                <c:pt idx="348">
                  <c:v>279.10000000000002</c:v>
                </c:pt>
                <c:pt idx="349">
                  <c:v>275.82</c:v>
                </c:pt>
                <c:pt idx="350">
                  <c:v>272.55</c:v>
                </c:pt>
                <c:pt idx="351">
                  <c:v>269.27999999999997</c:v>
                </c:pt>
                <c:pt idx="352">
                  <c:v>266.01</c:v>
                </c:pt>
                <c:pt idx="353">
                  <c:v>262.75</c:v>
                </c:pt>
                <c:pt idx="354">
                  <c:v>259.49</c:v>
                </c:pt>
                <c:pt idx="355">
                  <c:v>256.23</c:v>
                </c:pt>
                <c:pt idx="356">
                  <c:v>252.98</c:v>
                </c:pt>
                <c:pt idx="357">
                  <c:v>249.73</c:v>
                </c:pt>
                <c:pt idx="358">
                  <c:v>246.48</c:v>
                </c:pt>
                <c:pt idx="359">
                  <c:v>243.24</c:v>
                </c:pt>
                <c:pt idx="360">
                  <c:v>240</c:v>
                </c:pt>
                <c:pt idx="361">
                  <c:v>236.76</c:v>
                </c:pt>
                <c:pt idx="362">
                  <c:v>233.53</c:v>
                </c:pt>
                <c:pt idx="363">
                  <c:v>230.3</c:v>
                </c:pt>
                <c:pt idx="364">
                  <c:v>227.07</c:v>
                </c:pt>
                <c:pt idx="365">
                  <c:v>223.85</c:v>
                </c:pt>
                <c:pt idx="366">
                  <c:v>220.63</c:v>
                </c:pt>
                <c:pt idx="367">
                  <c:v>217.41</c:v>
                </c:pt>
                <c:pt idx="368">
                  <c:v>214.2</c:v>
                </c:pt>
                <c:pt idx="369">
                  <c:v>210.99</c:v>
                </c:pt>
                <c:pt idx="370">
                  <c:v>207.78</c:v>
                </c:pt>
                <c:pt idx="371">
                  <c:v>204.57</c:v>
                </c:pt>
                <c:pt idx="372">
                  <c:v>201.37</c:v>
                </c:pt>
                <c:pt idx="373">
                  <c:v>198.17</c:v>
                </c:pt>
                <c:pt idx="374">
                  <c:v>194.98</c:v>
                </c:pt>
                <c:pt idx="375">
                  <c:v>191.79</c:v>
                </c:pt>
                <c:pt idx="376">
                  <c:v>188.6</c:v>
                </c:pt>
                <c:pt idx="377">
                  <c:v>185.41</c:v>
                </c:pt>
                <c:pt idx="378">
                  <c:v>182.23</c:v>
                </c:pt>
                <c:pt idx="379">
                  <c:v>179.05</c:v>
                </c:pt>
                <c:pt idx="380">
                  <c:v>175.88</c:v>
                </c:pt>
                <c:pt idx="381">
                  <c:v>172.7</c:v>
                </c:pt>
                <c:pt idx="382">
                  <c:v>169.53</c:v>
                </c:pt>
                <c:pt idx="383">
                  <c:v>166.37</c:v>
                </c:pt>
                <c:pt idx="384">
                  <c:v>163.21</c:v>
                </c:pt>
                <c:pt idx="385">
                  <c:v>160.05000000000001</c:v>
                </c:pt>
                <c:pt idx="386">
                  <c:v>156.88999999999999</c:v>
                </c:pt>
                <c:pt idx="387">
                  <c:v>153.72999999999999</c:v>
                </c:pt>
                <c:pt idx="388">
                  <c:v>150.58000000000001</c:v>
                </c:pt>
                <c:pt idx="389">
                  <c:v>147.44</c:v>
                </c:pt>
                <c:pt idx="390">
                  <c:v>144.29</c:v>
                </c:pt>
                <c:pt idx="391">
                  <c:v>141.15</c:v>
                </c:pt>
                <c:pt idx="392">
                  <c:v>138.01</c:v>
                </c:pt>
                <c:pt idx="393">
                  <c:v>134.88</c:v>
                </c:pt>
                <c:pt idx="394">
                  <c:v>131.75</c:v>
                </c:pt>
                <c:pt idx="395">
                  <c:v>128.62</c:v>
                </c:pt>
                <c:pt idx="396">
                  <c:v>125.49</c:v>
                </c:pt>
                <c:pt idx="397">
                  <c:v>122.37</c:v>
                </c:pt>
                <c:pt idx="398">
                  <c:v>119.25</c:v>
                </c:pt>
                <c:pt idx="399">
                  <c:v>116.13</c:v>
                </c:pt>
                <c:pt idx="400">
                  <c:v>113.02</c:v>
                </c:pt>
                <c:pt idx="401">
                  <c:v>109.91</c:v>
                </c:pt>
                <c:pt idx="402">
                  <c:v>106.8</c:v>
                </c:pt>
                <c:pt idx="403">
                  <c:v>103.7</c:v>
                </c:pt>
                <c:pt idx="404">
                  <c:v>100.6</c:v>
                </c:pt>
                <c:pt idx="405">
                  <c:v>97.5</c:v>
                </c:pt>
                <c:pt idx="406">
                  <c:v>94.41</c:v>
                </c:pt>
                <c:pt idx="407">
                  <c:v>91.32</c:v>
                </c:pt>
                <c:pt idx="408">
                  <c:v>88.23</c:v>
                </c:pt>
                <c:pt idx="409">
                  <c:v>85.14</c:v>
                </c:pt>
                <c:pt idx="410">
                  <c:v>82.06</c:v>
                </c:pt>
                <c:pt idx="411">
                  <c:v>78.98</c:v>
                </c:pt>
                <c:pt idx="412">
                  <c:v>75.91</c:v>
                </c:pt>
                <c:pt idx="413">
                  <c:v>72.83</c:v>
                </c:pt>
                <c:pt idx="414">
                  <c:v>69.760000000000005</c:v>
                </c:pt>
                <c:pt idx="415">
                  <c:v>66.7</c:v>
                </c:pt>
                <c:pt idx="416">
                  <c:v>63.63</c:v>
                </c:pt>
                <c:pt idx="417">
                  <c:v>60.57</c:v>
                </c:pt>
                <c:pt idx="418">
                  <c:v>57.52</c:v>
                </c:pt>
                <c:pt idx="419">
                  <c:v>54.46</c:v>
                </c:pt>
                <c:pt idx="420">
                  <c:v>51.41</c:v>
                </c:pt>
                <c:pt idx="421">
                  <c:v>48.36</c:v>
                </c:pt>
                <c:pt idx="422">
                  <c:v>45.32</c:v>
                </c:pt>
                <c:pt idx="423">
                  <c:v>42.27</c:v>
                </c:pt>
                <c:pt idx="424">
                  <c:v>39.229999999999997</c:v>
                </c:pt>
                <c:pt idx="425">
                  <c:v>36.200000000000003</c:v>
                </c:pt>
                <c:pt idx="426">
                  <c:v>33.17</c:v>
                </c:pt>
                <c:pt idx="427">
                  <c:v>30.14</c:v>
                </c:pt>
                <c:pt idx="428">
                  <c:v>27.11</c:v>
                </c:pt>
                <c:pt idx="429">
                  <c:v>24.08</c:v>
                </c:pt>
                <c:pt idx="430">
                  <c:v>21.06</c:v>
                </c:pt>
                <c:pt idx="431">
                  <c:v>18.05</c:v>
                </c:pt>
                <c:pt idx="432">
                  <c:v>15.03</c:v>
                </c:pt>
                <c:pt idx="433">
                  <c:v>12.02</c:v>
                </c:pt>
                <c:pt idx="434">
                  <c:v>9.01</c:v>
                </c:pt>
                <c:pt idx="435">
                  <c:v>6</c:v>
                </c:pt>
                <c:pt idx="436">
                  <c:v>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E9C-485F-9D19-543FBB0A6D78}"/>
            </c:ext>
          </c:extLst>
        </c:ser>
        <c:ser>
          <c:idx val="1"/>
          <c:order val="1"/>
          <c:tx>
            <c:v>Numerical Solution Day 3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'BM_STUDY_PHREEQCRM_MU_DECAY '!$G$877:$G$1313</c:f>
              <c:numCache>
                <c:formatCode>General</c:formatCode>
                <c:ptCount val="437"/>
                <c:pt idx="0">
                  <c:v>0.99917999999999996</c:v>
                </c:pt>
                <c:pt idx="1">
                  <c:v>0.99648999999999999</c:v>
                </c:pt>
                <c:pt idx="2">
                  <c:v>0.99378</c:v>
                </c:pt>
                <c:pt idx="3">
                  <c:v>0.99109000000000003</c:v>
                </c:pt>
                <c:pt idx="4">
                  <c:v>0.98838999999999999</c:v>
                </c:pt>
                <c:pt idx="5">
                  <c:v>0.98573999999999995</c:v>
                </c:pt>
                <c:pt idx="6">
                  <c:v>0.98309000000000002</c:v>
                </c:pt>
                <c:pt idx="7">
                  <c:v>0.98048000000000002</c:v>
                </c:pt>
                <c:pt idx="8">
                  <c:v>0.97785999999999995</c:v>
                </c:pt>
                <c:pt idx="9">
                  <c:v>0.97524</c:v>
                </c:pt>
                <c:pt idx="10">
                  <c:v>0.97262999999999999</c:v>
                </c:pt>
                <c:pt idx="11">
                  <c:v>0.97002999999999995</c:v>
                </c:pt>
                <c:pt idx="12">
                  <c:v>0.96743999999999997</c:v>
                </c:pt>
                <c:pt idx="13">
                  <c:v>0.96484999999999999</c:v>
                </c:pt>
                <c:pt idx="14">
                  <c:v>0.96226999999999996</c:v>
                </c:pt>
                <c:pt idx="15">
                  <c:v>0.95967999999999998</c:v>
                </c:pt>
                <c:pt idx="16">
                  <c:v>0.95711000000000002</c:v>
                </c:pt>
                <c:pt idx="17">
                  <c:v>0.95452000000000004</c:v>
                </c:pt>
                <c:pt idx="18">
                  <c:v>0.95196999999999998</c:v>
                </c:pt>
                <c:pt idx="19">
                  <c:v>0.94940000000000002</c:v>
                </c:pt>
                <c:pt idx="20">
                  <c:v>0.94682999999999995</c:v>
                </c:pt>
                <c:pt idx="21">
                  <c:v>0.94427000000000005</c:v>
                </c:pt>
                <c:pt idx="22">
                  <c:v>0.94172</c:v>
                </c:pt>
                <c:pt idx="23">
                  <c:v>0.93916999999999995</c:v>
                </c:pt>
                <c:pt idx="24">
                  <c:v>0.93661000000000005</c:v>
                </c:pt>
                <c:pt idx="25">
                  <c:v>0.93406999999999996</c:v>
                </c:pt>
                <c:pt idx="26">
                  <c:v>0.93152000000000001</c:v>
                </c:pt>
                <c:pt idx="27">
                  <c:v>0.92900000000000005</c:v>
                </c:pt>
                <c:pt idx="28">
                  <c:v>0.92645999999999995</c:v>
                </c:pt>
                <c:pt idx="29">
                  <c:v>0.92393000000000003</c:v>
                </c:pt>
                <c:pt idx="30">
                  <c:v>0.92140999999999995</c:v>
                </c:pt>
                <c:pt idx="31">
                  <c:v>0.91888999999999998</c:v>
                </c:pt>
                <c:pt idx="32">
                  <c:v>0.91637999999999997</c:v>
                </c:pt>
                <c:pt idx="33">
                  <c:v>0.91386999999999996</c:v>
                </c:pt>
                <c:pt idx="34">
                  <c:v>0.91134999999999999</c:v>
                </c:pt>
                <c:pt idx="35">
                  <c:v>0.90886</c:v>
                </c:pt>
                <c:pt idx="36">
                  <c:v>0.90634999999999999</c:v>
                </c:pt>
                <c:pt idx="37">
                  <c:v>0.90386999999999995</c:v>
                </c:pt>
                <c:pt idx="38">
                  <c:v>0.90137</c:v>
                </c:pt>
                <c:pt idx="39">
                  <c:v>0.89888000000000001</c:v>
                </c:pt>
                <c:pt idx="40">
                  <c:v>0.89639000000000002</c:v>
                </c:pt>
                <c:pt idx="41">
                  <c:v>0.89390999999999998</c:v>
                </c:pt>
                <c:pt idx="42">
                  <c:v>0.89144000000000001</c:v>
                </c:pt>
                <c:pt idx="43">
                  <c:v>0.88895000000000002</c:v>
                </c:pt>
                <c:pt idx="44">
                  <c:v>0.88649</c:v>
                </c:pt>
                <c:pt idx="45">
                  <c:v>0.88402999999999998</c:v>
                </c:pt>
                <c:pt idx="46">
                  <c:v>0.88156000000000001</c:v>
                </c:pt>
                <c:pt idx="47">
                  <c:v>0.87909999999999999</c:v>
                </c:pt>
                <c:pt idx="48">
                  <c:v>0.87663999999999997</c:v>
                </c:pt>
                <c:pt idx="49">
                  <c:v>0.87421000000000004</c:v>
                </c:pt>
                <c:pt idx="50">
                  <c:v>0.87175999999999998</c:v>
                </c:pt>
                <c:pt idx="51">
                  <c:v>0.86929000000000001</c:v>
                </c:pt>
                <c:pt idx="52">
                  <c:v>0.86685999999999996</c:v>
                </c:pt>
                <c:pt idx="53">
                  <c:v>0.86443000000000003</c:v>
                </c:pt>
                <c:pt idx="54">
                  <c:v>0.86197999999999997</c:v>
                </c:pt>
                <c:pt idx="55">
                  <c:v>0.85955999999999999</c:v>
                </c:pt>
                <c:pt idx="56">
                  <c:v>0.85711999999999999</c:v>
                </c:pt>
                <c:pt idx="57">
                  <c:v>0.85468999999999995</c:v>
                </c:pt>
                <c:pt idx="58">
                  <c:v>0.85228999999999999</c:v>
                </c:pt>
                <c:pt idx="59">
                  <c:v>0.84987000000000001</c:v>
                </c:pt>
                <c:pt idx="60">
                  <c:v>0.84745999999999999</c:v>
                </c:pt>
                <c:pt idx="61">
                  <c:v>0.84502999999999995</c:v>
                </c:pt>
                <c:pt idx="62">
                  <c:v>0.84262000000000004</c:v>
                </c:pt>
                <c:pt idx="63">
                  <c:v>0.84023000000000003</c:v>
                </c:pt>
                <c:pt idx="64">
                  <c:v>0.83781000000000005</c:v>
                </c:pt>
                <c:pt idx="65">
                  <c:v>0.83542000000000005</c:v>
                </c:pt>
                <c:pt idx="66">
                  <c:v>0.83301999999999998</c:v>
                </c:pt>
                <c:pt idx="67">
                  <c:v>0.83062000000000002</c:v>
                </c:pt>
                <c:pt idx="68">
                  <c:v>0.82823000000000002</c:v>
                </c:pt>
                <c:pt idx="69">
                  <c:v>0.82584000000000002</c:v>
                </c:pt>
                <c:pt idx="70">
                  <c:v>0.82345000000000002</c:v>
                </c:pt>
                <c:pt idx="71">
                  <c:v>0.82106999999999997</c:v>
                </c:pt>
                <c:pt idx="72">
                  <c:v>0.81867000000000001</c:v>
                </c:pt>
                <c:pt idx="73">
                  <c:v>0.81630000000000003</c:v>
                </c:pt>
                <c:pt idx="74">
                  <c:v>0.81391999999999998</c:v>
                </c:pt>
                <c:pt idx="75">
                  <c:v>0.81155999999999995</c:v>
                </c:pt>
                <c:pt idx="76">
                  <c:v>0.80918000000000001</c:v>
                </c:pt>
                <c:pt idx="77">
                  <c:v>0.80679999999999996</c:v>
                </c:pt>
                <c:pt idx="78">
                  <c:v>0.80442999999999998</c:v>
                </c:pt>
                <c:pt idx="79">
                  <c:v>0.80206999999999995</c:v>
                </c:pt>
                <c:pt idx="80">
                  <c:v>0.79971000000000003</c:v>
                </c:pt>
                <c:pt idx="81">
                  <c:v>0.79732999999999998</c:v>
                </c:pt>
                <c:pt idx="82">
                  <c:v>0.79496999999999995</c:v>
                </c:pt>
                <c:pt idx="83">
                  <c:v>0.79259999999999997</c:v>
                </c:pt>
                <c:pt idx="84">
                  <c:v>0.79025999999999996</c:v>
                </c:pt>
                <c:pt idx="85">
                  <c:v>0.78788999999999998</c:v>
                </c:pt>
                <c:pt idx="86">
                  <c:v>0.78552999999999995</c:v>
                </c:pt>
                <c:pt idx="87">
                  <c:v>0.78317999999999999</c:v>
                </c:pt>
                <c:pt idx="88">
                  <c:v>0.78083000000000002</c:v>
                </c:pt>
                <c:pt idx="89">
                  <c:v>0.77847999999999995</c:v>
                </c:pt>
                <c:pt idx="90">
                  <c:v>0.77610999999999997</c:v>
                </c:pt>
                <c:pt idx="91">
                  <c:v>0.77376999999999996</c:v>
                </c:pt>
                <c:pt idx="92">
                  <c:v>0.77142999999999995</c:v>
                </c:pt>
                <c:pt idx="93">
                  <c:v>0.76907000000000003</c:v>
                </c:pt>
                <c:pt idx="94">
                  <c:v>0.76671</c:v>
                </c:pt>
                <c:pt idx="95">
                  <c:v>0.76436000000000004</c:v>
                </c:pt>
                <c:pt idx="96">
                  <c:v>0.76200999999999997</c:v>
                </c:pt>
                <c:pt idx="97">
                  <c:v>0.75966</c:v>
                </c:pt>
                <c:pt idx="98">
                  <c:v>0.75731000000000004</c:v>
                </c:pt>
                <c:pt idx="99">
                  <c:v>0.75497000000000003</c:v>
                </c:pt>
                <c:pt idx="100">
                  <c:v>0.75261</c:v>
                </c:pt>
                <c:pt idx="101">
                  <c:v>0.75026999999999999</c:v>
                </c:pt>
                <c:pt idx="102">
                  <c:v>0.74790999999999996</c:v>
                </c:pt>
                <c:pt idx="103">
                  <c:v>0.74556999999999995</c:v>
                </c:pt>
                <c:pt idx="104">
                  <c:v>0.74321000000000004</c:v>
                </c:pt>
                <c:pt idx="105">
                  <c:v>0.74085999999999996</c:v>
                </c:pt>
                <c:pt idx="106">
                  <c:v>0.73851</c:v>
                </c:pt>
                <c:pt idx="107">
                  <c:v>0.73614999999999997</c:v>
                </c:pt>
                <c:pt idx="108">
                  <c:v>0.73377999999999999</c:v>
                </c:pt>
                <c:pt idx="109">
                  <c:v>0.73143000000000002</c:v>
                </c:pt>
                <c:pt idx="110">
                  <c:v>0.72906000000000004</c:v>
                </c:pt>
                <c:pt idx="111">
                  <c:v>0.72670999999999997</c:v>
                </c:pt>
                <c:pt idx="112">
                  <c:v>0.72433999999999998</c:v>
                </c:pt>
                <c:pt idx="113">
                  <c:v>0.72197</c:v>
                </c:pt>
                <c:pt idx="114">
                  <c:v>0.71960000000000002</c:v>
                </c:pt>
                <c:pt idx="115">
                  <c:v>0.71723000000000003</c:v>
                </c:pt>
                <c:pt idx="116">
                  <c:v>0.71486000000000005</c:v>
                </c:pt>
                <c:pt idx="117">
                  <c:v>0.71248999999999996</c:v>
                </c:pt>
                <c:pt idx="118">
                  <c:v>0.71009</c:v>
                </c:pt>
                <c:pt idx="119">
                  <c:v>0.70772000000000002</c:v>
                </c:pt>
                <c:pt idx="120">
                  <c:v>0.70533000000000001</c:v>
                </c:pt>
                <c:pt idx="121">
                  <c:v>0.70293000000000005</c:v>
                </c:pt>
                <c:pt idx="122">
                  <c:v>0.70052999999999999</c:v>
                </c:pt>
                <c:pt idx="123">
                  <c:v>0.69815000000000005</c:v>
                </c:pt>
                <c:pt idx="124">
                  <c:v>0.69572999999999996</c:v>
                </c:pt>
                <c:pt idx="125">
                  <c:v>0.69333</c:v>
                </c:pt>
                <c:pt idx="126">
                  <c:v>0.69091999999999998</c:v>
                </c:pt>
                <c:pt idx="127">
                  <c:v>0.68852000000000002</c:v>
                </c:pt>
                <c:pt idx="128">
                  <c:v>0.68608000000000002</c:v>
                </c:pt>
                <c:pt idx="129">
                  <c:v>0.68364999999999998</c:v>
                </c:pt>
                <c:pt idx="130">
                  <c:v>0.68123999999999996</c:v>
                </c:pt>
                <c:pt idx="131">
                  <c:v>0.67879999999999996</c:v>
                </c:pt>
                <c:pt idx="132">
                  <c:v>0.67635000000000001</c:v>
                </c:pt>
                <c:pt idx="133">
                  <c:v>0.67390000000000005</c:v>
                </c:pt>
                <c:pt idx="134">
                  <c:v>0.67142999999999997</c:v>
                </c:pt>
                <c:pt idx="135">
                  <c:v>0.66898000000000002</c:v>
                </c:pt>
                <c:pt idx="136">
                  <c:v>0.66652</c:v>
                </c:pt>
                <c:pt idx="137">
                  <c:v>0.66403000000000001</c:v>
                </c:pt>
                <c:pt idx="138">
                  <c:v>0.66154999999999997</c:v>
                </c:pt>
                <c:pt idx="139">
                  <c:v>0.65907000000000004</c:v>
                </c:pt>
                <c:pt idx="140">
                  <c:v>0.65656999999999999</c:v>
                </c:pt>
                <c:pt idx="141">
                  <c:v>0.65407000000000004</c:v>
                </c:pt>
                <c:pt idx="142">
                  <c:v>0.65156000000000003</c:v>
                </c:pt>
                <c:pt idx="143">
                  <c:v>0.64902000000000004</c:v>
                </c:pt>
                <c:pt idx="144">
                  <c:v>0.64649999999999996</c:v>
                </c:pt>
                <c:pt idx="145">
                  <c:v>0.64395000000000002</c:v>
                </c:pt>
                <c:pt idx="146">
                  <c:v>0.64141999999999999</c:v>
                </c:pt>
                <c:pt idx="147">
                  <c:v>0.63885999999999998</c:v>
                </c:pt>
                <c:pt idx="148">
                  <c:v>0.63629000000000002</c:v>
                </c:pt>
                <c:pt idx="149">
                  <c:v>0.63371</c:v>
                </c:pt>
                <c:pt idx="150">
                  <c:v>0.63112999999999997</c:v>
                </c:pt>
                <c:pt idx="151">
                  <c:v>0.62853999999999999</c:v>
                </c:pt>
                <c:pt idx="152">
                  <c:v>0.62594000000000005</c:v>
                </c:pt>
                <c:pt idx="153">
                  <c:v>0.62331000000000003</c:v>
                </c:pt>
                <c:pt idx="154">
                  <c:v>0.62070000000000003</c:v>
                </c:pt>
                <c:pt idx="155">
                  <c:v>0.61806000000000005</c:v>
                </c:pt>
                <c:pt idx="156">
                  <c:v>0.61539999999999995</c:v>
                </c:pt>
                <c:pt idx="157">
                  <c:v>0.61277000000000004</c:v>
                </c:pt>
                <c:pt idx="158">
                  <c:v>0.61009999999999998</c:v>
                </c:pt>
                <c:pt idx="159">
                  <c:v>0.60741999999999996</c:v>
                </c:pt>
                <c:pt idx="160">
                  <c:v>0.60470999999999997</c:v>
                </c:pt>
                <c:pt idx="161">
                  <c:v>0.60201000000000005</c:v>
                </c:pt>
                <c:pt idx="162">
                  <c:v>0.59928000000000003</c:v>
                </c:pt>
                <c:pt idx="163">
                  <c:v>0.59655999999999998</c:v>
                </c:pt>
                <c:pt idx="164">
                  <c:v>0.59380999999999995</c:v>
                </c:pt>
                <c:pt idx="165">
                  <c:v>0.59104999999999996</c:v>
                </c:pt>
                <c:pt idx="166">
                  <c:v>0.58828000000000003</c:v>
                </c:pt>
                <c:pt idx="167">
                  <c:v>0.58550000000000002</c:v>
                </c:pt>
                <c:pt idx="168">
                  <c:v>0.58270999999999995</c:v>
                </c:pt>
                <c:pt idx="169">
                  <c:v>0.57991000000000004</c:v>
                </c:pt>
                <c:pt idx="170">
                  <c:v>0.57708999999999999</c:v>
                </c:pt>
                <c:pt idx="171">
                  <c:v>0.57425000000000004</c:v>
                </c:pt>
                <c:pt idx="172">
                  <c:v>0.57138999999999995</c:v>
                </c:pt>
                <c:pt idx="173">
                  <c:v>0.56854000000000005</c:v>
                </c:pt>
                <c:pt idx="174">
                  <c:v>0.56566000000000005</c:v>
                </c:pt>
                <c:pt idx="175">
                  <c:v>0.56276000000000004</c:v>
                </c:pt>
                <c:pt idx="176">
                  <c:v>0.55984999999999996</c:v>
                </c:pt>
                <c:pt idx="177">
                  <c:v>0.55691000000000002</c:v>
                </c:pt>
                <c:pt idx="178">
                  <c:v>0.55398000000000003</c:v>
                </c:pt>
                <c:pt idx="179">
                  <c:v>0.55103999999999997</c:v>
                </c:pt>
                <c:pt idx="180">
                  <c:v>0.54805999999999999</c:v>
                </c:pt>
                <c:pt idx="181">
                  <c:v>0.54507000000000005</c:v>
                </c:pt>
                <c:pt idx="182">
                  <c:v>0.54205999999999999</c:v>
                </c:pt>
                <c:pt idx="183">
                  <c:v>0.53907000000000005</c:v>
                </c:pt>
                <c:pt idx="184">
                  <c:v>0.53600999999999999</c:v>
                </c:pt>
                <c:pt idx="185">
                  <c:v>0.53297000000000005</c:v>
                </c:pt>
                <c:pt idx="186">
                  <c:v>0.52990999999999999</c:v>
                </c:pt>
                <c:pt idx="187">
                  <c:v>0.52685000000000004</c:v>
                </c:pt>
                <c:pt idx="188">
                  <c:v>0.52373999999999998</c:v>
                </c:pt>
                <c:pt idx="189">
                  <c:v>0.52061999999999997</c:v>
                </c:pt>
                <c:pt idx="190">
                  <c:v>0.51751000000000003</c:v>
                </c:pt>
                <c:pt idx="191">
                  <c:v>0.51436999999999999</c:v>
                </c:pt>
                <c:pt idx="192">
                  <c:v>0.51121000000000005</c:v>
                </c:pt>
                <c:pt idx="193">
                  <c:v>0.50800999999999996</c:v>
                </c:pt>
                <c:pt idx="194">
                  <c:v>0.50482000000000005</c:v>
                </c:pt>
                <c:pt idx="195">
                  <c:v>0.50161999999999995</c:v>
                </c:pt>
                <c:pt idx="196">
                  <c:v>0.49839</c:v>
                </c:pt>
                <c:pt idx="197">
                  <c:v>0.49515999999999999</c:v>
                </c:pt>
                <c:pt idx="198">
                  <c:v>0.4919</c:v>
                </c:pt>
                <c:pt idx="199">
                  <c:v>0.48862</c:v>
                </c:pt>
                <c:pt idx="200">
                  <c:v>0.48532999999999998</c:v>
                </c:pt>
                <c:pt idx="201">
                  <c:v>0.48203000000000001</c:v>
                </c:pt>
                <c:pt idx="202">
                  <c:v>0.47871999999999998</c:v>
                </c:pt>
                <c:pt idx="203">
                  <c:v>0.47536</c:v>
                </c:pt>
                <c:pt idx="204">
                  <c:v>0.47203000000000001</c:v>
                </c:pt>
                <c:pt idx="205">
                  <c:v>0.46865000000000001</c:v>
                </c:pt>
                <c:pt idx="206">
                  <c:v>0.46526000000000001</c:v>
                </c:pt>
                <c:pt idx="207">
                  <c:v>0.46184999999999998</c:v>
                </c:pt>
                <c:pt idx="208">
                  <c:v>0.45844000000000001</c:v>
                </c:pt>
                <c:pt idx="209">
                  <c:v>0.45501000000000003</c:v>
                </c:pt>
                <c:pt idx="210">
                  <c:v>0.45157999999999998</c:v>
                </c:pt>
                <c:pt idx="211">
                  <c:v>0.44812999999999997</c:v>
                </c:pt>
                <c:pt idx="212">
                  <c:v>0.44463999999999998</c:v>
                </c:pt>
                <c:pt idx="213">
                  <c:v>0.44117000000000001</c:v>
                </c:pt>
                <c:pt idx="214">
                  <c:v>0.43765999999999999</c:v>
                </c:pt>
                <c:pt idx="215">
                  <c:v>0.43414000000000003</c:v>
                </c:pt>
                <c:pt idx="216">
                  <c:v>0.43062</c:v>
                </c:pt>
                <c:pt idx="217">
                  <c:v>0.42708000000000002</c:v>
                </c:pt>
                <c:pt idx="218">
                  <c:v>0.42353000000000002</c:v>
                </c:pt>
                <c:pt idx="219">
                  <c:v>0.41993999999999998</c:v>
                </c:pt>
                <c:pt idx="220">
                  <c:v>0.41637999999999997</c:v>
                </c:pt>
                <c:pt idx="221">
                  <c:v>0.41277999999999998</c:v>
                </c:pt>
                <c:pt idx="222">
                  <c:v>0.40919</c:v>
                </c:pt>
                <c:pt idx="223">
                  <c:v>0.40556999999999999</c:v>
                </c:pt>
                <c:pt idx="224">
                  <c:v>0.40194999999999997</c:v>
                </c:pt>
                <c:pt idx="225">
                  <c:v>0.39832000000000001</c:v>
                </c:pt>
                <c:pt idx="226">
                  <c:v>0.39467999999999998</c:v>
                </c:pt>
                <c:pt idx="227">
                  <c:v>0.39100000000000001</c:v>
                </c:pt>
                <c:pt idx="228">
                  <c:v>0.38735000000000003</c:v>
                </c:pt>
                <c:pt idx="229">
                  <c:v>0.38366</c:v>
                </c:pt>
                <c:pt idx="230">
                  <c:v>0.37996999999999997</c:v>
                </c:pt>
                <c:pt idx="231">
                  <c:v>0.37630999999999998</c:v>
                </c:pt>
                <c:pt idx="232">
                  <c:v>0.37261</c:v>
                </c:pt>
                <c:pt idx="233">
                  <c:v>0.36890000000000001</c:v>
                </c:pt>
                <c:pt idx="234">
                  <c:v>0.36516999999999999</c:v>
                </c:pt>
                <c:pt idx="235">
                  <c:v>0.36146</c:v>
                </c:pt>
                <c:pt idx="236">
                  <c:v>0.35775000000000001</c:v>
                </c:pt>
                <c:pt idx="237">
                  <c:v>0.35400999999999999</c:v>
                </c:pt>
                <c:pt idx="238">
                  <c:v>0.35026000000000002</c:v>
                </c:pt>
                <c:pt idx="239">
                  <c:v>0.34651999999999999</c:v>
                </c:pt>
                <c:pt idx="240">
                  <c:v>0.34277999999999997</c:v>
                </c:pt>
                <c:pt idx="241">
                  <c:v>0.33903</c:v>
                </c:pt>
                <c:pt idx="242">
                  <c:v>0.33528999999999998</c:v>
                </c:pt>
                <c:pt idx="243">
                  <c:v>0.33155000000000001</c:v>
                </c:pt>
                <c:pt idx="244">
                  <c:v>0.32778000000000002</c:v>
                </c:pt>
                <c:pt idx="245">
                  <c:v>0.32405</c:v>
                </c:pt>
                <c:pt idx="246">
                  <c:v>0.32029000000000002</c:v>
                </c:pt>
                <c:pt idx="247">
                  <c:v>0.31652999999999998</c:v>
                </c:pt>
                <c:pt idx="248">
                  <c:v>0.31278</c:v>
                </c:pt>
                <c:pt idx="249">
                  <c:v>0.30903000000000003</c:v>
                </c:pt>
                <c:pt idx="250">
                  <c:v>0.30529000000000001</c:v>
                </c:pt>
                <c:pt idx="251">
                  <c:v>0.30153000000000002</c:v>
                </c:pt>
                <c:pt idx="252">
                  <c:v>0.29780000000000001</c:v>
                </c:pt>
                <c:pt idx="253">
                  <c:v>0.29404999999999998</c:v>
                </c:pt>
                <c:pt idx="254">
                  <c:v>0.29031000000000001</c:v>
                </c:pt>
                <c:pt idx="255">
                  <c:v>0.28658</c:v>
                </c:pt>
                <c:pt idx="256">
                  <c:v>0.28286</c:v>
                </c:pt>
                <c:pt idx="257">
                  <c:v>0.27915000000000001</c:v>
                </c:pt>
                <c:pt idx="258">
                  <c:v>0.27544999999999997</c:v>
                </c:pt>
                <c:pt idx="259">
                  <c:v>0.27173000000000003</c:v>
                </c:pt>
                <c:pt idx="260">
                  <c:v>0.26806000000000002</c:v>
                </c:pt>
                <c:pt idx="261">
                  <c:v>0.26436999999999999</c:v>
                </c:pt>
                <c:pt idx="262">
                  <c:v>0.26068999999999998</c:v>
                </c:pt>
                <c:pt idx="263">
                  <c:v>0.25702000000000003</c:v>
                </c:pt>
                <c:pt idx="264">
                  <c:v>0.25337999999999999</c:v>
                </c:pt>
                <c:pt idx="265">
                  <c:v>0.24973999999999999</c:v>
                </c:pt>
                <c:pt idx="266">
                  <c:v>0.24612999999999999</c:v>
                </c:pt>
                <c:pt idx="267">
                  <c:v>0.24249999999999999</c:v>
                </c:pt>
                <c:pt idx="268">
                  <c:v>0.23891000000000001</c:v>
                </c:pt>
                <c:pt idx="269">
                  <c:v>0.23532</c:v>
                </c:pt>
                <c:pt idx="270">
                  <c:v>0.23175000000000001</c:v>
                </c:pt>
                <c:pt idx="271">
                  <c:v>0.22819999999999999</c:v>
                </c:pt>
                <c:pt idx="272">
                  <c:v>0.22466</c:v>
                </c:pt>
                <c:pt idx="273">
                  <c:v>0.22115000000000001</c:v>
                </c:pt>
                <c:pt idx="274">
                  <c:v>0.21765999999999999</c:v>
                </c:pt>
                <c:pt idx="275">
                  <c:v>0.21415999999999999</c:v>
                </c:pt>
                <c:pt idx="276">
                  <c:v>0.21068999999999999</c:v>
                </c:pt>
                <c:pt idx="277">
                  <c:v>0.20726</c:v>
                </c:pt>
                <c:pt idx="278">
                  <c:v>0.20383000000000001</c:v>
                </c:pt>
                <c:pt idx="279">
                  <c:v>0.20043</c:v>
                </c:pt>
                <c:pt idx="280">
                  <c:v>0.19705</c:v>
                </c:pt>
                <c:pt idx="281">
                  <c:v>0.19367999999999999</c:v>
                </c:pt>
                <c:pt idx="282">
                  <c:v>0.19034999999999999</c:v>
                </c:pt>
                <c:pt idx="283">
                  <c:v>0.18703</c:v>
                </c:pt>
                <c:pt idx="284">
                  <c:v>0.18375</c:v>
                </c:pt>
                <c:pt idx="285">
                  <c:v>0.18048</c:v>
                </c:pt>
                <c:pt idx="286">
                  <c:v>0.17724000000000001</c:v>
                </c:pt>
                <c:pt idx="287">
                  <c:v>0.17402999999999999</c:v>
                </c:pt>
                <c:pt idx="288">
                  <c:v>0.17082</c:v>
                </c:pt>
                <c:pt idx="289">
                  <c:v>0.16767000000000001</c:v>
                </c:pt>
                <c:pt idx="290">
                  <c:v>0.16453999999999999</c:v>
                </c:pt>
                <c:pt idx="291">
                  <c:v>0.16142000000000001</c:v>
                </c:pt>
                <c:pt idx="292">
                  <c:v>0.15834000000000001</c:v>
                </c:pt>
                <c:pt idx="293">
                  <c:v>0.15528</c:v>
                </c:pt>
                <c:pt idx="294">
                  <c:v>0.15226000000000001</c:v>
                </c:pt>
                <c:pt idx="295">
                  <c:v>0.14927000000000001</c:v>
                </c:pt>
                <c:pt idx="296">
                  <c:v>0.14631</c:v>
                </c:pt>
                <c:pt idx="297">
                  <c:v>0.14337</c:v>
                </c:pt>
                <c:pt idx="298">
                  <c:v>0.14047000000000001</c:v>
                </c:pt>
                <c:pt idx="299">
                  <c:v>0.13758999999999999</c:v>
                </c:pt>
                <c:pt idx="300">
                  <c:v>0.13475000000000001</c:v>
                </c:pt>
                <c:pt idx="301">
                  <c:v>0.13194</c:v>
                </c:pt>
                <c:pt idx="302">
                  <c:v>0.12916</c:v>
                </c:pt>
                <c:pt idx="303">
                  <c:v>0.12642</c:v>
                </c:pt>
                <c:pt idx="304">
                  <c:v>0.12371</c:v>
                </c:pt>
                <c:pt idx="305">
                  <c:v>0.12102</c:v>
                </c:pt>
                <c:pt idx="306">
                  <c:v>0.11838</c:v>
                </c:pt>
                <c:pt idx="307">
                  <c:v>0.11576</c:v>
                </c:pt>
                <c:pt idx="308">
                  <c:v>0.11318</c:v>
                </c:pt>
                <c:pt idx="309">
                  <c:v>0.11063000000000001</c:v>
                </c:pt>
                <c:pt idx="310">
                  <c:v>0.10811999999999999</c:v>
                </c:pt>
                <c:pt idx="311">
                  <c:v>0.10563</c:v>
                </c:pt>
                <c:pt idx="312">
                  <c:v>0.10319</c:v>
                </c:pt>
                <c:pt idx="313">
                  <c:v>0.10077</c:v>
                </c:pt>
                <c:pt idx="314" formatCode="0.00E+00">
                  <c:v>9.8401000000000002E-2</c:v>
                </c:pt>
                <c:pt idx="315" formatCode="0.00E+00">
                  <c:v>9.6054E-2</c:v>
                </c:pt>
                <c:pt idx="316" formatCode="0.00E+00">
                  <c:v>9.3743999999999994E-2</c:v>
                </c:pt>
                <c:pt idx="317" formatCode="0.00E+00">
                  <c:v>9.1453999999999994E-2</c:v>
                </c:pt>
                <c:pt idx="318" formatCode="0.00E+00">
                  <c:v>8.9216000000000004E-2</c:v>
                </c:pt>
                <c:pt idx="319" formatCode="0.00E+00">
                  <c:v>8.7859999999999994E-2</c:v>
                </c:pt>
                <c:pt idx="320" formatCode="0.00E+00">
                  <c:v>8.3394999999999997E-2</c:v>
                </c:pt>
                <c:pt idx="321" formatCode="0.00E+00">
                  <c:v>7.8303999999999999E-2</c:v>
                </c:pt>
                <c:pt idx="322" formatCode="0.00E+00">
                  <c:v>7.3446999999999998E-2</c:v>
                </c:pt>
                <c:pt idx="323" formatCode="0.00E+00">
                  <c:v>6.8792000000000006E-2</c:v>
                </c:pt>
                <c:pt idx="324" formatCode="0.00E+00">
                  <c:v>6.4377000000000004E-2</c:v>
                </c:pt>
                <c:pt idx="325" formatCode="0.00E+00">
                  <c:v>6.0158000000000003E-2</c:v>
                </c:pt>
                <c:pt idx="326" formatCode="0.00E+00">
                  <c:v>5.6156999999999999E-2</c:v>
                </c:pt>
                <c:pt idx="327" formatCode="0.00E+00">
                  <c:v>5.2356E-2</c:v>
                </c:pt>
                <c:pt idx="328" formatCode="0.00E+00">
                  <c:v>4.8750000000000002E-2</c:v>
                </c:pt>
                <c:pt idx="329" formatCode="0.00E+00">
                  <c:v>4.5345000000000003E-2</c:v>
                </c:pt>
                <c:pt idx="330" formatCode="0.00E+00">
                  <c:v>4.2124000000000002E-2</c:v>
                </c:pt>
                <c:pt idx="331" formatCode="0.00E+00">
                  <c:v>3.9091000000000001E-2</c:v>
                </c:pt>
                <c:pt idx="332" formatCode="0.00E+00">
                  <c:v>3.6229999999999998E-2</c:v>
                </c:pt>
                <c:pt idx="333" formatCode="0.00E+00">
                  <c:v>3.3536000000000003E-2</c:v>
                </c:pt>
                <c:pt idx="334" formatCode="0.00E+00">
                  <c:v>3.1001999999999998E-2</c:v>
                </c:pt>
                <c:pt idx="335" formatCode="0.00E+00">
                  <c:v>2.8629999999999999E-2</c:v>
                </c:pt>
                <c:pt idx="336" formatCode="0.00E+00">
                  <c:v>2.6405000000000001E-2</c:v>
                </c:pt>
                <c:pt idx="337" formatCode="0.00E+00">
                  <c:v>2.4327999999999999E-2</c:v>
                </c:pt>
                <c:pt idx="338" formatCode="0.00E+00">
                  <c:v>2.2384999999999999E-2</c:v>
                </c:pt>
                <c:pt idx="339" formatCode="0.00E+00">
                  <c:v>2.0570999999999999E-2</c:v>
                </c:pt>
                <c:pt idx="340" formatCode="0.00E+00">
                  <c:v>1.8879E-2</c:v>
                </c:pt>
                <c:pt idx="341" formatCode="0.00E+00">
                  <c:v>1.7308E-2</c:v>
                </c:pt>
                <c:pt idx="342" formatCode="0.00E+00">
                  <c:v>1.5848000000000001E-2</c:v>
                </c:pt>
                <c:pt idx="343" formatCode="0.00E+00">
                  <c:v>1.4492E-2</c:v>
                </c:pt>
                <c:pt idx="344" formatCode="0.00E+00">
                  <c:v>1.3238E-2</c:v>
                </c:pt>
                <c:pt idx="345" formatCode="0.00E+00">
                  <c:v>1.2076999999999999E-2</c:v>
                </c:pt>
                <c:pt idx="346" formatCode="0.00E+00">
                  <c:v>1.1006999999999999E-2</c:v>
                </c:pt>
                <c:pt idx="347" formatCode="0.00E+00">
                  <c:v>1.0018000000000001E-2</c:v>
                </c:pt>
                <c:pt idx="348" formatCode="0.00E+00">
                  <c:v>9.1065999999999994E-3</c:v>
                </c:pt>
                <c:pt idx="349" formatCode="0.00E+00">
                  <c:v>8.2670999999999994E-3</c:v>
                </c:pt>
                <c:pt idx="350" formatCode="0.00E+00">
                  <c:v>7.4974000000000004E-3</c:v>
                </c:pt>
                <c:pt idx="351" formatCode="0.00E+00">
                  <c:v>6.7905999999999999E-3</c:v>
                </c:pt>
                <c:pt idx="352" formatCode="0.00E+00">
                  <c:v>6.1422999999999998E-3</c:v>
                </c:pt>
                <c:pt idx="353" formatCode="0.00E+00">
                  <c:v>5.5503999999999996E-3</c:v>
                </c:pt>
                <c:pt idx="354" formatCode="0.00E+00">
                  <c:v>5.0090000000000004E-3</c:v>
                </c:pt>
                <c:pt idx="355" formatCode="0.00E+00">
                  <c:v>4.5145000000000003E-3</c:v>
                </c:pt>
                <c:pt idx="356" formatCode="0.00E+00">
                  <c:v>4.0647000000000001E-3</c:v>
                </c:pt>
                <c:pt idx="357" formatCode="0.00E+00">
                  <c:v>3.6551000000000001E-3</c:v>
                </c:pt>
                <c:pt idx="358" formatCode="0.00E+00">
                  <c:v>3.2824E-3</c:v>
                </c:pt>
                <c:pt idx="359" formatCode="0.00E+00">
                  <c:v>2.9448999999999999E-3</c:v>
                </c:pt>
                <c:pt idx="360" formatCode="0.00E+00">
                  <c:v>2.6386000000000001E-3</c:v>
                </c:pt>
                <c:pt idx="361" formatCode="0.00E+00">
                  <c:v>2.3611000000000001E-3</c:v>
                </c:pt>
                <c:pt idx="362" formatCode="0.00E+00">
                  <c:v>2.1107000000000001E-3</c:v>
                </c:pt>
                <c:pt idx="363" formatCode="0.00E+00">
                  <c:v>1.8845000000000001E-3</c:v>
                </c:pt>
                <c:pt idx="364" formatCode="0.00E+00">
                  <c:v>1.6803E-3</c:v>
                </c:pt>
                <c:pt idx="365" formatCode="0.00E+00">
                  <c:v>1.4968E-3</c:v>
                </c:pt>
                <c:pt idx="366" formatCode="0.00E+00">
                  <c:v>1.3316000000000001E-3</c:v>
                </c:pt>
                <c:pt idx="367" formatCode="0.00E+00">
                  <c:v>1.1831999999999999E-3</c:v>
                </c:pt>
                <c:pt idx="368" formatCode="0.00E+00">
                  <c:v>1.0503000000000001E-3</c:v>
                </c:pt>
                <c:pt idx="369" formatCode="0.00E+00">
                  <c:v>9.3106999999999999E-4</c:v>
                </c:pt>
                <c:pt idx="370" formatCode="0.00E+00">
                  <c:v>8.2434000000000001E-4</c:v>
                </c:pt>
                <c:pt idx="371" formatCode="0.00E+00">
                  <c:v>7.2889999999999999E-4</c:v>
                </c:pt>
                <c:pt idx="372" formatCode="0.00E+00">
                  <c:v>6.4393000000000002E-4</c:v>
                </c:pt>
                <c:pt idx="373" formatCode="0.00E+00">
                  <c:v>5.6811999999999997E-4</c:v>
                </c:pt>
                <c:pt idx="374" formatCode="0.00E+00">
                  <c:v>5.0078999999999998E-4</c:v>
                </c:pt>
                <c:pt idx="375" formatCode="0.00E+00">
                  <c:v>4.4087E-4</c:v>
                </c:pt>
                <c:pt idx="376" formatCode="0.00E+00">
                  <c:v>3.8761999999999998E-4</c:v>
                </c:pt>
                <c:pt idx="377" formatCode="0.00E+00">
                  <c:v>3.4036E-4</c:v>
                </c:pt>
                <c:pt idx="378" formatCode="0.00E+00">
                  <c:v>2.9859999999999999E-4</c:v>
                </c:pt>
                <c:pt idx="379" formatCode="0.00E+00">
                  <c:v>2.6163E-4</c:v>
                </c:pt>
                <c:pt idx="380" formatCode="0.00E+00">
                  <c:v>2.2903999999999999E-4</c:v>
                </c:pt>
                <c:pt idx="381" formatCode="0.00E+00">
                  <c:v>2.0017E-4</c:v>
                </c:pt>
                <c:pt idx="382" formatCode="0.00E+00">
                  <c:v>1.7479E-4</c:v>
                </c:pt>
                <c:pt idx="383" formatCode="0.00E+00">
                  <c:v>1.5249E-4</c:v>
                </c:pt>
                <c:pt idx="384" formatCode="0.00E+00">
                  <c:v>1.3286999999999999E-4</c:v>
                </c:pt>
                <c:pt idx="385" formatCode="0.00E+00">
                  <c:v>1.1563E-4</c:v>
                </c:pt>
                <c:pt idx="386" formatCode="0.00E+00">
                  <c:v>1.005E-4</c:v>
                </c:pt>
                <c:pt idx="387" formatCode="0.00E+00">
                  <c:v>8.7233999999999999E-5</c:v>
                </c:pt>
                <c:pt idx="388" formatCode="0.00E+00">
                  <c:v>7.5658E-5</c:v>
                </c:pt>
                <c:pt idx="389" formatCode="0.00E+00">
                  <c:v>6.5565E-5</c:v>
                </c:pt>
                <c:pt idx="390" formatCode="0.00E+00">
                  <c:v>5.6721000000000001E-5</c:v>
                </c:pt>
                <c:pt idx="391" formatCode="0.00E+00">
                  <c:v>4.9030000000000003E-5</c:v>
                </c:pt>
                <c:pt idx="392" formatCode="0.00E+00">
                  <c:v>4.2329000000000001E-5</c:v>
                </c:pt>
                <c:pt idx="393" formatCode="0.00E+00">
                  <c:v>3.6514999999999999E-5</c:v>
                </c:pt>
                <c:pt idx="394" formatCode="0.00E+00">
                  <c:v>3.1458999999999998E-5</c:v>
                </c:pt>
                <c:pt idx="395" formatCode="0.00E+00">
                  <c:v>2.707E-5</c:v>
                </c:pt>
                <c:pt idx="396" formatCode="0.00E+00">
                  <c:v>2.3264E-5</c:v>
                </c:pt>
                <c:pt idx="397" formatCode="0.00E+00">
                  <c:v>1.9976999999999999E-5</c:v>
                </c:pt>
                <c:pt idx="398" formatCode="0.00E+00">
                  <c:v>1.7133999999999999E-5</c:v>
                </c:pt>
                <c:pt idx="399" formatCode="0.00E+00">
                  <c:v>1.4677E-5</c:v>
                </c:pt>
                <c:pt idx="400" formatCode="0.00E+00">
                  <c:v>1.2561999999999999E-5</c:v>
                </c:pt>
                <c:pt idx="401" formatCode="0.00E+00">
                  <c:v>1.0739E-5</c:v>
                </c:pt>
                <c:pt idx="402" formatCode="0.00E+00">
                  <c:v>9.1695999999999994E-6</c:v>
                </c:pt>
                <c:pt idx="403" formatCode="0.00E+00">
                  <c:v>7.8234000000000003E-6</c:v>
                </c:pt>
                <c:pt idx="404" formatCode="0.00E+00">
                  <c:v>6.6665999999999998E-6</c:v>
                </c:pt>
                <c:pt idx="405" formatCode="0.00E+00">
                  <c:v>5.6739E-6</c:v>
                </c:pt>
                <c:pt idx="406" formatCode="0.00E+00">
                  <c:v>4.8254999999999998E-6</c:v>
                </c:pt>
                <c:pt idx="407" formatCode="0.00E+00">
                  <c:v>4.0990000000000001E-6</c:v>
                </c:pt>
                <c:pt idx="408" formatCode="0.00E+00">
                  <c:v>3.4775000000000002E-6</c:v>
                </c:pt>
                <c:pt idx="409" formatCode="0.00E+00">
                  <c:v>2.9467000000000001E-6</c:v>
                </c:pt>
                <c:pt idx="410" formatCode="0.00E+00">
                  <c:v>2.4951999999999998E-6</c:v>
                </c:pt>
                <c:pt idx="411" formatCode="0.00E+00">
                  <c:v>2.1102000000000001E-6</c:v>
                </c:pt>
                <c:pt idx="412" formatCode="0.00E+00">
                  <c:v>1.7834999999999999E-6</c:v>
                </c:pt>
                <c:pt idx="413" formatCode="0.00E+00">
                  <c:v>1.5047E-6</c:v>
                </c:pt>
                <c:pt idx="414" formatCode="0.00E+00">
                  <c:v>1.2686E-6</c:v>
                </c:pt>
                <c:pt idx="415" formatCode="0.00E+00">
                  <c:v>1.0688E-6</c:v>
                </c:pt>
                <c:pt idx="416" formatCode="0.00E+00">
                  <c:v>8.9897000000000001E-7</c:v>
                </c:pt>
                <c:pt idx="417" formatCode="0.00E+00">
                  <c:v>7.5560000000000002E-7</c:v>
                </c:pt>
                <c:pt idx="418" formatCode="0.00E+00">
                  <c:v>6.3468000000000002E-7</c:v>
                </c:pt>
                <c:pt idx="419" formatCode="0.00E+00">
                  <c:v>5.3218000000000004E-7</c:v>
                </c:pt>
                <c:pt idx="420" formatCode="0.00E+00">
                  <c:v>4.4594999999999999E-7</c:v>
                </c:pt>
                <c:pt idx="421" formatCode="0.00E+00">
                  <c:v>3.7324999999999998E-7</c:v>
                </c:pt>
                <c:pt idx="422" formatCode="0.00E+00">
                  <c:v>3.1221000000000001E-7</c:v>
                </c:pt>
                <c:pt idx="423" formatCode="0.00E+00">
                  <c:v>2.607E-7</c:v>
                </c:pt>
                <c:pt idx="424" formatCode="0.00E+00">
                  <c:v>2.1756E-7</c:v>
                </c:pt>
                <c:pt idx="425" formatCode="0.00E+00">
                  <c:v>1.8148000000000001E-7</c:v>
                </c:pt>
                <c:pt idx="426" formatCode="0.00E+00">
                  <c:v>1.5123000000000001E-7</c:v>
                </c:pt>
                <c:pt idx="427" formatCode="0.00E+00">
                  <c:v>1.2590999999999999E-7</c:v>
                </c:pt>
                <c:pt idx="428" formatCode="0.00E+00">
                  <c:v>1.0479E-7</c:v>
                </c:pt>
                <c:pt idx="429" formatCode="0.00E+00">
                  <c:v>8.7215000000000004E-8</c:v>
                </c:pt>
                <c:pt idx="430" formatCode="0.00E+00">
                  <c:v>7.2716000000000001E-8</c:v>
                </c:pt>
                <c:pt idx="431" formatCode="0.00E+00">
                  <c:v>6.0853999999999997E-8</c:v>
                </c:pt>
                <c:pt idx="432" formatCode="0.00E+00">
                  <c:v>5.1241000000000002E-8</c:v>
                </c:pt>
                <c:pt idx="433" formatCode="0.00E+00">
                  <c:v>4.3732999999999999E-8</c:v>
                </c:pt>
                <c:pt idx="434" formatCode="0.00E+00">
                  <c:v>3.8210000000000003E-8</c:v>
                </c:pt>
                <c:pt idx="435" formatCode="0.00E+00">
                  <c:v>3.4741E-8</c:v>
                </c:pt>
                <c:pt idx="436" formatCode="0.00E+00">
                  <c:v>3.3635999999999998E-8</c:v>
                </c:pt>
              </c:numCache>
            </c:numRef>
          </c:xVal>
          <c:yVal>
            <c:numRef>
              <c:f>'BM_STUDY_PHREEQCRM_MU_DECAY '!$F$877:$F$1313</c:f>
              <c:numCache>
                <c:formatCode>General</c:formatCode>
                <c:ptCount val="437"/>
                <c:pt idx="0">
                  <c:v>750</c:v>
                </c:pt>
                <c:pt idx="1">
                  <c:v>749</c:v>
                </c:pt>
                <c:pt idx="2">
                  <c:v>748</c:v>
                </c:pt>
                <c:pt idx="3">
                  <c:v>747</c:v>
                </c:pt>
                <c:pt idx="4">
                  <c:v>745.99</c:v>
                </c:pt>
                <c:pt idx="5">
                  <c:v>744.99</c:v>
                </c:pt>
                <c:pt idx="6">
                  <c:v>743.98</c:v>
                </c:pt>
                <c:pt idx="7">
                  <c:v>742.98</c:v>
                </c:pt>
                <c:pt idx="8">
                  <c:v>741.97</c:v>
                </c:pt>
                <c:pt idx="9">
                  <c:v>740.96</c:v>
                </c:pt>
                <c:pt idx="10">
                  <c:v>739.95</c:v>
                </c:pt>
                <c:pt idx="11">
                  <c:v>738.94</c:v>
                </c:pt>
                <c:pt idx="12">
                  <c:v>737.93</c:v>
                </c:pt>
                <c:pt idx="13">
                  <c:v>736.92</c:v>
                </c:pt>
                <c:pt idx="14">
                  <c:v>735.91</c:v>
                </c:pt>
                <c:pt idx="15">
                  <c:v>734.89</c:v>
                </c:pt>
                <c:pt idx="16">
                  <c:v>733.88</c:v>
                </c:pt>
                <c:pt idx="17">
                  <c:v>732.86</c:v>
                </c:pt>
                <c:pt idx="18">
                  <c:v>731.85</c:v>
                </c:pt>
                <c:pt idx="19">
                  <c:v>730.83</c:v>
                </c:pt>
                <c:pt idx="20">
                  <c:v>729.81</c:v>
                </c:pt>
                <c:pt idx="21">
                  <c:v>728.79</c:v>
                </c:pt>
                <c:pt idx="22">
                  <c:v>727.77</c:v>
                </c:pt>
                <c:pt idx="23">
                  <c:v>726.75</c:v>
                </c:pt>
                <c:pt idx="24">
                  <c:v>725.72</c:v>
                </c:pt>
                <c:pt idx="25">
                  <c:v>724.7</c:v>
                </c:pt>
                <c:pt idx="26">
                  <c:v>723.67</c:v>
                </c:pt>
                <c:pt idx="27">
                  <c:v>722.65</c:v>
                </c:pt>
                <c:pt idx="28">
                  <c:v>721.62</c:v>
                </c:pt>
                <c:pt idx="29">
                  <c:v>720.59</c:v>
                </c:pt>
                <c:pt idx="30">
                  <c:v>719.56</c:v>
                </c:pt>
                <c:pt idx="31">
                  <c:v>718.53</c:v>
                </c:pt>
                <c:pt idx="32">
                  <c:v>717.5</c:v>
                </c:pt>
                <c:pt idx="33">
                  <c:v>716.47</c:v>
                </c:pt>
                <c:pt idx="34">
                  <c:v>715.43</c:v>
                </c:pt>
                <c:pt idx="35">
                  <c:v>714.4</c:v>
                </c:pt>
                <c:pt idx="36">
                  <c:v>713.36</c:v>
                </c:pt>
                <c:pt idx="37">
                  <c:v>712.33</c:v>
                </c:pt>
                <c:pt idx="38">
                  <c:v>711.29</c:v>
                </c:pt>
                <c:pt idx="39">
                  <c:v>710.25</c:v>
                </c:pt>
                <c:pt idx="40">
                  <c:v>709.21</c:v>
                </c:pt>
                <c:pt idx="41">
                  <c:v>708.17</c:v>
                </c:pt>
                <c:pt idx="42">
                  <c:v>707.13</c:v>
                </c:pt>
                <c:pt idx="43">
                  <c:v>706.08</c:v>
                </c:pt>
                <c:pt idx="44">
                  <c:v>705.04</c:v>
                </c:pt>
                <c:pt idx="45">
                  <c:v>704</c:v>
                </c:pt>
                <c:pt idx="46">
                  <c:v>702.95</c:v>
                </c:pt>
                <c:pt idx="47">
                  <c:v>701.9</c:v>
                </c:pt>
                <c:pt idx="48">
                  <c:v>700.85</c:v>
                </c:pt>
                <c:pt idx="49">
                  <c:v>699.81</c:v>
                </c:pt>
                <c:pt idx="50">
                  <c:v>698.76</c:v>
                </c:pt>
                <c:pt idx="51">
                  <c:v>697.7</c:v>
                </c:pt>
                <c:pt idx="52">
                  <c:v>696.65</c:v>
                </c:pt>
                <c:pt idx="53">
                  <c:v>695.6</c:v>
                </c:pt>
                <c:pt idx="54">
                  <c:v>694.54</c:v>
                </c:pt>
                <c:pt idx="55">
                  <c:v>693.49</c:v>
                </c:pt>
                <c:pt idx="56">
                  <c:v>692.43</c:v>
                </c:pt>
                <c:pt idx="57">
                  <c:v>691.37</c:v>
                </c:pt>
                <c:pt idx="58">
                  <c:v>690.32</c:v>
                </c:pt>
                <c:pt idx="59">
                  <c:v>689.26</c:v>
                </c:pt>
                <c:pt idx="60">
                  <c:v>688.2</c:v>
                </c:pt>
                <c:pt idx="61">
                  <c:v>687.13</c:v>
                </c:pt>
                <c:pt idx="62">
                  <c:v>686.07</c:v>
                </c:pt>
                <c:pt idx="63">
                  <c:v>685.01</c:v>
                </c:pt>
                <c:pt idx="64">
                  <c:v>683.94</c:v>
                </c:pt>
                <c:pt idx="65">
                  <c:v>682.88</c:v>
                </c:pt>
                <c:pt idx="66">
                  <c:v>681.81</c:v>
                </c:pt>
                <c:pt idx="67">
                  <c:v>680.74</c:v>
                </c:pt>
                <c:pt idx="68">
                  <c:v>679.67</c:v>
                </c:pt>
                <c:pt idx="69">
                  <c:v>678.6</c:v>
                </c:pt>
                <c:pt idx="70">
                  <c:v>677.53</c:v>
                </c:pt>
                <c:pt idx="71">
                  <c:v>676.46</c:v>
                </c:pt>
                <c:pt idx="72">
                  <c:v>675.38</c:v>
                </c:pt>
                <c:pt idx="73">
                  <c:v>674.31</c:v>
                </c:pt>
                <c:pt idx="74">
                  <c:v>673.23</c:v>
                </c:pt>
                <c:pt idx="75">
                  <c:v>672.16</c:v>
                </c:pt>
                <c:pt idx="76">
                  <c:v>671.08</c:v>
                </c:pt>
                <c:pt idx="77">
                  <c:v>670</c:v>
                </c:pt>
                <c:pt idx="78">
                  <c:v>668.92</c:v>
                </c:pt>
                <c:pt idx="79">
                  <c:v>667.84</c:v>
                </c:pt>
                <c:pt idx="80">
                  <c:v>666.76</c:v>
                </c:pt>
                <c:pt idx="81">
                  <c:v>665.67</c:v>
                </c:pt>
                <c:pt idx="82">
                  <c:v>664.59</c:v>
                </c:pt>
                <c:pt idx="83">
                  <c:v>663.5</c:v>
                </c:pt>
                <c:pt idx="84">
                  <c:v>662.42</c:v>
                </c:pt>
                <c:pt idx="85">
                  <c:v>661.33</c:v>
                </c:pt>
                <c:pt idx="86">
                  <c:v>660.24</c:v>
                </c:pt>
                <c:pt idx="87">
                  <c:v>659.15</c:v>
                </c:pt>
                <c:pt idx="88">
                  <c:v>658.06</c:v>
                </c:pt>
                <c:pt idx="89">
                  <c:v>656.97</c:v>
                </c:pt>
                <c:pt idx="90">
                  <c:v>655.87</c:v>
                </c:pt>
                <c:pt idx="91">
                  <c:v>654.78</c:v>
                </c:pt>
                <c:pt idx="92">
                  <c:v>653.69000000000005</c:v>
                </c:pt>
                <c:pt idx="93">
                  <c:v>652.59</c:v>
                </c:pt>
                <c:pt idx="94">
                  <c:v>651.49</c:v>
                </c:pt>
                <c:pt idx="95">
                  <c:v>650.39</c:v>
                </c:pt>
                <c:pt idx="96">
                  <c:v>649.29</c:v>
                </c:pt>
                <c:pt idx="97">
                  <c:v>648.19000000000005</c:v>
                </c:pt>
                <c:pt idx="98">
                  <c:v>647.09</c:v>
                </c:pt>
                <c:pt idx="99">
                  <c:v>645.99</c:v>
                </c:pt>
                <c:pt idx="100">
                  <c:v>644.88</c:v>
                </c:pt>
                <c:pt idx="101">
                  <c:v>643.78</c:v>
                </c:pt>
                <c:pt idx="102">
                  <c:v>642.66999999999996</c:v>
                </c:pt>
                <c:pt idx="103">
                  <c:v>641.57000000000005</c:v>
                </c:pt>
                <c:pt idx="104">
                  <c:v>640.46</c:v>
                </c:pt>
                <c:pt idx="105">
                  <c:v>639.35</c:v>
                </c:pt>
                <c:pt idx="106">
                  <c:v>638.24</c:v>
                </c:pt>
                <c:pt idx="107">
                  <c:v>637.13</c:v>
                </c:pt>
                <c:pt idx="108">
                  <c:v>636.01</c:v>
                </c:pt>
                <c:pt idx="109">
                  <c:v>634.9</c:v>
                </c:pt>
                <c:pt idx="110">
                  <c:v>633.78</c:v>
                </c:pt>
                <c:pt idx="111">
                  <c:v>632.66999999999996</c:v>
                </c:pt>
                <c:pt idx="112">
                  <c:v>631.54999999999995</c:v>
                </c:pt>
                <c:pt idx="113">
                  <c:v>630.42999999999995</c:v>
                </c:pt>
                <c:pt idx="114">
                  <c:v>629.30999999999995</c:v>
                </c:pt>
                <c:pt idx="115">
                  <c:v>628.19000000000005</c:v>
                </c:pt>
                <c:pt idx="116">
                  <c:v>627.07000000000005</c:v>
                </c:pt>
                <c:pt idx="117">
                  <c:v>625.95000000000005</c:v>
                </c:pt>
                <c:pt idx="118">
                  <c:v>624.82000000000005</c:v>
                </c:pt>
                <c:pt idx="119">
                  <c:v>623.70000000000005</c:v>
                </c:pt>
                <c:pt idx="120">
                  <c:v>622.57000000000005</c:v>
                </c:pt>
                <c:pt idx="121">
                  <c:v>621.44000000000005</c:v>
                </c:pt>
                <c:pt idx="122">
                  <c:v>620.30999999999995</c:v>
                </c:pt>
                <c:pt idx="123">
                  <c:v>619.19000000000005</c:v>
                </c:pt>
                <c:pt idx="124">
                  <c:v>618.04999999999995</c:v>
                </c:pt>
                <c:pt idx="125">
                  <c:v>616.91999999999996</c:v>
                </c:pt>
                <c:pt idx="126">
                  <c:v>615.79</c:v>
                </c:pt>
                <c:pt idx="127">
                  <c:v>614.66</c:v>
                </c:pt>
                <c:pt idx="128">
                  <c:v>613.52</c:v>
                </c:pt>
                <c:pt idx="129">
                  <c:v>612.38</c:v>
                </c:pt>
                <c:pt idx="130">
                  <c:v>611.25</c:v>
                </c:pt>
                <c:pt idx="131">
                  <c:v>610.11</c:v>
                </c:pt>
                <c:pt idx="132">
                  <c:v>608.97</c:v>
                </c:pt>
                <c:pt idx="133">
                  <c:v>607.83000000000004</c:v>
                </c:pt>
                <c:pt idx="134">
                  <c:v>606.67999999999995</c:v>
                </c:pt>
                <c:pt idx="135">
                  <c:v>605.54</c:v>
                </c:pt>
                <c:pt idx="136">
                  <c:v>604.4</c:v>
                </c:pt>
                <c:pt idx="137">
                  <c:v>603.25</c:v>
                </c:pt>
                <c:pt idx="138">
                  <c:v>602.1</c:v>
                </c:pt>
                <c:pt idx="139">
                  <c:v>600.96</c:v>
                </c:pt>
                <c:pt idx="140">
                  <c:v>599.80999999999995</c:v>
                </c:pt>
                <c:pt idx="141">
                  <c:v>598.66</c:v>
                </c:pt>
                <c:pt idx="142">
                  <c:v>597.51</c:v>
                </c:pt>
                <c:pt idx="143">
                  <c:v>596.35</c:v>
                </c:pt>
                <c:pt idx="144">
                  <c:v>595.20000000000005</c:v>
                </c:pt>
                <c:pt idx="145">
                  <c:v>594.04</c:v>
                </c:pt>
                <c:pt idx="146">
                  <c:v>592.89</c:v>
                </c:pt>
                <c:pt idx="147">
                  <c:v>591.73</c:v>
                </c:pt>
                <c:pt idx="148">
                  <c:v>590.57000000000005</c:v>
                </c:pt>
                <c:pt idx="149">
                  <c:v>589.41</c:v>
                </c:pt>
                <c:pt idx="150">
                  <c:v>588.25</c:v>
                </c:pt>
                <c:pt idx="151">
                  <c:v>587.09</c:v>
                </c:pt>
                <c:pt idx="152">
                  <c:v>585.92999999999995</c:v>
                </c:pt>
                <c:pt idx="153">
                  <c:v>584.76</c:v>
                </c:pt>
                <c:pt idx="154">
                  <c:v>583.6</c:v>
                </c:pt>
                <c:pt idx="155">
                  <c:v>582.42999999999995</c:v>
                </c:pt>
                <c:pt idx="156">
                  <c:v>581.26</c:v>
                </c:pt>
                <c:pt idx="157">
                  <c:v>580.1</c:v>
                </c:pt>
                <c:pt idx="158">
                  <c:v>578.92999999999995</c:v>
                </c:pt>
                <c:pt idx="159">
                  <c:v>577.76</c:v>
                </c:pt>
                <c:pt idx="160">
                  <c:v>576.58000000000004</c:v>
                </c:pt>
                <c:pt idx="161">
                  <c:v>575.41</c:v>
                </c:pt>
                <c:pt idx="162">
                  <c:v>574.23</c:v>
                </c:pt>
                <c:pt idx="163">
                  <c:v>573.05999999999995</c:v>
                </c:pt>
                <c:pt idx="164">
                  <c:v>571.88</c:v>
                </c:pt>
                <c:pt idx="165">
                  <c:v>570.70000000000005</c:v>
                </c:pt>
                <c:pt idx="166">
                  <c:v>569.52</c:v>
                </c:pt>
                <c:pt idx="167">
                  <c:v>568.34</c:v>
                </c:pt>
                <c:pt idx="168">
                  <c:v>567.16</c:v>
                </c:pt>
                <c:pt idx="169">
                  <c:v>565.98</c:v>
                </c:pt>
                <c:pt idx="170">
                  <c:v>564.79999999999995</c:v>
                </c:pt>
                <c:pt idx="171">
                  <c:v>563.61</c:v>
                </c:pt>
                <c:pt idx="172">
                  <c:v>562.41999999999996</c:v>
                </c:pt>
                <c:pt idx="173">
                  <c:v>561.24</c:v>
                </c:pt>
                <c:pt idx="174">
                  <c:v>560.04999999999995</c:v>
                </c:pt>
                <c:pt idx="175">
                  <c:v>558.86</c:v>
                </c:pt>
                <c:pt idx="176">
                  <c:v>557.66999999999996</c:v>
                </c:pt>
                <c:pt idx="177">
                  <c:v>556.47</c:v>
                </c:pt>
                <c:pt idx="178">
                  <c:v>555.28</c:v>
                </c:pt>
                <c:pt idx="179">
                  <c:v>554.09</c:v>
                </c:pt>
                <c:pt idx="180">
                  <c:v>552.89</c:v>
                </c:pt>
                <c:pt idx="181">
                  <c:v>551.69000000000005</c:v>
                </c:pt>
                <c:pt idx="182">
                  <c:v>550.49</c:v>
                </c:pt>
                <c:pt idx="183">
                  <c:v>549.29999999999995</c:v>
                </c:pt>
                <c:pt idx="184">
                  <c:v>548.09</c:v>
                </c:pt>
                <c:pt idx="185">
                  <c:v>546.89</c:v>
                </c:pt>
                <c:pt idx="186">
                  <c:v>545.69000000000005</c:v>
                </c:pt>
                <c:pt idx="187">
                  <c:v>544.49</c:v>
                </c:pt>
                <c:pt idx="188">
                  <c:v>543.28</c:v>
                </c:pt>
                <c:pt idx="189">
                  <c:v>542.07000000000005</c:v>
                </c:pt>
                <c:pt idx="190">
                  <c:v>540.87</c:v>
                </c:pt>
                <c:pt idx="191">
                  <c:v>539.66</c:v>
                </c:pt>
                <c:pt idx="192">
                  <c:v>538.45000000000005</c:v>
                </c:pt>
                <c:pt idx="193">
                  <c:v>537.23</c:v>
                </c:pt>
                <c:pt idx="194">
                  <c:v>536.02</c:v>
                </c:pt>
                <c:pt idx="195">
                  <c:v>534.80999999999995</c:v>
                </c:pt>
                <c:pt idx="196">
                  <c:v>533.59</c:v>
                </c:pt>
                <c:pt idx="197">
                  <c:v>532.38</c:v>
                </c:pt>
                <c:pt idx="198">
                  <c:v>531.16</c:v>
                </c:pt>
                <c:pt idx="199">
                  <c:v>529.94000000000005</c:v>
                </c:pt>
                <c:pt idx="200">
                  <c:v>528.72</c:v>
                </c:pt>
                <c:pt idx="201">
                  <c:v>527.5</c:v>
                </c:pt>
                <c:pt idx="202">
                  <c:v>526.28</c:v>
                </c:pt>
                <c:pt idx="203">
                  <c:v>525.04999999999995</c:v>
                </c:pt>
                <c:pt idx="204">
                  <c:v>523.83000000000004</c:v>
                </c:pt>
                <c:pt idx="205">
                  <c:v>522.6</c:v>
                </c:pt>
                <c:pt idx="206">
                  <c:v>521.37</c:v>
                </c:pt>
                <c:pt idx="207">
                  <c:v>520.14</c:v>
                </c:pt>
                <c:pt idx="208">
                  <c:v>518.91</c:v>
                </c:pt>
                <c:pt idx="209">
                  <c:v>517.67999999999995</c:v>
                </c:pt>
                <c:pt idx="210">
                  <c:v>516.45000000000005</c:v>
                </c:pt>
                <c:pt idx="211">
                  <c:v>515.22</c:v>
                </c:pt>
                <c:pt idx="212">
                  <c:v>513.98</c:v>
                </c:pt>
                <c:pt idx="213">
                  <c:v>512.75</c:v>
                </c:pt>
                <c:pt idx="214">
                  <c:v>511.51</c:v>
                </c:pt>
                <c:pt idx="215">
                  <c:v>510.27</c:v>
                </c:pt>
                <c:pt idx="216">
                  <c:v>509.03</c:v>
                </c:pt>
                <c:pt idx="217">
                  <c:v>507.79</c:v>
                </c:pt>
                <c:pt idx="218">
                  <c:v>506.55</c:v>
                </c:pt>
                <c:pt idx="219">
                  <c:v>505.3</c:v>
                </c:pt>
                <c:pt idx="220">
                  <c:v>504.06</c:v>
                </c:pt>
                <c:pt idx="221">
                  <c:v>502.81</c:v>
                </c:pt>
                <c:pt idx="222">
                  <c:v>501.57</c:v>
                </c:pt>
                <c:pt idx="223">
                  <c:v>500.32</c:v>
                </c:pt>
                <c:pt idx="224">
                  <c:v>499.07</c:v>
                </c:pt>
                <c:pt idx="225">
                  <c:v>497.82</c:v>
                </c:pt>
                <c:pt idx="226">
                  <c:v>496.57</c:v>
                </c:pt>
                <c:pt idx="227">
                  <c:v>495.31</c:v>
                </c:pt>
                <c:pt idx="228">
                  <c:v>494.06</c:v>
                </c:pt>
                <c:pt idx="229">
                  <c:v>492.8</c:v>
                </c:pt>
                <c:pt idx="230">
                  <c:v>491.54</c:v>
                </c:pt>
                <c:pt idx="231">
                  <c:v>490.29</c:v>
                </c:pt>
                <c:pt idx="232">
                  <c:v>489.03</c:v>
                </c:pt>
                <c:pt idx="233">
                  <c:v>487.77</c:v>
                </c:pt>
                <c:pt idx="234">
                  <c:v>486.5</c:v>
                </c:pt>
                <c:pt idx="235">
                  <c:v>485.24</c:v>
                </c:pt>
                <c:pt idx="236">
                  <c:v>483.98</c:v>
                </c:pt>
                <c:pt idx="237">
                  <c:v>482.71</c:v>
                </c:pt>
                <c:pt idx="238">
                  <c:v>481.44</c:v>
                </c:pt>
                <c:pt idx="239">
                  <c:v>480.17</c:v>
                </c:pt>
                <c:pt idx="240">
                  <c:v>478.9</c:v>
                </c:pt>
                <c:pt idx="241">
                  <c:v>477.63</c:v>
                </c:pt>
                <c:pt idx="242">
                  <c:v>476.36</c:v>
                </c:pt>
                <c:pt idx="243">
                  <c:v>475.09</c:v>
                </c:pt>
                <c:pt idx="244">
                  <c:v>473.81</c:v>
                </c:pt>
                <c:pt idx="245">
                  <c:v>472.54</c:v>
                </c:pt>
                <c:pt idx="246">
                  <c:v>471.26</c:v>
                </c:pt>
                <c:pt idx="247">
                  <c:v>469.98</c:v>
                </c:pt>
                <c:pt idx="248">
                  <c:v>468.7</c:v>
                </c:pt>
                <c:pt idx="249">
                  <c:v>467.42</c:v>
                </c:pt>
                <c:pt idx="250">
                  <c:v>466.14</c:v>
                </c:pt>
                <c:pt idx="251">
                  <c:v>464.85</c:v>
                </c:pt>
                <c:pt idx="252">
                  <c:v>463.57</c:v>
                </c:pt>
                <c:pt idx="253">
                  <c:v>462.28</c:v>
                </c:pt>
                <c:pt idx="254">
                  <c:v>460.99</c:v>
                </c:pt>
                <c:pt idx="255">
                  <c:v>459.7</c:v>
                </c:pt>
                <c:pt idx="256">
                  <c:v>458.41</c:v>
                </c:pt>
                <c:pt idx="257">
                  <c:v>457.12</c:v>
                </c:pt>
                <c:pt idx="258">
                  <c:v>455.83</c:v>
                </c:pt>
                <c:pt idx="259">
                  <c:v>454.53</c:v>
                </c:pt>
                <c:pt idx="260">
                  <c:v>453.24</c:v>
                </c:pt>
                <c:pt idx="261">
                  <c:v>451.94</c:v>
                </c:pt>
                <c:pt idx="262">
                  <c:v>450.64</c:v>
                </c:pt>
                <c:pt idx="263">
                  <c:v>449.34</c:v>
                </c:pt>
                <c:pt idx="264">
                  <c:v>448.04</c:v>
                </c:pt>
                <c:pt idx="265">
                  <c:v>446.74</c:v>
                </c:pt>
                <c:pt idx="266">
                  <c:v>445.44</c:v>
                </c:pt>
                <c:pt idx="267">
                  <c:v>444.13</c:v>
                </c:pt>
                <c:pt idx="268">
                  <c:v>442.83</c:v>
                </c:pt>
                <c:pt idx="269">
                  <c:v>441.52</c:v>
                </c:pt>
                <c:pt idx="270">
                  <c:v>440.21</c:v>
                </c:pt>
                <c:pt idx="271">
                  <c:v>438.9</c:v>
                </c:pt>
                <c:pt idx="272">
                  <c:v>437.59</c:v>
                </c:pt>
                <c:pt idx="273">
                  <c:v>436.28</c:v>
                </c:pt>
                <c:pt idx="274">
                  <c:v>434.97</c:v>
                </c:pt>
                <c:pt idx="275">
                  <c:v>433.65</c:v>
                </c:pt>
                <c:pt idx="276">
                  <c:v>432.33</c:v>
                </c:pt>
                <c:pt idx="277">
                  <c:v>431.02</c:v>
                </c:pt>
                <c:pt idx="278">
                  <c:v>429.7</c:v>
                </c:pt>
                <c:pt idx="279">
                  <c:v>428.38</c:v>
                </c:pt>
                <c:pt idx="280">
                  <c:v>427.06</c:v>
                </c:pt>
                <c:pt idx="281">
                  <c:v>425.73</c:v>
                </c:pt>
                <c:pt idx="282">
                  <c:v>424.41</c:v>
                </c:pt>
                <c:pt idx="283">
                  <c:v>423.08</c:v>
                </c:pt>
                <c:pt idx="284">
                  <c:v>421.76</c:v>
                </c:pt>
                <c:pt idx="285">
                  <c:v>420.43</c:v>
                </c:pt>
                <c:pt idx="286">
                  <c:v>419.1</c:v>
                </c:pt>
                <c:pt idx="287">
                  <c:v>417.77</c:v>
                </c:pt>
                <c:pt idx="288">
                  <c:v>416.43</c:v>
                </c:pt>
                <c:pt idx="289">
                  <c:v>415.1</c:v>
                </c:pt>
                <c:pt idx="290">
                  <c:v>413.77</c:v>
                </c:pt>
                <c:pt idx="291">
                  <c:v>412.43</c:v>
                </c:pt>
                <c:pt idx="292">
                  <c:v>411.09</c:v>
                </c:pt>
                <c:pt idx="293">
                  <c:v>409.75</c:v>
                </c:pt>
                <c:pt idx="294">
                  <c:v>408.41</c:v>
                </c:pt>
                <c:pt idx="295">
                  <c:v>407.07</c:v>
                </c:pt>
                <c:pt idx="296">
                  <c:v>405.73</c:v>
                </c:pt>
                <c:pt idx="297">
                  <c:v>404.38</c:v>
                </c:pt>
                <c:pt idx="298">
                  <c:v>403.04</c:v>
                </c:pt>
                <c:pt idx="299">
                  <c:v>401.69</c:v>
                </c:pt>
                <c:pt idx="300">
                  <c:v>400.34</c:v>
                </c:pt>
                <c:pt idx="301">
                  <c:v>398.99</c:v>
                </c:pt>
                <c:pt idx="302">
                  <c:v>397.64</c:v>
                </c:pt>
                <c:pt idx="303">
                  <c:v>396.29</c:v>
                </c:pt>
                <c:pt idx="304">
                  <c:v>394.94</c:v>
                </c:pt>
                <c:pt idx="305">
                  <c:v>393.58</c:v>
                </c:pt>
                <c:pt idx="306">
                  <c:v>392.23</c:v>
                </c:pt>
                <c:pt idx="307">
                  <c:v>390.87</c:v>
                </c:pt>
                <c:pt idx="308">
                  <c:v>389.51</c:v>
                </c:pt>
                <c:pt idx="309">
                  <c:v>388.15</c:v>
                </c:pt>
                <c:pt idx="310">
                  <c:v>386.79</c:v>
                </c:pt>
                <c:pt idx="311">
                  <c:v>385.42</c:v>
                </c:pt>
                <c:pt idx="312">
                  <c:v>384.06</c:v>
                </c:pt>
                <c:pt idx="313">
                  <c:v>382.69</c:v>
                </c:pt>
                <c:pt idx="314">
                  <c:v>381.33</c:v>
                </c:pt>
                <c:pt idx="315">
                  <c:v>379.96</c:v>
                </c:pt>
                <c:pt idx="316">
                  <c:v>378.59</c:v>
                </c:pt>
                <c:pt idx="317">
                  <c:v>377.21</c:v>
                </c:pt>
                <c:pt idx="318">
                  <c:v>375.84</c:v>
                </c:pt>
                <c:pt idx="319">
                  <c:v>375</c:v>
                </c:pt>
                <c:pt idx="320">
                  <c:v>372.16</c:v>
                </c:pt>
                <c:pt idx="321">
                  <c:v>368.79</c:v>
                </c:pt>
                <c:pt idx="322">
                  <c:v>365.43</c:v>
                </c:pt>
                <c:pt idx="323">
                  <c:v>362.06</c:v>
                </c:pt>
                <c:pt idx="324">
                  <c:v>358.71</c:v>
                </c:pt>
                <c:pt idx="325">
                  <c:v>355.35</c:v>
                </c:pt>
                <c:pt idx="326">
                  <c:v>352</c:v>
                </c:pt>
                <c:pt idx="327">
                  <c:v>348.65</c:v>
                </c:pt>
                <c:pt idx="328">
                  <c:v>345.3</c:v>
                </c:pt>
                <c:pt idx="329">
                  <c:v>341.96</c:v>
                </c:pt>
                <c:pt idx="330">
                  <c:v>338.62</c:v>
                </c:pt>
                <c:pt idx="331">
                  <c:v>335.29</c:v>
                </c:pt>
                <c:pt idx="332">
                  <c:v>331.96</c:v>
                </c:pt>
                <c:pt idx="333">
                  <c:v>328.63</c:v>
                </c:pt>
                <c:pt idx="334">
                  <c:v>325.3</c:v>
                </c:pt>
                <c:pt idx="335">
                  <c:v>321.98</c:v>
                </c:pt>
                <c:pt idx="336">
                  <c:v>318.66000000000003</c:v>
                </c:pt>
                <c:pt idx="337">
                  <c:v>315.35000000000002</c:v>
                </c:pt>
                <c:pt idx="338">
                  <c:v>312.04000000000002</c:v>
                </c:pt>
                <c:pt idx="339">
                  <c:v>308.73</c:v>
                </c:pt>
                <c:pt idx="340">
                  <c:v>305.42</c:v>
                </c:pt>
                <c:pt idx="341">
                  <c:v>302.12</c:v>
                </c:pt>
                <c:pt idx="342">
                  <c:v>298.82</c:v>
                </c:pt>
                <c:pt idx="343">
                  <c:v>295.52</c:v>
                </c:pt>
                <c:pt idx="344">
                  <c:v>292.23</c:v>
                </c:pt>
                <c:pt idx="345">
                  <c:v>288.94</c:v>
                </c:pt>
                <c:pt idx="346">
                  <c:v>285.66000000000003</c:v>
                </c:pt>
                <c:pt idx="347">
                  <c:v>282.38</c:v>
                </c:pt>
                <c:pt idx="348">
                  <c:v>279.10000000000002</c:v>
                </c:pt>
                <c:pt idx="349">
                  <c:v>275.82</c:v>
                </c:pt>
                <c:pt idx="350">
                  <c:v>272.55</c:v>
                </c:pt>
                <c:pt idx="351">
                  <c:v>269.27999999999997</c:v>
                </c:pt>
                <c:pt idx="352">
                  <c:v>266.01</c:v>
                </c:pt>
                <c:pt idx="353">
                  <c:v>262.75</c:v>
                </c:pt>
                <c:pt idx="354">
                  <c:v>259.49</c:v>
                </c:pt>
                <c:pt idx="355">
                  <c:v>256.23</c:v>
                </c:pt>
                <c:pt idx="356">
                  <c:v>252.98</c:v>
                </c:pt>
                <c:pt idx="357">
                  <c:v>249.73</c:v>
                </c:pt>
                <c:pt idx="358">
                  <c:v>246.48</c:v>
                </c:pt>
                <c:pt idx="359">
                  <c:v>243.24</c:v>
                </c:pt>
                <c:pt idx="360">
                  <c:v>240</c:v>
                </c:pt>
                <c:pt idx="361">
                  <c:v>236.76</c:v>
                </c:pt>
                <c:pt idx="362">
                  <c:v>233.53</c:v>
                </c:pt>
                <c:pt idx="363">
                  <c:v>230.3</c:v>
                </c:pt>
                <c:pt idx="364">
                  <c:v>227.07</c:v>
                </c:pt>
                <c:pt idx="365">
                  <c:v>223.85</c:v>
                </c:pt>
                <c:pt idx="366">
                  <c:v>220.63</c:v>
                </c:pt>
                <c:pt idx="367">
                  <c:v>217.41</c:v>
                </c:pt>
                <c:pt idx="368">
                  <c:v>214.2</c:v>
                </c:pt>
                <c:pt idx="369">
                  <c:v>210.99</c:v>
                </c:pt>
                <c:pt idx="370">
                  <c:v>207.78</c:v>
                </c:pt>
                <c:pt idx="371">
                  <c:v>204.57</c:v>
                </c:pt>
                <c:pt idx="372">
                  <c:v>201.37</c:v>
                </c:pt>
                <c:pt idx="373">
                  <c:v>198.17</c:v>
                </c:pt>
                <c:pt idx="374">
                  <c:v>194.98</c:v>
                </c:pt>
                <c:pt idx="375">
                  <c:v>191.79</c:v>
                </c:pt>
                <c:pt idx="376">
                  <c:v>188.6</c:v>
                </c:pt>
                <c:pt idx="377">
                  <c:v>185.41</c:v>
                </c:pt>
                <c:pt idx="378">
                  <c:v>182.23</c:v>
                </c:pt>
                <c:pt idx="379">
                  <c:v>179.05</c:v>
                </c:pt>
                <c:pt idx="380">
                  <c:v>175.88</c:v>
                </c:pt>
                <c:pt idx="381">
                  <c:v>172.7</c:v>
                </c:pt>
                <c:pt idx="382">
                  <c:v>169.53</c:v>
                </c:pt>
                <c:pt idx="383">
                  <c:v>166.37</c:v>
                </c:pt>
                <c:pt idx="384">
                  <c:v>163.21</c:v>
                </c:pt>
                <c:pt idx="385">
                  <c:v>160.05000000000001</c:v>
                </c:pt>
                <c:pt idx="386">
                  <c:v>156.88999999999999</c:v>
                </c:pt>
                <c:pt idx="387">
                  <c:v>153.72999999999999</c:v>
                </c:pt>
                <c:pt idx="388">
                  <c:v>150.58000000000001</c:v>
                </c:pt>
                <c:pt idx="389">
                  <c:v>147.44</c:v>
                </c:pt>
                <c:pt idx="390">
                  <c:v>144.29</c:v>
                </c:pt>
                <c:pt idx="391">
                  <c:v>141.15</c:v>
                </c:pt>
                <c:pt idx="392">
                  <c:v>138.01</c:v>
                </c:pt>
                <c:pt idx="393">
                  <c:v>134.88</c:v>
                </c:pt>
                <c:pt idx="394">
                  <c:v>131.75</c:v>
                </c:pt>
                <c:pt idx="395">
                  <c:v>128.62</c:v>
                </c:pt>
                <c:pt idx="396">
                  <c:v>125.49</c:v>
                </c:pt>
                <c:pt idx="397">
                  <c:v>122.37</c:v>
                </c:pt>
                <c:pt idx="398">
                  <c:v>119.25</c:v>
                </c:pt>
                <c:pt idx="399">
                  <c:v>116.13</c:v>
                </c:pt>
                <c:pt idx="400">
                  <c:v>113.02</c:v>
                </c:pt>
                <c:pt idx="401">
                  <c:v>109.91</c:v>
                </c:pt>
                <c:pt idx="402">
                  <c:v>106.8</c:v>
                </c:pt>
                <c:pt idx="403">
                  <c:v>103.7</c:v>
                </c:pt>
                <c:pt idx="404">
                  <c:v>100.6</c:v>
                </c:pt>
                <c:pt idx="405">
                  <c:v>97.5</c:v>
                </c:pt>
                <c:pt idx="406">
                  <c:v>94.41</c:v>
                </c:pt>
                <c:pt idx="407">
                  <c:v>91.32</c:v>
                </c:pt>
                <c:pt idx="408">
                  <c:v>88.23</c:v>
                </c:pt>
                <c:pt idx="409">
                  <c:v>85.14</c:v>
                </c:pt>
                <c:pt idx="410">
                  <c:v>82.06</c:v>
                </c:pt>
                <c:pt idx="411">
                  <c:v>78.98</c:v>
                </c:pt>
                <c:pt idx="412">
                  <c:v>75.91</c:v>
                </c:pt>
                <c:pt idx="413">
                  <c:v>72.83</c:v>
                </c:pt>
                <c:pt idx="414">
                  <c:v>69.760000000000005</c:v>
                </c:pt>
                <c:pt idx="415">
                  <c:v>66.7</c:v>
                </c:pt>
                <c:pt idx="416">
                  <c:v>63.63</c:v>
                </c:pt>
                <c:pt idx="417">
                  <c:v>60.57</c:v>
                </c:pt>
                <c:pt idx="418">
                  <c:v>57.52</c:v>
                </c:pt>
                <c:pt idx="419">
                  <c:v>54.46</c:v>
                </c:pt>
                <c:pt idx="420">
                  <c:v>51.41</c:v>
                </c:pt>
                <c:pt idx="421">
                  <c:v>48.36</c:v>
                </c:pt>
                <c:pt idx="422">
                  <c:v>45.32</c:v>
                </c:pt>
                <c:pt idx="423">
                  <c:v>42.27</c:v>
                </c:pt>
                <c:pt idx="424">
                  <c:v>39.229999999999997</c:v>
                </c:pt>
                <c:pt idx="425">
                  <c:v>36.200000000000003</c:v>
                </c:pt>
                <c:pt idx="426">
                  <c:v>33.17</c:v>
                </c:pt>
                <c:pt idx="427">
                  <c:v>30.14</c:v>
                </c:pt>
                <c:pt idx="428">
                  <c:v>27.11</c:v>
                </c:pt>
                <c:pt idx="429">
                  <c:v>24.08</c:v>
                </c:pt>
                <c:pt idx="430">
                  <c:v>21.06</c:v>
                </c:pt>
                <c:pt idx="431">
                  <c:v>18.05</c:v>
                </c:pt>
                <c:pt idx="432">
                  <c:v>15.03</c:v>
                </c:pt>
                <c:pt idx="433">
                  <c:v>12.02</c:v>
                </c:pt>
                <c:pt idx="434">
                  <c:v>9.01</c:v>
                </c:pt>
                <c:pt idx="435">
                  <c:v>6</c:v>
                </c:pt>
                <c:pt idx="436">
                  <c:v>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E9C-485F-9D19-543FBB0A6D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3608624"/>
        <c:axId val="1723586544"/>
      </c:scatterChart>
      <c:scatterChart>
        <c:scatterStyle val="lineMarker"/>
        <c:varyColors val="0"/>
        <c:ser>
          <c:idx val="4"/>
          <c:order val="2"/>
          <c:tx>
            <c:v>Numerical Solution Day 5</c:v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'BM_STUDY_PHREEQCRM_MU_DECAY '!$G$1751:$G$2187</c:f>
              <c:numCache>
                <c:formatCode>General</c:formatCode>
                <c:ptCount val="437"/>
                <c:pt idx="0">
                  <c:v>0.99917999999999996</c:v>
                </c:pt>
                <c:pt idx="1">
                  <c:v>0.99650000000000005</c:v>
                </c:pt>
                <c:pt idx="2">
                  <c:v>0.99378</c:v>
                </c:pt>
                <c:pt idx="3">
                  <c:v>0.99109000000000003</c:v>
                </c:pt>
                <c:pt idx="4">
                  <c:v>0.98838999999999999</c:v>
                </c:pt>
                <c:pt idx="5">
                  <c:v>0.98575000000000002</c:v>
                </c:pt>
                <c:pt idx="6">
                  <c:v>0.98309999999999997</c:v>
                </c:pt>
                <c:pt idx="7">
                  <c:v>0.98048999999999997</c:v>
                </c:pt>
                <c:pt idx="8">
                  <c:v>0.97787000000000002</c:v>
                </c:pt>
                <c:pt idx="9">
                  <c:v>0.97524999999999995</c:v>
                </c:pt>
                <c:pt idx="10">
                  <c:v>0.97265000000000001</c:v>
                </c:pt>
                <c:pt idx="11">
                  <c:v>0.97004999999999997</c:v>
                </c:pt>
                <c:pt idx="12">
                  <c:v>0.96745999999999999</c:v>
                </c:pt>
                <c:pt idx="13">
                  <c:v>0.96487999999999996</c:v>
                </c:pt>
                <c:pt idx="14">
                  <c:v>0.96230000000000004</c:v>
                </c:pt>
                <c:pt idx="15">
                  <c:v>0.9597</c:v>
                </c:pt>
                <c:pt idx="16">
                  <c:v>0.95713999999999999</c:v>
                </c:pt>
                <c:pt idx="17">
                  <c:v>0.95455999999999996</c:v>
                </c:pt>
                <c:pt idx="18">
                  <c:v>0.95201000000000002</c:v>
                </c:pt>
                <c:pt idx="19">
                  <c:v>0.94943999999999995</c:v>
                </c:pt>
                <c:pt idx="20">
                  <c:v>0.94688000000000005</c:v>
                </c:pt>
                <c:pt idx="21">
                  <c:v>0.94432000000000005</c:v>
                </c:pt>
                <c:pt idx="22">
                  <c:v>0.94177</c:v>
                </c:pt>
                <c:pt idx="23">
                  <c:v>0.93923000000000001</c:v>
                </c:pt>
                <c:pt idx="24">
                  <c:v>0.93667</c:v>
                </c:pt>
                <c:pt idx="25">
                  <c:v>0.93413999999999997</c:v>
                </c:pt>
                <c:pt idx="26">
                  <c:v>0.93159999999999998</c:v>
                </c:pt>
                <c:pt idx="27">
                  <c:v>0.92908000000000002</c:v>
                </c:pt>
                <c:pt idx="28">
                  <c:v>0.92654999999999998</c:v>
                </c:pt>
                <c:pt idx="29">
                  <c:v>0.92403000000000002</c:v>
                </c:pt>
                <c:pt idx="30">
                  <c:v>0.92151000000000005</c:v>
                </c:pt>
                <c:pt idx="31">
                  <c:v>0.91900000000000004</c:v>
                </c:pt>
                <c:pt idx="32">
                  <c:v>0.91649000000000003</c:v>
                </c:pt>
                <c:pt idx="33">
                  <c:v>0.91398999999999997</c:v>
                </c:pt>
                <c:pt idx="34">
                  <c:v>0.91147999999999996</c:v>
                </c:pt>
                <c:pt idx="35">
                  <c:v>0.90900000000000003</c:v>
                </c:pt>
                <c:pt idx="36">
                  <c:v>0.90649000000000002</c:v>
                </c:pt>
                <c:pt idx="37">
                  <c:v>0.90402000000000005</c:v>
                </c:pt>
                <c:pt idx="38">
                  <c:v>0.90154000000000001</c:v>
                </c:pt>
                <c:pt idx="39">
                  <c:v>0.89905999999999997</c:v>
                </c:pt>
                <c:pt idx="40">
                  <c:v>0.89658000000000004</c:v>
                </c:pt>
                <c:pt idx="41">
                  <c:v>0.89410999999999996</c:v>
                </c:pt>
                <c:pt idx="42">
                  <c:v>0.89165000000000005</c:v>
                </c:pt>
                <c:pt idx="43">
                  <c:v>0.88917999999999997</c:v>
                </c:pt>
                <c:pt idx="44">
                  <c:v>0.88673000000000002</c:v>
                </c:pt>
                <c:pt idx="45">
                  <c:v>0.88429000000000002</c:v>
                </c:pt>
                <c:pt idx="46">
                  <c:v>0.88183</c:v>
                </c:pt>
                <c:pt idx="47">
                  <c:v>0.87938000000000005</c:v>
                </c:pt>
                <c:pt idx="48">
                  <c:v>0.87694000000000005</c:v>
                </c:pt>
                <c:pt idx="49">
                  <c:v>0.87453000000000003</c:v>
                </c:pt>
                <c:pt idx="50">
                  <c:v>0.87209999999999999</c:v>
                </c:pt>
                <c:pt idx="51">
                  <c:v>0.86965000000000003</c:v>
                </c:pt>
                <c:pt idx="52">
                  <c:v>0.86724000000000001</c:v>
                </c:pt>
                <c:pt idx="53">
                  <c:v>0.86482999999999999</c:v>
                </c:pt>
                <c:pt idx="54">
                  <c:v>0.86240000000000006</c:v>
                </c:pt>
                <c:pt idx="55">
                  <c:v>0.86</c:v>
                </c:pt>
                <c:pt idx="56">
                  <c:v>0.85758999999999996</c:v>
                </c:pt>
                <c:pt idx="57">
                  <c:v>0.85519000000000001</c:v>
                </c:pt>
                <c:pt idx="58">
                  <c:v>0.85280999999999996</c:v>
                </c:pt>
                <c:pt idx="59">
                  <c:v>0.85041999999999995</c:v>
                </c:pt>
                <c:pt idx="60">
                  <c:v>0.84802999999999995</c:v>
                </c:pt>
                <c:pt idx="61">
                  <c:v>0.84562999999999999</c:v>
                </c:pt>
                <c:pt idx="62">
                  <c:v>0.84326000000000001</c:v>
                </c:pt>
                <c:pt idx="63">
                  <c:v>0.84089999999999998</c:v>
                </c:pt>
                <c:pt idx="64">
                  <c:v>0.83850999999999998</c:v>
                </c:pt>
                <c:pt idx="65">
                  <c:v>0.83616000000000001</c:v>
                </c:pt>
                <c:pt idx="66">
                  <c:v>0.83379999999999999</c:v>
                </c:pt>
                <c:pt idx="67">
                  <c:v>0.83143999999999996</c:v>
                </c:pt>
                <c:pt idx="68">
                  <c:v>0.82908000000000004</c:v>
                </c:pt>
                <c:pt idx="69">
                  <c:v>0.82672999999999996</c:v>
                </c:pt>
                <c:pt idx="70">
                  <c:v>0.82438999999999996</c:v>
                </c:pt>
                <c:pt idx="71">
                  <c:v>0.82206000000000001</c:v>
                </c:pt>
                <c:pt idx="72">
                  <c:v>0.81971000000000005</c:v>
                </c:pt>
                <c:pt idx="73">
                  <c:v>0.81738999999999995</c:v>
                </c:pt>
                <c:pt idx="74">
                  <c:v>0.81505000000000005</c:v>
                </c:pt>
                <c:pt idx="75">
                  <c:v>0.81274999999999997</c:v>
                </c:pt>
                <c:pt idx="76">
                  <c:v>0.81042000000000003</c:v>
                </c:pt>
                <c:pt idx="77">
                  <c:v>0.80810999999999999</c:v>
                </c:pt>
                <c:pt idx="78">
                  <c:v>0.80579999999999996</c:v>
                </c:pt>
                <c:pt idx="79">
                  <c:v>0.80349000000000004</c:v>
                </c:pt>
                <c:pt idx="80">
                  <c:v>0.80120000000000002</c:v>
                </c:pt>
                <c:pt idx="81">
                  <c:v>0.79888999999999999</c:v>
                </c:pt>
                <c:pt idx="82">
                  <c:v>0.79659999999999997</c:v>
                </c:pt>
                <c:pt idx="83">
                  <c:v>0.79430999999999996</c:v>
                </c:pt>
                <c:pt idx="84">
                  <c:v>0.79203999999999997</c:v>
                </c:pt>
                <c:pt idx="85">
                  <c:v>0.78974999999999995</c:v>
                </c:pt>
                <c:pt idx="86">
                  <c:v>0.78747</c:v>
                </c:pt>
                <c:pt idx="87">
                  <c:v>0.78520000000000001</c:v>
                </c:pt>
                <c:pt idx="88">
                  <c:v>0.78293999999999997</c:v>
                </c:pt>
                <c:pt idx="89">
                  <c:v>0.78068000000000004</c:v>
                </c:pt>
                <c:pt idx="90">
                  <c:v>0.77839999999999998</c:v>
                </c:pt>
                <c:pt idx="91">
                  <c:v>0.77615999999999996</c:v>
                </c:pt>
                <c:pt idx="92">
                  <c:v>0.77392000000000005</c:v>
                </c:pt>
                <c:pt idx="93">
                  <c:v>0.77166999999999997</c:v>
                </c:pt>
                <c:pt idx="94">
                  <c:v>0.76941999999999999</c:v>
                </c:pt>
                <c:pt idx="95">
                  <c:v>0.76717999999999997</c:v>
                </c:pt>
                <c:pt idx="96">
                  <c:v>0.76493999999999995</c:v>
                </c:pt>
                <c:pt idx="97">
                  <c:v>0.76271999999999995</c:v>
                </c:pt>
                <c:pt idx="98">
                  <c:v>0.76049999999999995</c:v>
                </c:pt>
                <c:pt idx="99">
                  <c:v>0.75827999999999995</c:v>
                </c:pt>
                <c:pt idx="100">
                  <c:v>0.75605</c:v>
                </c:pt>
                <c:pt idx="101">
                  <c:v>0.75385000000000002</c:v>
                </c:pt>
                <c:pt idx="102">
                  <c:v>0.75163999999999997</c:v>
                </c:pt>
                <c:pt idx="103">
                  <c:v>0.74944999999999995</c:v>
                </c:pt>
                <c:pt idx="104">
                  <c:v>0.74724000000000002</c:v>
                </c:pt>
                <c:pt idx="105">
                  <c:v>0.74504999999999999</c:v>
                </c:pt>
                <c:pt idx="106">
                  <c:v>0.74285999999999996</c:v>
                </c:pt>
                <c:pt idx="107">
                  <c:v>0.74067000000000005</c:v>
                </c:pt>
                <c:pt idx="108">
                  <c:v>0.73848000000000003</c:v>
                </c:pt>
                <c:pt idx="109">
                  <c:v>0.73631000000000002</c:v>
                </c:pt>
                <c:pt idx="110">
                  <c:v>0.73411999999999999</c:v>
                </c:pt>
                <c:pt idx="111">
                  <c:v>0.73197000000000001</c:v>
                </c:pt>
                <c:pt idx="112">
                  <c:v>0.72979000000000005</c:v>
                </c:pt>
                <c:pt idx="113">
                  <c:v>0.72763</c:v>
                </c:pt>
                <c:pt idx="114">
                  <c:v>0.72546999999999995</c:v>
                </c:pt>
                <c:pt idx="115">
                  <c:v>0.72331999999999996</c:v>
                </c:pt>
                <c:pt idx="116">
                  <c:v>0.72116999999999998</c:v>
                </c:pt>
                <c:pt idx="117">
                  <c:v>0.71902999999999995</c:v>
                </c:pt>
                <c:pt idx="118">
                  <c:v>0.71687999999999996</c:v>
                </c:pt>
                <c:pt idx="119">
                  <c:v>0.71475</c:v>
                </c:pt>
                <c:pt idx="120">
                  <c:v>0.71260999999999997</c:v>
                </c:pt>
                <c:pt idx="121">
                  <c:v>0.71048</c:v>
                </c:pt>
                <c:pt idx="122">
                  <c:v>0.70835000000000004</c:v>
                </c:pt>
                <c:pt idx="123">
                  <c:v>0.70625000000000004</c:v>
                </c:pt>
                <c:pt idx="124">
                  <c:v>0.70411000000000001</c:v>
                </c:pt>
                <c:pt idx="125">
                  <c:v>0.70201000000000002</c:v>
                </c:pt>
                <c:pt idx="126">
                  <c:v>0.69989999999999997</c:v>
                </c:pt>
                <c:pt idx="127">
                  <c:v>0.69781000000000004</c:v>
                </c:pt>
                <c:pt idx="128">
                  <c:v>0.69569999999999999</c:v>
                </c:pt>
                <c:pt idx="129">
                  <c:v>0.69359000000000004</c:v>
                </c:pt>
                <c:pt idx="130">
                  <c:v>0.69152000000000002</c:v>
                </c:pt>
                <c:pt idx="131">
                  <c:v>0.68942999999999999</c:v>
                </c:pt>
                <c:pt idx="132">
                  <c:v>0.68733999999999995</c:v>
                </c:pt>
                <c:pt idx="133">
                  <c:v>0.68525999999999998</c:v>
                </c:pt>
                <c:pt idx="134">
                  <c:v>0.68317000000000005</c:v>
                </c:pt>
                <c:pt idx="135">
                  <c:v>0.68110999999999999</c:v>
                </c:pt>
                <c:pt idx="136">
                  <c:v>0.67905000000000004</c:v>
                </c:pt>
                <c:pt idx="137">
                  <c:v>0.67696999999999996</c:v>
                </c:pt>
                <c:pt idx="138">
                  <c:v>0.67491000000000001</c:v>
                </c:pt>
                <c:pt idx="139">
                  <c:v>0.67286999999999997</c:v>
                </c:pt>
                <c:pt idx="140">
                  <c:v>0.67081000000000002</c:v>
                </c:pt>
                <c:pt idx="141">
                  <c:v>0.66876000000000002</c:v>
                </c:pt>
                <c:pt idx="142">
                  <c:v>0.66671999999999998</c:v>
                </c:pt>
                <c:pt idx="143">
                  <c:v>0.66466999999999998</c:v>
                </c:pt>
                <c:pt idx="144">
                  <c:v>0.66264000000000001</c:v>
                </c:pt>
                <c:pt idx="145">
                  <c:v>0.66059999999999997</c:v>
                </c:pt>
                <c:pt idx="146">
                  <c:v>0.65858000000000005</c:v>
                </c:pt>
                <c:pt idx="147">
                  <c:v>0.65654999999999997</c:v>
                </c:pt>
                <c:pt idx="148">
                  <c:v>0.65451999999999999</c:v>
                </c:pt>
                <c:pt idx="149">
                  <c:v>0.65249999999999997</c:v>
                </c:pt>
                <c:pt idx="150">
                  <c:v>0.65049000000000001</c:v>
                </c:pt>
                <c:pt idx="151">
                  <c:v>0.64849000000000001</c:v>
                </c:pt>
                <c:pt idx="152">
                  <c:v>0.64648000000000005</c:v>
                </c:pt>
                <c:pt idx="153">
                  <c:v>0.64446999999999999</c:v>
                </c:pt>
                <c:pt idx="154">
                  <c:v>0.64248000000000005</c:v>
                </c:pt>
                <c:pt idx="155">
                  <c:v>0.64048000000000005</c:v>
                </c:pt>
                <c:pt idx="156">
                  <c:v>0.63849</c:v>
                </c:pt>
                <c:pt idx="157">
                  <c:v>0.63651000000000002</c:v>
                </c:pt>
                <c:pt idx="158">
                  <c:v>0.63453000000000004</c:v>
                </c:pt>
                <c:pt idx="159">
                  <c:v>0.63254999999999995</c:v>
                </c:pt>
                <c:pt idx="160">
                  <c:v>0.63056000000000001</c:v>
                </c:pt>
                <c:pt idx="161">
                  <c:v>0.62860000000000005</c:v>
                </c:pt>
                <c:pt idx="162">
                  <c:v>0.62661999999999995</c:v>
                </c:pt>
                <c:pt idx="163">
                  <c:v>0.62465999999999999</c:v>
                </c:pt>
                <c:pt idx="164">
                  <c:v>0.62270000000000003</c:v>
                </c:pt>
                <c:pt idx="165">
                  <c:v>0.62073</c:v>
                </c:pt>
                <c:pt idx="166">
                  <c:v>0.61878</c:v>
                </c:pt>
                <c:pt idx="167">
                  <c:v>0.61682999999999999</c:v>
                </c:pt>
                <c:pt idx="168">
                  <c:v>0.61487999999999998</c:v>
                </c:pt>
                <c:pt idx="169">
                  <c:v>0.61294000000000004</c:v>
                </c:pt>
                <c:pt idx="170">
                  <c:v>0.61101000000000005</c:v>
                </c:pt>
                <c:pt idx="171">
                  <c:v>0.60907</c:v>
                </c:pt>
                <c:pt idx="172">
                  <c:v>0.60712999999999995</c:v>
                </c:pt>
                <c:pt idx="173">
                  <c:v>0.60521000000000003</c:v>
                </c:pt>
                <c:pt idx="174">
                  <c:v>0.60328000000000004</c:v>
                </c:pt>
                <c:pt idx="175">
                  <c:v>0.60136000000000001</c:v>
                </c:pt>
                <c:pt idx="176">
                  <c:v>0.59943999999999997</c:v>
                </c:pt>
                <c:pt idx="177">
                  <c:v>0.59750999999999999</c:v>
                </c:pt>
                <c:pt idx="178">
                  <c:v>0.59560000000000002</c:v>
                </c:pt>
                <c:pt idx="179">
                  <c:v>0.59370000000000001</c:v>
                </c:pt>
                <c:pt idx="180">
                  <c:v>0.59179000000000004</c:v>
                </c:pt>
                <c:pt idx="181">
                  <c:v>0.58987999999999996</c:v>
                </c:pt>
                <c:pt idx="182">
                  <c:v>0.58796999999999999</c:v>
                </c:pt>
                <c:pt idx="183">
                  <c:v>0.58609</c:v>
                </c:pt>
                <c:pt idx="184">
                  <c:v>0.58418000000000003</c:v>
                </c:pt>
                <c:pt idx="185">
                  <c:v>0.58230000000000004</c:v>
                </c:pt>
                <c:pt idx="186">
                  <c:v>0.58040999999999998</c:v>
                </c:pt>
                <c:pt idx="187">
                  <c:v>0.57852999999999999</c:v>
                </c:pt>
                <c:pt idx="188">
                  <c:v>0.57665</c:v>
                </c:pt>
                <c:pt idx="189">
                  <c:v>0.57476000000000005</c:v>
                </c:pt>
                <c:pt idx="190">
                  <c:v>0.57289999999999996</c:v>
                </c:pt>
                <c:pt idx="191">
                  <c:v>0.57101999999999997</c:v>
                </c:pt>
                <c:pt idx="192">
                  <c:v>0.56915000000000004</c:v>
                </c:pt>
                <c:pt idx="193">
                  <c:v>0.56727000000000005</c:v>
                </c:pt>
                <c:pt idx="194">
                  <c:v>0.56540999999999997</c:v>
                </c:pt>
                <c:pt idx="195">
                  <c:v>0.56355999999999995</c:v>
                </c:pt>
                <c:pt idx="196">
                  <c:v>0.56169000000000002</c:v>
                </c:pt>
                <c:pt idx="197">
                  <c:v>0.55984</c:v>
                </c:pt>
                <c:pt idx="198">
                  <c:v>0.55798999999999999</c:v>
                </c:pt>
                <c:pt idx="199">
                  <c:v>0.55613000000000001</c:v>
                </c:pt>
                <c:pt idx="200">
                  <c:v>0.55428999999999995</c:v>
                </c:pt>
                <c:pt idx="201">
                  <c:v>0.55244000000000004</c:v>
                </c:pt>
                <c:pt idx="202">
                  <c:v>0.55059999999999998</c:v>
                </c:pt>
                <c:pt idx="203">
                  <c:v>0.54874999999999996</c:v>
                </c:pt>
                <c:pt idx="204">
                  <c:v>0.54691999999999996</c:v>
                </c:pt>
                <c:pt idx="205">
                  <c:v>0.54508000000000001</c:v>
                </c:pt>
                <c:pt idx="206">
                  <c:v>0.54323999999999995</c:v>
                </c:pt>
                <c:pt idx="207">
                  <c:v>0.54140999999999995</c:v>
                </c:pt>
                <c:pt idx="208">
                  <c:v>0.53957999999999995</c:v>
                </c:pt>
                <c:pt idx="209">
                  <c:v>0.53774999999999995</c:v>
                </c:pt>
                <c:pt idx="210">
                  <c:v>0.53593000000000002</c:v>
                </c:pt>
                <c:pt idx="211">
                  <c:v>0.53410999999999997</c:v>
                </c:pt>
                <c:pt idx="212">
                  <c:v>0.53229000000000004</c:v>
                </c:pt>
                <c:pt idx="213">
                  <c:v>0.53047999999999995</c:v>
                </c:pt>
                <c:pt idx="214">
                  <c:v>0.52864999999999995</c:v>
                </c:pt>
                <c:pt idx="215">
                  <c:v>0.52683999999999997</c:v>
                </c:pt>
                <c:pt idx="216">
                  <c:v>0.52502000000000004</c:v>
                </c:pt>
                <c:pt idx="217">
                  <c:v>0.52320999999999995</c:v>
                </c:pt>
                <c:pt idx="218">
                  <c:v>0.52141000000000004</c:v>
                </c:pt>
                <c:pt idx="219">
                  <c:v>0.51959</c:v>
                </c:pt>
                <c:pt idx="220">
                  <c:v>0.51778999999999997</c:v>
                </c:pt>
                <c:pt idx="221">
                  <c:v>0.51597999999999999</c:v>
                </c:pt>
                <c:pt idx="222">
                  <c:v>0.51419000000000004</c:v>
                </c:pt>
                <c:pt idx="223">
                  <c:v>0.51237999999999995</c:v>
                </c:pt>
                <c:pt idx="224">
                  <c:v>0.51058000000000003</c:v>
                </c:pt>
                <c:pt idx="225">
                  <c:v>0.50878999999999996</c:v>
                </c:pt>
                <c:pt idx="226">
                  <c:v>0.50699000000000005</c:v>
                </c:pt>
                <c:pt idx="227">
                  <c:v>0.50519000000000003</c:v>
                </c:pt>
                <c:pt idx="228">
                  <c:v>0.50339999999999996</c:v>
                </c:pt>
                <c:pt idx="229">
                  <c:v>0.50160000000000005</c:v>
                </c:pt>
                <c:pt idx="230">
                  <c:v>0.49980000000000002</c:v>
                </c:pt>
                <c:pt idx="231">
                  <c:v>0.49802000000000002</c:v>
                </c:pt>
                <c:pt idx="232">
                  <c:v>0.49623</c:v>
                </c:pt>
                <c:pt idx="233">
                  <c:v>0.49443999999999999</c:v>
                </c:pt>
                <c:pt idx="234">
                  <c:v>0.49264000000000002</c:v>
                </c:pt>
                <c:pt idx="235">
                  <c:v>0.49085000000000001</c:v>
                </c:pt>
                <c:pt idx="236">
                  <c:v>0.48907</c:v>
                </c:pt>
                <c:pt idx="237">
                  <c:v>0.48727999999999999</c:v>
                </c:pt>
                <c:pt idx="238">
                  <c:v>0.48548999999999998</c:v>
                </c:pt>
                <c:pt idx="239">
                  <c:v>0.48370000000000002</c:v>
                </c:pt>
                <c:pt idx="240">
                  <c:v>0.48191000000000001</c:v>
                </c:pt>
                <c:pt idx="241">
                  <c:v>0.48013</c:v>
                </c:pt>
                <c:pt idx="242">
                  <c:v>0.47833999999999999</c:v>
                </c:pt>
                <c:pt idx="243">
                  <c:v>0.47655999999999998</c:v>
                </c:pt>
                <c:pt idx="244">
                  <c:v>0.47477000000000003</c:v>
                </c:pt>
                <c:pt idx="245">
                  <c:v>0.47299000000000002</c:v>
                </c:pt>
                <c:pt idx="246">
                  <c:v>0.47120000000000001</c:v>
                </c:pt>
                <c:pt idx="247">
                  <c:v>0.46940999999999999</c:v>
                </c:pt>
                <c:pt idx="248">
                  <c:v>0.46762999999999999</c:v>
                </c:pt>
                <c:pt idx="249">
                  <c:v>0.46583999999999998</c:v>
                </c:pt>
                <c:pt idx="250">
                  <c:v>0.46405999999999997</c:v>
                </c:pt>
                <c:pt idx="251">
                  <c:v>0.46226</c:v>
                </c:pt>
                <c:pt idx="252">
                  <c:v>0.46048</c:v>
                </c:pt>
                <c:pt idx="253">
                  <c:v>0.45868999999999999</c:v>
                </c:pt>
                <c:pt idx="254">
                  <c:v>0.45689999999999997</c:v>
                </c:pt>
                <c:pt idx="255">
                  <c:v>0.4551</c:v>
                </c:pt>
                <c:pt idx="256">
                  <c:v>0.45330999999999999</c:v>
                </c:pt>
                <c:pt idx="257">
                  <c:v>0.45151999999999998</c:v>
                </c:pt>
                <c:pt idx="258">
                  <c:v>0.44973000000000002</c:v>
                </c:pt>
                <c:pt idx="259">
                  <c:v>0.44792999999999999</c:v>
                </c:pt>
                <c:pt idx="260">
                  <c:v>0.44613999999999998</c:v>
                </c:pt>
                <c:pt idx="261">
                  <c:v>0.44434000000000001</c:v>
                </c:pt>
                <c:pt idx="262">
                  <c:v>0.44253999999999999</c:v>
                </c:pt>
                <c:pt idx="263">
                  <c:v>0.44074000000000002</c:v>
                </c:pt>
                <c:pt idx="264">
                  <c:v>0.43894</c:v>
                </c:pt>
                <c:pt idx="265">
                  <c:v>0.43713999999999997</c:v>
                </c:pt>
                <c:pt idx="266">
                  <c:v>0.43534</c:v>
                </c:pt>
                <c:pt idx="267">
                  <c:v>0.43352000000000002</c:v>
                </c:pt>
                <c:pt idx="268">
                  <c:v>0.43171999999999999</c:v>
                </c:pt>
                <c:pt idx="269">
                  <c:v>0.42991000000000001</c:v>
                </c:pt>
                <c:pt idx="270">
                  <c:v>0.42809000000000003</c:v>
                </c:pt>
                <c:pt idx="271">
                  <c:v>0.42627999999999999</c:v>
                </c:pt>
                <c:pt idx="272">
                  <c:v>0.42446</c:v>
                </c:pt>
                <c:pt idx="273">
                  <c:v>0.42264000000000002</c:v>
                </c:pt>
                <c:pt idx="274">
                  <c:v>0.42082999999999998</c:v>
                </c:pt>
                <c:pt idx="275">
                  <c:v>0.41898999999999997</c:v>
                </c:pt>
                <c:pt idx="276">
                  <c:v>0.41715999999999998</c:v>
                </c:pt>
                <c:pt idx="277">
                  <c:v>0.41533999999999999</c:v>
                </c:pt>
                <c:pt idx="278">
                  <c:v>0.41350999999999999</c:v>
                </c:pt>
                <c:pt idx="279">
                  <c:v>0.41166999999999998</c:v>
                </c:pt>
                <c:pt idx="280">
                  <c:v>0.40983999999999998</c:v>
                </c:pt>
                <c:pt idx="281">
                  <c:v>0.40799000000000002</c:v>
                </c:pt>
                <c:pt idx="282">
                  <c:v>0.40615000000000001</c:v>
                </c:pt>
                <c:pt idx="283">
                  <c:v>0.40429999999999999</c:v>
                </c:pt>
                <c:pt idx="284">
                  <c:v>0.40244999999999997</c:v>
                </c:pt>
                <c:pt idx="285">
                  <c:v>0.40060000000000001</c:v>
                </c:pt>
                <c:pt idx="286">
                  <c:v>0.39873999999999998</c:v>
                </c:pt>
                <c:pt idx="287">
                  <c:v>0.39688000000000001</c:v>
                </c:pt>
                <c:pt idx="288">
                  <c:v>0.39500000000000002</c:v>
                </c:pt>
                <c:pt idx="289">
                  <c:v>0.39313999999999999</c:v>
                </c:pt>
                <c:pt idx="290">
                  <c:v>0.39128000000000002</c:v>
                </c:pt>
                <c:pt idx="291">
                  <c:v>0.38940000000000002</c:v>
                </c:pt>
                <c:pt idx="292">
                  <c:v>0.38751000000000002</c:v>
                </c:pt>
                <c:pt idx="293">
                  <c:v>0.38562999999999997</c:v>
                </c:pt>
                <c:pt idx="294">
                  <c:v>0.38374000000000003</c:v>
                </c:pt>
                <c:pt idx="295">
                  <c:v>0.38185000000000002</c:v>
                </c:pt>
                <c:pt idx="296">
                  <c:v>0.37996000000000002</c:v>
                </c:pt>
                <c:pt idx="297">
                  <c:v>0.37805</c:v>
                </c:pt>
                <c:pt idx="298">
                  <c:v>0.37615999999999999</c:v>
                </c:pt>
                <c:pt idx="299">
                  <c:v>0.37424000000000002</c:v>
                </c:pt>
                <c:pt idx="300">
                  <c:v>0.37232999999999999</c:v>
                </c:pt>
                <c:pt idx="301">
                  <c:v>0.37041000000000002</c:v>
                </c:pt>
                <c:pt idx="302">
                  <c:v>0.36848999999999998</c:v>
                </c:pt>
                <c:pt idx="303">
                  <c:v>0.36657000000000001</c:v>
                </c:pt>
                <c:pt idx="304">
                  <c:v>0.36464000000000002</c:v>
                </c:pt>
                <c:pt idx="305">
                  <c:v>0.36270000000000002</c:v>
                </c:pt>
                <c:pt idx="306">
                  <c:v>0.36076999999999998</c:v>
                </c:pt>
                <c:pt idx="307">
                  <c:v>0.35881999999999997</c:v>
                </c:pt>
                <c:pt idx="308">
                  <c:v>0.35687000000000002</c:v>
                </c:pt>
                <c:pt idx="309">
                  <c:v>0.35492000000000001</c:v>
                </c:pt>
                <c:pt idx="310">
                  <c:v>0.35296</c:v>
                </c:pt>
                <c:pt idx="311">
                  <c:v>0.35099000000000002</c:v>
                </c:pt>
                <c:pt idx="312">
                  <c:v>0.34903000000000001</c:v>
                </c:pt>
                <c:pt idx="313">
                  <c:v>0.34705000000000003</c:v>
                </c:pt>
                <c:pt idx="314">
                  <c:v>0.34508</c:v>
                </c:pt>
                <c:pt idx="315">
                  <c:v>0.34309000000000001</c:v>
                </c:pt>
                <c:pt idx="316">
                  <c:v>0.34110000000000001</c:v>
                </c:pt>
                <c:pt idx="317">
                  <c:v>0.33910000000000001</c:v>
                </c:pt>
                <c:pt idx="318">
                  <c:v>0.33710000000000001</c:v>
                </c:pt>
                <c:pt idx="319">
                  <c:v>0.33588000000000001</c:v>
                </c:pt>
                <c:pt idx="320">
                  <c:v>0.33173000000000002</c:v>
                </c:pt>
                <c:pt idx="321">
                  <c:v>0.32679000000000002</c:v>
                </c:pt>
                <c:pt idx="322">
                  <c:v>0.32185000000000002</c:v>
                </c:pt>
                <c:pt idx="323">
                  <c:v>0.31686999999999999</c:v>
                </c:pt>
                <c:pt idx="324">
                  <c:v>0.31191000000000002</c:v>
                </c:pt>
                <c:pt idx="325">
                  <c:v>0.30691000000000002</c:v>
                </c:pt>
                <c:pt idx="326">
                  <c:v>0.30192000000000002</c:v>
                </c:pt>
                <c:pt idx="327">
                  <c:v>0.29691000000000001</c:v>
                </c:pt>
                <c:pt idx="328">
                  <c:v>0.29187999999999997</c:v>
                </c:pt>
                <c:pt idx="329">
                  <c:v>0.28686</c:v>
                </c:pt>
                <c:pt idx="330">
                  <c:v>0.28183000000000002</c:v>
                </c:pt>
                <c:pt idx="331">
                  <c:v>0.27679999999999999</c:v>
                </c:pt>
                <c:pt idx="332">
                  <c:v>0.27176</c:v>
                </c:pt>
                <c:pt idx="333">
                  <c:v>0.26671</c:v>
                </c:pt>
                <c:pt idx="334">
                  <c:v>0.26166</c:v>
                </c:pt>
                <c:pt idx="335">
                  <c:v>0.25662000000000001</c:v>
                </c:pt>
                <c:pt idx="336">
                  <c:v>0.25158000000000003</c:v>
                </c:pt>
                <c:pt idx="337">
                  <c:v>0.24654999999999999</c:v>
                </c:pt>
                <c:pt idx="338">
                  <c:v>0.24152000000000001</c:v>
                </c:pt>
                <c:pt idx="339">
                  <c:v>0.23649999999999999</c:v>
                </c:pt>
                <c:pt idx="340">
                  <c:v>0.23147999999999999</c:v>
                </c:pt>
                <c:pt idx="341">
                  <c:v>0.22649</c:v>
                </c:pt>
                <c:pt idx="342">
                  <c:v>0.22151000000000001</c:v>
                </c:pt>
                <c:pt idx="343">
                  <c:v>0.21654000000000001</c:v>
                </c:pt>
                <c:pt idx="344">
                  <c:v>0.21160000000000001</c:v>
                </c:pt>
                <c:pt idx="345">
                  <c:v>0.20668</c:v>
                </c:pt>
                <c:pt idx="346">
                  <c:v>0.20180000000000001</c:v>
                </c:pt>
                <c:pt idx="347">
                  <c:v>0.19694</c:v>
                </c:pt>
                <c:pt idx="348">
                  <c:v>0.19209999999999999</c:v>
                </c:pt>
                <c:pt idx="349">
                  <c:v>0.18729000000000001</c:v>
                </c:pt>
                <c:pt idx="350">
                  <c:v>0.18253</c:v>
                </c:pt>
                <c:pt idx="351">
                  <c:v>0.17780000000000001</c:v>
                </c:pt>
                <c:pt idx="352">
                  <c:v>0.1731</c:v>
                </c:pt>
                <c:pt idx="353">
                  <c:v>0.16846</c:v>
                </c:pt>
                <c:pt idx="354">
                  <c:v>0.16386000000000001</c:v>
                </c:pt>
                <c:pt idx="355">
                  <c:v>0.1593</c:v>
                </c:pt>
                <c:pt idx="356">
                  <c:v>0.15479999999999999</c:v>
                </c:pt>
                <c:pt idx="357">
                  <c:v>0.15035000000000001</c:v>
                </c:pt>
                <c:pt idx="358">
                  <c:v>0.14593999999999999</c:v>
                </c:pt>
                <c:pt idx="359">
                  <c:v>0.14161000000000001</c:v>
                </c:pt>
                <c:pt idx="360">
                  <c:v>0.13732</c:v>
                </c:pt>
                <c:pt idx="361">
                  <c:v>0.1331</c:v>
                </c:pt>
                <c:pt idx="362">
                  <c:v>0.12894</c:v>
                </c:pt>
                <c:pt idx="363">
                  <c:v>0.12485</c:v>
                </c:pt>
                <c:pt idx="364">
                  <c:v>0.12082</c:v>
                </c:pt>
                <c:pt idx="365">
                  <c:v>0.11686000000000001</c:v>
                </c:pt>
                <c:pt idx="366">
                  <c:v>0.11297</c:v>
                </c:pt>
                <c:pt idx="367">
                  <c:v>0.10914</c:v>
                </c:pt>
                <c:pt idx="368">
                  <c:v>0.10539999999999999</c:v>
                </c:pt>
                <c:pt idx="369">
                  <c:v>0.10172</c:v>
                </c:pt>
                <c:pt idx="370" formatCode="0.00E+00">
                  <c:v>9.8116999999999996E-2</c:v>
                </c:pt>
                <c:pt idx="371" formatCode="0.00E+00">
                  <c:v>9.4584000000000001E-2</c:v>
                </c:pt>
                <c:pt idx="372" formatCode="0.00E+00">
                  <c:v>9.1134000000000007E-2</c:v>
                </c:pt>
                <c:pt idx="373" formatCode="0.00E+00">
                  <c:v>8.7758000000000003E-2</c:v>
                </c:pt>
                <c:pt idx="374" formatCode="0.00E+00">
                  <c:v>8.4465999999999999E-2</c:v>
                </c:pt>
                <c:pt idx="375" formatCode="0.00E+00">
                  <c:v>8.1249000000000002E-2</c:v>
                </c:pt>
                <c:pt idx="376" formatCode="0.00E+00">
                  <c:v>7.8106999999999996E-2</c:v>
                </c:pt>
                <c:pt idx="377" formatCode="0.00E+00">
                  <c:v>7.5039999999999996E-2</c:v>
                </c:pt>
                <c:pt idx="378" formatCode="0.00E+00">
                  <c:v>7.2058999999999998E-2</c:v>
                </c:pt>
                <c:pt idx="379" formatCode="0.00E+00">
                  <c:v>6.9153999999999993E-2</c:v>
                </c:pt>
                <c:pt idx="380" formatCode="0.00E+00">
                  <c:v>6.6334000000000004E-2</c:v>
                </c:pt>
                <c:pt idx="381" formatCode="0.00E+00">
                  <c:v>6.3579999999999998E-2</c:v>
                </c:pt>
                <c:pt idx="382" formatCode="0.00E+00">
                  <c:v>6.0912000000000001E-2</c:v>
                </c:pt>
                <c:pt idx="383" formatCode="0.00E+00">
                  <c:v>5.8326000000000003E-2</c:v>
                </c:pt>
                <c:pt idx="384" formatCode="0.00E+00">
                  <c:v>5.5815999999999998E-2</c:v>
                </c:pt>
                <c:pt idx="385" formatCode="0.00E+00">
                  <c:v>5.3379999999999997E-2</c:v>
                </c:pt>
                <c:pt idx="386" formatCode="0.00E+00">
                  <c:v>5.1018000000000001E-2</c:v>
                </c:pt>
                <c:pt idx="387" formatCode="0.00E+00">
                  <c:v>4.8730000000000002E-2</c:v>
                </c:pt>
                <c:pt idx="388" formatCode="0.00E+00">
                  <c:v>4.6521E-2</c:v>
                </c:pt>
                <c:pt idx="389" formatCode="0.00E+00">
                  <c:v>4.4391E-2</c:v>
                </c:pt>
                <c:pt idx="390" formatCode="0.00E+00">
                  <c:v>4.2325000000000002E-2</c:v>
                </c:pt>
                <c:pt idx="391" formatCode="0.00E+00">
                  <c:v>4.0335000000000003E-2</c:v>
                </c:pt>
                <c:pt idx="392" formatCode="0.00E+00">
                  <c:v>3.8413999999999997E-2</c:v>
                </c:pt>
                <c:pt idx="393" formatCode="0.00E+00">
                  <c:v>3.6567000000000002E-2</c:v>
                </c:pt>
                <c:pt idx="394" formatCode="0.00E+00">
                  <c:v>3.4785999999999997E-2</c:v>
                </c:pt>
                <c:pt idx="395" formatCode="0.00E+00">
                  <c:v>3.3071000000000003E-2</c:v>
                </c:pt>
                <c:pt idx="396" formatCode="0.00E+00">
                  <c:v>3.1419999999999997E-2</c:v>
                </c:pt>
                <c:pt idx="397" formatCode="0.00E+00">
                  <c:v>2.9836000000000001E-2</c:v>
                </c:pt>
                <c:pt idx="398" formatCode="0.00E+00">
                  <c:v>2.8313999999999999E-2</c:v>
                </c:pt>
                <c:pt idx="399" formatCode="0.00E+00">
                  <c:v>2.6852000000000001E-2</c:v>
                </c:pt>
                <c:pt idx="400" formatCode="0.00E+00">
                  <c:v>2.5453E-2</c:v>
                </c:pt>
                <c:pt idx="401" formatCode="0.00E+00">
                  <c:v>2.4112000000000001E-2</c:v>
                </c:pt>
                <c:pt idx="402" formatCode="0.00E+00">
                  <c:v>2.2825999999999999E-2</c:v>
                </c:pt>
                <c:pt idx="403" formatCode="0.00E+00">
                  <c:v>2.1597999999999999E-2</c:v>
                </c:pt>
                <c:pt idx="404" formatCode="0.00E+00">
                  <c:v>2.0423E-2</c:v>
                </c:pt>
                <c:pt idx="405" formatCode="0.00E+00">
                  <c:v>1.9299E-2</c:v>
                </c:pt>
                <c:pt idx="406" formatCode="0.00E+00">
                  <c:v>1.8228000000000001E-2</c:v>
                </c:pt>
                <c:pt idx="407" formatCode="0.00E+00">
                  <c:v>1.7205999999999999E-2</c:v>
                </c:pt>
                <c:pt idx="408" formatCode="0.00E+00">
                  <c:v>1.6230000000000001E-2</c:v>
                </c:pt>
                <c:pt idx="409" formatCode="0.00E+00">
                  <c:v>1.5299E-2</c:v>
                </c:pt>
                <c:pt idx="410" formatCode="0.00E+00">
                  <c:v>1.4415000000000001E-2</c:v>
                </c:pt>
                <c:pt idx="411" formatCode="0.00E+00">
                  <c:v>1.3573E-2</c:v>
                </c:pt>
                <c:pt idx="412" formatCode="0.00E+00">
                  <c:v>1.2774000000000001E-2</c:v>
                </c:pt>
                <c:pt idx="413" formatCode="0.00E+00">
                  <c:v>1.2012E-2</c:v>
                </c:pt>
                <c:pt idx="414" formatCode="0.00E+00">
                  <c:v>1.129E-2</c:v>
                </c:pt>
                <c:pt idx="415" formatCode="0.00E+00">
                  <c:v>1.0607E-2</c:v>
                </c:pt>
                <c:pt idx="416" formatCode="0.00E+00">
                  <c:v>9.9562999999999995E-3</c:v>
                </c:pt>
                <c:pt idx="417" formatCode="0.00E+00">
                  <c:v>9.3416000000000003E-3</c:v>
                </c:pt>
                <c:pt idx="418" formatCode="0.00E+00">
                  <c:v>8.7611000000000008E-3</c:v>
                </c:pt>
                <c:pt idx="419" formatCode="0.00E+00">
                  <c:v>8.2097999999999997E-3</c:v>
                </c:pt>
                <c:pt idx="420" formatCode="0.00E+00">
                  <c:v>7.6902000000000003E-3</c:v>
                </c:pt>
                <c:pt idx="421" formatCode="0.00E+00">
                  <c:v>7.1992000000000002E-3</c:v>
                </c:pt>
                <c:pt idx="422" formatCode="0.00E+00">
                  <c:v>6.7372999999999999E-3</c:v>
                </c:pt>
                <c:pt idx="423" formatCode="0.00E+00">
                  <c:v>6.3007000000000002E-3</c:v>
                </c:pt>
                <c:pt idx="424" formatCode="0.00E+00">
                  <c:v>5.8912000000000001E-3</c:v>
                </c:pt>
                <c:pt idx="425" formatCode="0.00E+00">
                  <c:v>5.5078999999999996E-3</c:v>
                </c:pt>
                <c:pt idx="426" formatCode="0.00E+00">
                  <c:v>5.1489999999999999E-3</c:v>
                </c:pt>
                <c:pt idx="427" formatCode="0.00E+00">
                  <c:v>4.8142000000000002E-3</c:v>
                </c:pt>
                <c:pt idx="428" formatCode="0.00E+00">
                  <c:v>4.5034000000000003E-3</c:v>
                </c:pt>
                <c:pt idx="429" formatCode="0.00E+00">
                  <c:v>4.2170999999999997E-3</c:v>
                </c:pt>
                <c:pt idx="430" formatCode="0.00E+00">
                  <c:v>3.9569999999999996E-3</c:v>
                </c:pt>
                <c:pt idx="431" formatCode="0.00E+00">
                  <c:v>3.7244000000000001E-3</c:v>
                </c:pt>
                <c:pt idx="432" formatCode="0.00E+00">
                  <c:v>3.5203000000000001E-3</c:v>
                </c:pt>
                <c:pt idx="433" formatCode="0.00E+00">
                  <c:v>3.3498E-3</c:v>
                </c:pt>
                <c:pt idx="434" formatCode="0.00E+00">
                  <c:v>3.2174999999999999E-3</c:v>
                </c:pt>
                <c:pt idx="435" formatCode="0.00E+00">
                  <c:v>3.1313000000000001E-3</c:v>
                </c:pt>
                <c:pt idx="436" formatCode="0.00E+00">
                  <c:v>3.1034000000000001E-3</c:v>
                </c:pt>
              </c:numCache>
            </c:numRef>
          </c:xVal>
          <c:yVal>
            <c:numRef>
              <c:f>'BM_STUDY_PHREEQCRM_MU_DECAY '!$F$1751:$F$2187</c:f>
              <c:numCache>
                <c:formatCode>General</c:formatCode>
                <c:ptCount val="437"/>
                <c:pt idx="0">
                  <c:v>750</c:v>
                </c:pt>
                <c:pt idx="1">
                  <c:v>749</c:v>
                </c:pt>
                <c:pt idx="2">
                  <c:v>748</c:v>
                </c:pt>
                <c:pt idx="3">
                  <c:v>747</c:v>
                </c:pt>
                <c:pt idx="4">
                  <c:v>745.99</c:v>
                </c:pt>
                <c:pt idx="5">
                  <c:v>744.99</c:v>
                </c:pt>
                <c:pt idx="6">
                  <c:v>743.98</c:v>
                </c:pt>
                <c:pt idx="7">
                  <c:v>742.98</c:v>
                </c:pt>
                <c:pt idx="8">
                  <c:v>741.97</c:v>
                </c:pt>
                <c:pt idx="9">
                  <c:v>740.96</c:v>
                </c:pt>
                <c:pt idx="10">
                  <c:v>739.95</c:v>
                </c:pt>
                <c:pt idx="11">
                  <c:v>738.94</c:v>
                </c:pt>
                <c:pt idx="12">
                  <c:v>737.93</c:v>
                </c:pt>
                <c:pt idx="13">
                  <c:v>736.92</c:v>
                </c:pt>
                <c:pt idx="14">
                  <c:v>735.91</c:v>
                </c:pt>
                <c:pt idx="15">
                  <c:v>734.89</c:v>
                </c:pt>
                <c:pt idx="16">
                  <c:v>733.88</c:v>
                </c:pt>
                <c:pt idx="17">
                  <c:v>732.86</c:v>
                </c:pt>
                <c:pt idx="18">
                  <c:v>731.85</c:v>
                </c:pt>
                <c:pt idx="19">
                  <c:v>730.83</c:v>
                </c:pt>
                <c:pt idx="20">
                  <c:v>729.81</c:v>
                </c:pt>
                <c:pt idx="21">
                  <c:v>728.79</c:v>
                </c:pt>
                <c:pt idx="22">
                  <c:v>727.77</c:v>
                </c:pt>
                <c:pt idx="23">
                  <c:v>726.75</c:v>
                </c:pt>
                <c:pt idx="24">
                  <c:v>725.72</c:v>
                </c:pt>
                <c:pt idx="25">
                  <c:v>724.7</c:v>
                </c:pt>
                <c:pt idx="26">
                  <c:v>723.67</c:v>
                </c:pt>
                <c:pt idx="27">
                  <c:v>722.65</c:v>
                </c:pt>
                <c:pt idx="28">
                  <c:v>721.62</c:v>
                </c:pt>
                <c:pt idx="29">
                  <c:v>720.59</c:v>
                </c:pt>
                <c:pt idx="30">
                  <c:v>719.56</c:v>
                </c:pt>
                <c:pt idx="31">
                  <c:v>718.53</c:v>
                </c:pt>
                <c:pt idx="32">
                  <c:v>717.5</c:v>
                </c:pt>
                <c:pt idx="33">
                  <c:v>716.47</c:v>
                </c:pt>
                <c:pt idx="34">
                  <c:v>715.43</c:v>
                </c:pt>
                <c:pt idx="35">
                  <c:v>714.4</c:v>
                </c:pt>
                <c:pt idx="36">
                  <c:v>713.36</c:v>
                </c:pt>
                <c:pt idx="37">
                  <c:v>712.33</c:v>
                </c:pt>
                <c:pt idx="38">
                  <c:v>711.29</c:v>
                </c:pt>
                <c:pt idx="39">
                  <c:v>710.25</c:v>
                </c:pt>
                <c:pt idx="40">
                  <c:v>709.21</c:v>
                </c:pt>
                <c:pt idx="41">
                  <c:v>708.17</c:v>
                </c:pt>
                <c:pt idx="42">
                  <c:v>707.13</c:v>
                </c:pt>
                <c:pt idx="43">
                  <c:v>706.08</c:v>
                </c:pt>
                <c:pt idx="44">
                  <c:v>705.04</c:v>
                </c:pt>
                <c:pt idx="45">
                  <c:v>704</c:v>
                </c:pt>
                <c:pt idx="46">
                  <c:v>702.95</c:v>
                </c:pt>
                <c:pt idx="47">
                  <c:v>701.9</c:v>
                </c:pt>
                <c:pt idx="48">
                  <c:v>700.85</c:v>
                </c:pt>
                <c:pt idx="49">
                  <c:v>699.81</c:v>
                </c:pt>
                <c:pt idx="50">
                  <c:v>698.76</c:v>
                </c:pt>
                <c:pt idx="51">
                  <c:v>697.7</c:v>
                </c:pt>
                <c:pt idx="52">
                  <c:v>696.65</c:v>
                </c:pt>
                <c:pt idx="53">
                  <c:v>695.6</c:v>
                </c:pt>
                <c:pt idx="54">
                  <c:v>694.54</c:v>
                </c:pt>
                <c:pt idx="55">
                  <c:v>693.49</c:v>
                </c:pt>
                <c:pt idx="56">
                  <c:v>692.43</c:v>
                </c:pt>
                <c:pt idx="57">
                  <c:v>691.37</c:v>
                </c:pt>
                <c:pt idx="58">
                  <c:v>690.32</c:v>
                </c:pt>
                <c:pt idx="59">
                  <c:v>689.26</c:v>
                </c:pt>
                <c:pt idx="60">
                  <c:v>688.2</c:v>
                </c:pt>
                <c:pt idx="61">
                  <c:v>687.13</c:v>
                </c:pt>
                <c:pt idx="62">
                  <c:v>686.07</c:v>
                </c:pt>
                <c:pt idx="63">
                  <c:v>685.01</c:v>
                </c:pt>
                <c:pt idx="64">
                  <c:v>683.94</c:v>
                </c:pt>
                <c:pt idx="65">
                  <c:v>682.88</c:v>
                </c:pt>
                <c:pt idx="66">
                  <c:v>681.81</c:v>
                </c:pt>
                <c:pt idx="67">
                  <c:v>680.74</c:v>
                </c:pt>
                <c:pt idx="68">
                  <c:v>679.67</c:v>
                </c:pt>
                <c:pt idx="69">
                  <c:v>678.6</c:v>
                </c:pt>
                <c:pt idx="70">
                  <c:v>677.53</c:v>
                </c:pt>
                <c:pt idx="71">
                  <c:v>676.46</c:v>
                </c:pt>
                <c:pt idx="72">
                  <c:v>675.38</c:v>
                </c:pt>
                <c:pt idx="73">
                  <c:v>674.31</c:v>
                </c:pt>
                <c:pt idx="74">
                  <c:v>673.23</c:v>
                </c:pt>
                <c:pt idx="75">
                  <c:v>672.16</c:v>
                </c:pt>
                <c:pt idx="76">
                  <c:v>671.08</c:v>
                </c:pt>
                <c:pt idx="77">
                  <c:v>670</c:v>
                </c:pt>
                <c:pt idx="78">
                  <c:v>668.92</c:v>
                </c:pt>
                <c:pt idx="79">
                  <c:v>667.84</c:v>
                </c:pt>
                <c:pt idx="80">
                  <c:v>666.76</c:v>
                </c:pt>
                <c:pt idx="81">
                  <c:v>665.67</c:v>
                </c:pt>
                <c:pt idx="82">
                  <c:v>664.59</c:v>
                </c:pt>
                <c:pt idx="83">
                  <c:v>663.5</c:v>
                </c:pt>
                <c:pt idx="84">
                  <c:v>662.42</c:v>
                </c:pt>
                <c:pt idx="85">
                  <c:v>661.33</c:v>
                </c:pt>
                <c:pt idx="86">
                  <c:v>660.24</c:v>
                </c:pt>
                <c:pt idx="87">
                  <c:v>659.15</c:v>
                </c:pt>
                <c:pt idx="88">
                  <c:v>658.06</c:v>
                </c:pt>
                <c:pt idx="89">
                  <c:v>656.97</c:v>
                </c:pt>
                <c:pt idx="90">
                  <c:v>655.87</c:v>
                </c:pt>
                <c:pt idx="91">
                  <c:v>654.78</c:v>
                </c:pt>
                <c:pt idx="92">
                  <c:v>653.69000000000005</c:v>
                </c:pt>
                <c:pt idx="93">
                  <c:v>652.59</c:v>
                </c:pt>
                <c:pt idx="94">
                  <c:v>651.49</c:v>
                </c:pt>
                <c:pt idx="95">
                  <c:v>650.39</c:v>
                </c:pt>
                <c:pt idx="96">
                  <c:v>649.29</c:v>
                </c:pt>
                <c:pt idx="97">
                  <c:v>648.19000000000005</c:v>
                </c:pt>
                <c:pt idx="98">
                  <c:v>647.09</c:v>
                </c:pt>
                <c:pt idx="99">
                  <c:v>645.99</c:v>
                </c:pt>
                <c:pt idx="100">
                  <c:v>644.88</c:v>
                </c:pt>
                <c:pt idx="101">
                  <c:v>643.78</c:v>
                </c:pt>
                <c:pt idx="102">
                  <c:v>642.66999999999996</c:v>
                </c:pt>
                <c:pt idx="103">
                  <c:v>641.57000000000005</c:v>
                </c:pt>
                <c:pt idx="104">
                  <c:v>640.46</c:v>
                </c:pt>
                <c:pt idx="105">
                  <c:v>639.35</c:v>
                </c:pt>
                <c:pt idx="106">
                  <c:v>638.24</c:v>
                </c:pt>
                <c:pt idx="107">
                  <c:v>637.13</c:v>
                </c:pt>
                <c:pt idx="108">
                  <c:v>636.01</c:v>
                </c:pt>
                <c:pt idx="109">
                  <c:v>634.9</c:v>
                </c:pt>
                <c:pt idx="110">
                  <c:v>633.78</c:v>
                </c:pt>
                <c:pt idx="111">
                  <c:v>632.66999999999996</c:v>
                </c:pt>
                <c:pt idx="112">
                  <c:v>631.54999999999995</c:v>
                </c:pt>
                <c:pt idx="113">
                  <c:v>630.42999999999995</c:v>
                </c:pt>
                <c:pt idx="114">
                  <c:v>629.30999999999995</c:v>
                </c:pt>
                <c:pt idx="115">
                  <c:v>628.19000000000005</c:v>
                </c:pt>
                <c:pt idx="116">
                  <c:v>627.07000000000005</c:v>
                </c:pt>
                <c:pt idx="117">
                  <c:v>625.95000000000005</c:v>
                </c:pt>
                <c:pt idx="118">
                  <c:v>624.82000000000005</c:v>
                </c:pt>
                <c:pt idx="119">
                  <c:v>623.70000000000005</c:v>
                </c:pt>
                <c:pt idx="120">
                  <c:v>622.57000000000005</c:v>
                </c:pt>
                <c:pt idx="121">
                  <c:v>621.44000000000005</c:v>
                </c:pt>
                <c:pt idx="122">
                  <c:v>620.30999999999995</c:v>
                </c:pt>
                <c:pt idx="123">
                  <c:v>619.19000000000005</c:v>
                </c:pt>
                <c:pt idx="124">
                  <c:v>618.04999999999995</c:v>
                </c:pt>
                <c:pt idx="125">
                  <c:v>616.91999999999996</c:v>
                </c:pt>
                <c:pt idx="126">
                  <c:v>615.79</c:v>
                </c:pt>
                <c:pt idx="127">
                  <c:v>614.66</c:v>
                </c:pt>
                <c:pt idx="128">
                  <c:v>613.52</c:v>
                </c:pt>
                <c:pt idx="129">
                  <c:v>612.38</c:v>
                </c:pt>
                <c:pt idx="130">
                  <c:v>611.25</c:v>
                </c:pt>
                <c:pt idx="131">
                  <c:v>610.11</c:v>
                </c:pt>
                <c:pt idx="132">
                  <c:v>608.97</c:v>
                </c:pt>
                <c:pt idx="133">
                  <c:v>607.83000000000004</c:v>
                </c:pt>
                <c:pt idx="134">
                  <c:v>606.67999999999995</c:v>
                </c:pt>
                <c:pt idx="135">
                  <c:v>605.54</c:v>
                </c:pt>
                <c:pt idx="136">
                  <c:v>604.4</c:v>
                </c:pt>
                <c:pt idx="137">
                  <c:v>603.25</c:v>
                </c:pt>
                <c:pt idx="138">
                  <c:v>602.1</c:v>
                </c:pt>
                <c:pt idx="139">
                  <c:v>600.96</c:v>
                </c:pt>
                <c:pt idx="140">
                  <c:v>599.80999999999995</c:v>
                </c:pt>
                <c:pt idx="141">
                  <c:v>598.66</c:v>
                </c:pt>
                <c:pt idx="142">
                  <c:v>597.51</c:v>
                </c:pt>
                <c:pt idx="143">
                  <c:v>596.35</c:v>
                </c:pt>
                <c:pt idx="144">
                  <c:v>595.20000000000005</c:v>
                </c:pt>
                <c:pt idx="145">
                  <c:v>594.04</c:v>
                </c:pt>
                <c:pt idx="146">
                  <c:v>592.89</c:v>
                </c:pt>
                <c:pt idx="147">
                  <c:v>591.73</c:v>
                </c:pt>
                <c:pt idx="148">
                  <c:v>590.57000000000005</c:v>
                </c:pt>
                <c:pt idx="149">
                  <c:v>589.41</c:v>
                </c:pt>
                <c:pt idx="150">
                  <c:v>588.25</c:v>
                </c:pt>
                <c:pt idx="151">
                  <c:v>587.09</c:v>
                </c:pt>
                <c:pt idx="152">
                  <c:v>585.92999999999995</c:v>
                </c:pt>
                <c:pt idx="153">
                  <c:v>584.76</c:v>
                </c:pt>
                <c:pt idx="154">
                  <c:v>583.6</c:v>
                </c:pt>
                <c:pt idx="155">
                  <c:v>582.42999999999995</c:v>
                </c:pt>
                <c:pt idx="156">
                  <c:v>581.26</c:v>
                </c:pt>
                <c:pt idx="157">
                  <c:v>580.1</c:v>
                </c:pt>
                <c:pt idx="158">
                  <c:v>578.92999999999995</c:v>
                </c:pt>
                <c:pt idx="159">
                  <c:v>577.76</c:v>
                </c:pt>
                <c:pt idx="160">
                  <c:v>576.58000000000004</c:v>
                </c:pt>
                <c:pt idx="161">
                  <c:v>575.41</c:v>
                </c:pt>
                <c:pt idx="162">
                  <c:v>574.23</c:v>
                </c:pt>
                <c:pt idx="163">
                  <c:v>573.05999999999995</c:v>
                </c:pt>
                <c:pt idx="164">
                  <c:v>571.88</c:v>
                </c:pt>
                <c:pt idx="165">
                  <c:v>570.70000000000005</c:v>
                </c:pt>
                <c:pt idx="166">
                  <c:v>569.52</c:v>
                </c:pt>
                <c:pt idx="167">
                  <c:v>568.34</c:v>
                </c:pt>
                <c:pt idx="168">
                  <c:v>567.16</c:v>
                </c:pt>
                <c:pt idx="169">
                  <c:v>565.98</c:v>
                </c:pt>
                <c:pt idx="170">
                  <c:v>564.79999999999995</c:v>
                </c:pt>
                <c:pt idx="171">
                  <c:v>563.61</c:v>
                </c:pt>
                <c:pt idx="172">
                  <c:v>562.41999999999996</c:v>
                </c:pt>
                <c:pt idx="173">
                  <c:v>561.24</c:v>
                </c:pt>
                <c:pt idx="174">
                  <c:v>560.04999999999995</c:v>
                </c:pt>
                <c:pt idx="175">
                  <c:v>558.86</c:v>
                </c:pt>
                <c:pt idx="176">
                  <c:v>557.66999999999996</c:v>
                </c:pt>
                <c:pt idx="177">
                  <c:v>556.47</c:v>
                </c:pt>
                <c:pt idx="178">
                  <c:v>555.28</c:v>
                </c:pt>
                <c:pt idx="179">
                  <c:v>554.09</c:v>
                </c:pt>
                <c:pt idx="180">
                  <c:v>552.89</c:v>
                </c:pt>
                <c:pt idx="181">
                  <c:v>551.69000000000005</c:v>
                </c:pt>
                <c:pt idx="182">
                  <c:v>550.49</c:v>
                </c:pt>
                <c:pt idx="183">
                  <c:v>549.29999999999995</c:v>
                </c:pt>
                <c:pt idx="184">
                  <c:v>548.09</c:v>
                </c:pt>
                <c:pt idx="185">
                  <c:v>546.89</c:v>
                </c:pt>
                <c:pt idx="186">
                  <c:v>545.69000000000005</c:v>
                </c:pt>
                <c:pt idx="187">
                  <c:v>544.49</c:v>
                </c:pt>
                <c:pt idx="188">
                  <c:v>543.28</c:v>
                </c:pt>
                <c:pt idx="189">
                  <c:v>542.07000000000005</c:v>
                </c:pt>
                <c:pt idx="190">
                  <c:v>540.87</c:v>
                </c:pt>
                <c:pt idx="191">
                  <c:v>539.66</c:v>
                </c:pt>
                <c:pt idx="192">
                  <c:v>538.45000000000005</c:v>
                </c:pt>
                <c:pt idx="193">
                  <c:v>537.23</c:v>
                </c:pt>
                <c:pt idx="194">
                  <c:v>536.02</c:v>
                </c:pt>
                <c:pt idx="195">
                  <c:v>534.80999999999995</c:v>
                </c:pt>
                <c:pt idx="196">
                  <c:v>533.59</c:v>
                </c:pt>
                <c:pt idx="197">
                  <c:v>532.38</c:v>
                </c:pt>
                <c:pt idx="198">
                  <c:v>531.16</c:v>
                </c:pt>
                <c:pt idx="199">
                  <c:v>529.94000000000005</c:v>
                </c:pt>
                <c:pt idx="200">
                  <c:v>528.72</c:v>
                </c:pt>
                <c:pt idx="201">
                  <c:v>527.5</c:v>
                </c:pt>
                <c:pt idx="202">
                  <c:v>526.28</c:v>
                </c:pt>
                <c:pt idx="203">
                  <c:v>525.04999999999995</c:v>
                </c:pt>
                <c:pt idx="204">
                  <c:v>523.83000000000004</c:v>
                </c:pt>
                <c:pt idx="205">
                  <c:v>522.6</c:v>
                </c:pt>
                <c:pt idx="206">
                  <c:v>521.37</c:v>
                </c:pt>
                <c:pt idx="207">
                  <c:v>520.14</c:v>
                </c:pt>
                <c:pt idx="208">
                  <c:v>518.91</c:v>
                </c:pt>
                <c:pt idx="209">
                  <c:v>517.67999999999995</c:v>
                </c:pt>
                <c:pt idx="210">
                  <c:v>516.45000000000005</c:v>
                </c:pt>
                <c:pt idx="211">
                  <c:v>515.22</c:v>
                </c:pt>
                <c:pt idx="212">
                  <c:v>513.98</c:v>
                </c:pt>
                <c:pt idx="213">
                  <c:v>512.75</c:v>
                </c:pt>
                <c:pt idx="214">
                  <c:v>511.51</c:v>
                </c:pt>
                <c:pt idx="215">
                  <c:v>510.27</c:v>
                </c:pt>
                <c:pt idx="216">
                  <c:v>509.03</c:v>
                </c:pt>
                <c:pt idx="217">
                  <c:v>507.79</c:v>
                </c:pt>
                <c:pt idx="218">
                  <c:v>506.55</c:v>
                </c:pt>
                <c:pt idx="219">
                  <c:v>505.3</c:v>
                </c:pt>
                <c:pt idx="220">
                  <c:v>504.06</c:v>
                </c:pt>
                <c:pt idx="221">
                  <c:v>502.81</c:v>
                </c:pt>
                <c:pt idx="222">
                  <c:v>501.57</c:v>
                </c:pt>
                <c:pt idx="223">
                  <c:v>500.32</c:v>
                </c:pt>
                <c:pt idx="224">
                  <c:v>499.07</c:v>
                </c:pt>
                <c:pt idx="225">
                  <c:v>497.82</c:v>
                </c:pt>
                <c:pt idx="226">
                  <c:v>496.57</c:v>
                </c:pt>
                <c:pt idx="227">
                  <c:v>495.31</c:v>
                </c:pt>
                <c:pt idx="228">
                  <c:v>494.06</c:v>
                </c:pt>
                <c:pt idx="229">
                  <c:v>492.8</c:v>
                </c:pt>
                <c:pt idx="230">
                  <c:v>491.54</c:v>
                </c:pt>
                <c:pt idx="231">
                  <c:v>490.29</c:v>
                </c:pt>
                <c:pt idx="232">
                  <c:v>489.03</c:v>
                </c:pt>
                <c:pt idx="233">
                  <c:v>487.77</c:v>
                </c:pt>
                <c:pt idx="234">
                  <c:v>486.5</c:v>
                </c:pt>
                <c:pt idx="235">
                  <c:v>485.24</c:v>
                </c:pt>
                <c:pt idx="236">
                  <c:v>483.98</c:v>
                </c:pt>
                <c:pt idx="237">
                  <c:v>482.71</c:v>
                </c:pt>
                <c:pt idx="238">
                  <c:v>481.44</c:v>
                </c:pt>
                <c:pt idx="239">
                  <c:v>480.17</c:v>
                </c:pt>
                <c:pt idx="240">
                  <c:v>478.9</c:v>
                </c:pt>
                <c:pt idx="241">
                  <c:v>477.63</c:v>
                </c:pt>
                <c:pt idx="242">
                  <c:v>476.36</c:v>
                </c:pt>
                <c:pt idx="243">
                  <c:v>475.09</c:v>
                </c:pt>
                <c:pt idx="244">
                  <c:v>473.81</c:v>
                </c:pt>
                <c:pt idx="245">
                  <c:v>472.54</c:v>
                </c:pt>
                <c:pt idx="246">
                  <c:v>471.26</c:v>
                </c:pt>
                <c:pt idx="247">
                  <c:v>469.98</c:v>
                </c:pt>
                <c:pt idx="248">
                  <c:v>468.7</c:v>
                </c:pt>
                <c:pt idx="249">
                  <c:v>467.42</c:v>
                </c:pt>
                <c:pt idx="250">
                  <c:v>466.14</c:v>
                </c:pt>
                <c:pt idx="251">
                  <c:v>464.85</c:v>
                </c:pt>
                <c:pt idx="252">
                  <c:v>463.57</c:v>
                </c:pt>
                <c:pt idx="253">
                  <c:v>462.28</c:v>
                </c:pt>
                <c:pt idx="254">
                  <c:v>460.99</c:v>
                </c:pt>
                <c:pt idx="255">
                  <c:v>459.7</c:v>
                </c:pt>
                <c:pt idx="256">
                  <c:v>458.41</c:v>
                </c:pt>
                <c:pt idx="257">
                  <c:v>457.12</c:v>
                </c:pt>
                <c:pt idx="258">
                  <c:v>455.83</c:v>
                </c:pt>
                <c:pt idx="259">
                  <c:v>454.53</c:v>
                </c:pt>
                <c:pt idx="260">
                  <c:v>453.24</c:v>
                </c:pt>
                <c:pt idx="261">
                  <c:v>451.94</c:v>
                </c:pt>
                <c:pt idx="262">
                  <c:v>450.64</c:v>
                </c:pt>
                <c:pt idx="263">
                  <c:v>449.34</c:v>
                </c:pt>
                <c:pt idx="264">
                  <c:v>448.04</c:v>
                </c:pt>
                <c:pt idx="265">
                  <c:v>446.74</c:v>
                </c:pt>
                <c:pt idx="266">
                  <c:v>445.44</c:v>
                </c:pt>
                <c:pt idx="267">
                  <c:v>444.13</c:v>
                </c:pt>
                <c:pt idx="268">
                  <c:v>442.83</c:v>
                </c:pt>
                <c:pt idx="269">
                  <c:v>441.52</c:v>
                </c:pt>
                <c:pt idx="270">
                  <c:v>440.21</c:v>
                </c:pt>
                <c:pt idx="271">
                  <c:v>438.9</c:v>
                </c:pt>
                <c:pt idx="272">
                  <c:v>437.59</c:v>
                </c:pt>
                <c:pt idx="273">
                  <c:v>436.28</c:v>
                </c:pt>
                <c:pt idx="274">
                  <c:v>434.97</c:v>
                </c:pt>
                <c:pt idx="275">
                  <c:v>433.65</c:v>
                </c:pt>
                <c:pt idx="276">
                  <c:v>432.33</c:v>
                </c:pt>
                <c:pt idx="277">
                  <c:v>431.02</c:v>
                </c:pt>
                <c:pt idx="278">
                  <c:v>429.7</c:v>
                </c:pt>
                <c:pt idx="279">
                  <c:v>428.38</c:v>
                </c:pt>
                <c:pt idx="280">
                  <c:v>427.06</c:v>
                </c:pt>
                <c:pt idx="281">
                  <c:v>425.73</c:v>
                </c:pt>
                <c:pt idx="282">
                  <c:v>424.41</c:v>
                </c:pt>
                <c:pt idx="283">
                  <c:v>423.08</c:v>
                </c:pt>
                <c:pt idx="284">
                  <c:v>421.76</c:v>
                </c:pt>
                <c:pt idx="285">
                  <c:v>420.43</c:v>
                </c:pt>
                <c:pt idx="286">
                  <c:v>419.1</c:v>
                </c:pt>
                <c:pt idx="287">
                  <c:v>417.77</c:v>
                </c:pt>
                <c:pt idx="288">
                  <c:v>416.43</c:v>
                </c:pt>
                <c:pt idx="289">
                  <c:v>415.1</c:v>
                </c:pt>
                <c:pt idx="290">
                  <c:v>413.77</c:v>
                </c:pt>
                <c:pt idx="291">
                  <c:v>412.43</c:v>
                </c:pt>
                <c:pt idx="292">
                  <c:v>411.09</c:v>
                </c:pt>
                <c:pt idx="293">
                  <c:v>409.75</c:v>
                </c:pt>
                <c:pt idx="294">
                  <c:v>408.41</c:v>
                </c:pt>
                <c:pt idx="295">
                  <c:v>407.07</c:v>
                </c:pt>
                <c:pt idx="296">
                  <c:v>405.73</c:v>
                </c:pt>
                <c:pt idx="297">
                  <c:v>404.38</c:v>
                </c:pt>
                <c:pt idx="298">
                  <c:v>403.04</c:v>
                </c:pt>
                <c:pt idx="299">
                  <c:v>401.69</c:v>
                </c:pt>
                <c:pt idx="300">
                  <c:v>400.34</c:v>
                </c:pt>
                <c:pt idx="301">
                  <c:v>398.99</c:v>
                </c:pt>
                <c:pt idx="302">
                  <c:v>397.64</c:v>
                </c:pt>
                <c:pt idx="303">
                  <c:v>396.29</c:v>
                </c:pt>
                <c:pt idx="304">
                  <c:v>394.94</c:v>
                </c:pt>
                <c:pt idx="305">
                  <c:v>393.58</c:v>
                </c:pt>
                <c:pt idx="306">
                  <c:v>392.23</c:v>
                </c:pt>
                <c:pt idx="307">
                  <c:v>390.87</c:v>
                </c:pt>
                <c:pt idx="308">
                  <c:v>389.51</c:v>
                </c:pt>
                <c:pt idx="309">
                  <c:v>388.15</c:v>
                </c:pt>
                <c:pt idx="310">
                  <c:v>386.79</c:v>
                </c:pt>
                <c:pt idx="311">
                  <c:v>385.42</c:v>
                </c:pt>
                <c:pt idx="312">
                  <c:v>384.06</c:v>
                </c:pt>
                <c:pt idx="313">
                  <c:v>382.69</c:v>
                </c:pt>
                <c:pt idx="314">
                  <c:v>381.33</c:v>
                </c:pt>
                <c:pt idx="315">
                  <c:v>379.96</c:v>
                </c:pt>
                <c:pt idx="316">
                  <c:v>378.59</c:v>
                </c:pt>
                <c:pt idx="317">
                  <c:v>377.21</c:v>
                </c:pt>
                <c:pt idx="318">
                  <c:v>375.84</c:v>
                </c:pt>
                <c:pt idx="319">
                  <c:v>375</c:v>
                </c:pt>
                <c:pt idx="320">
                  <c:v>372.16</c:v>
                </c:pt>
                <c:pt idx="321">
                  <c:v>368.79</c:v>
                </c:pt>
                <c:pt idx="322">
                  <c:v>365.43</c:v>
                </c:pt>
                <c:pt idx="323">
                  <c:v>362.06</c:v>
                </c:pt>
                <c:pt idx="324">
                  <c:v>358.71</c:v>
                </c:pt>
                <c:pt idx="325">
                  <c:v>355.35</c:v>
                </c:pt>
                <c:pt idx="326">
                  <c:v>352</c:v>
                </c:pt>
                <c:pt idx="327">
                  <c:v>348.65</c:v>
                </c:pt>
                <c:pt idx="328">
                  <c:v>345.3</c:v>
                </c:pt>
                <c:pt idx="329">
                  <c:v>341.96</c:v>
                </c:pt>
                <c:pt idx="330">
                  <c:v>338.62</c:v>
                </c:pt>
                <c:pt idx="331">
                  <c:v>335.29</c:v>
                </c:pt>
                <c:pt idx="332">
                  <c:v>331.96</c:v>
                </c:pt>
                <c:pt idx="333">
                  <c:v>328.63</c:v>
                </c:pt>
                <c:pt idx="334">
                  <c:v>325.3</c:v>
                </c:pt>
                <c:pt idx="335">
                  <c:v>321.98</c:v>
                </c:pt>
                <c:pt idx="336">
                  <c:v>318.66000000000003</c:v>
                </c:pt>
                <c:pt idx="337">
                  <c:v>315.35000000000002</c:v>
                </c:pt>
                <c:pt idx="338">
                  <c:v>312.04000000000002</c:v>
                </c:pt>
                <c:pt idx="339">
                  <c:v>308.73</c:v>
                </c:pt>
                <c:pt idx="340">
                  <c:v>305.42</c:v>
                </c:pt>
                <c:pt idx="341">
                  <c:v>302.12</c:v>
                </c:pt>
                <c:pt idx="342">
                  <c:v>298.82</c:v>
                </c:pt>
                <c:pt idx="343">
                  <c:v>295.52</c:v>
                </c:pt>
                <c:pt idx="344">
                  <c:v>292.23</c:v>
                </c:pt>
                <c:pt idx="345">
                  <c:v>288.94</c:v>
                </c:pt>
                <c:pt idx="346">
                  <c:v>285.66000000000003</c:v>
                </c:pt>
                <c:pt idx="347">
                  <c:v>282.38</c:v>
                </c:pt>
                <c:pt idx="348">
                  <c:v>279.10000000000002</c:v>
                </c:pt>
                <c:pt idx="349">
                  <c:v>275.82</c:v>
                </c:pt>
                <c:pt idx="350">
                  <c:v>272.55</c:v>
                </c:pt>
                <c:pt idx="351">
                  <c:v>269.27999999999997</c:v>
                </c:pt>
                <c:pt idx="352">
                  <c:v>266.01</c:v>
                </c:pt>
                <c:pt idx="353">
                  <c:v>262.75</c:v>
                </c:pt>
                <c:pt idx="354">
                  <c:v>259.49</c:v>
                </c:pt>
                <c:pt idx="355">
                  <c:v>256.23</c:v>
                </c:pt>
                <c:pt idx="356">
                  <c:v>252.98</c:v>
                </c:pt>
                <c:pt idx="357">
                  <c:v>249.73</c:v>
                </c:pt>
                <c:pt idx="358">
                  <c:v>246.48</c:v>
                </c:pt>
                <c:pt idx="359">
                  <c:v>243.24</c:v>
                </c:pt>
                <c:pt idx="360">
                  <c:v>240</c:v>
                </c:pt>
                <c:pt idx="361">
                  <c:v>236.76</c:v>
                </c:pt>
                <c:pt idx="362">
                  <c:v>233.53</c:v>
                </c:pt>
                <c:pt idx="363">
                  <c:v>230.3</c:v>
                </c:pt>
                <c:pt idx="364">
                  <c:v>227.07</c:v>
                </c:pt>
                <c:pt idx="365">
                  <c:v>223.85</c:v>
                </c:pt>
                <c:pt idx="366">
                  <c:v>220.63</c:v>
                </c:pt>
                <c:pt idx="367">
                  <c:v>217.41</c:v>
                </c:pt>
                <c:pt idx="368">
                  <c:v>214.2</c:v>
                </c:pt>
                <c:pt idx="369">
                  <c:v>210.99</c:v>
                </c:pt>
                <c:pt idx="370">
                  <c:v>207.78</c:v>
                </c:pt>
                <c:pt idx="371">
                  <c:v>204.57</c:v>
                </c:pt>
                <c:pt idx="372">
                  <c:v>201.37</c:v>
                </c:pt>
                <c:pt idx="373">
                  <c:v>198.17</c:v>
                </c:pt>
                <c:pt idx="374">
                  <c:v>194.98</c:v>
                </c:pt>
                <c:pt idx="375">
                  <c:v>191.79</c:v>
                </c:pt>
                <c:pt idx="376">
                  <c:v>188.6</c:v>
                </c:pt>
                <c:pt idx="377">
                  <c:v>185.41</c:v>
                </c:pt>
                <c:pt idx="378">
                  <c:v>182.23</c:v>
                </c:pt>
                <c:pt idx="379">
                  <c:v>179.05</c:v>
                </c:pt>
                <c:pt idx="380">
                  <c:v>175.88</c:v>
                </c:pt>
                <c:pt idx="381">
                  <c:v>172.7</c:v>
                </c:pt>
                <c:pt idx="382">
                  <c:v>169.53</c:v>
                </c:pt>
                <c:pt idx="383">
                  <c:v>166.37</c:v>
                </c:pt>
                <c:pt idx="384">
                  <c:v>163.21</c:v>
                </c:pt>
                <c:pt idx="385">
                  <c:v>160.05000000000001</c:v>
                </c:pt>
                <c:pt idx="386">
                  <c:v>156.88999999999999</c:v>
                </c:pt>
                <c:pt idx="387">
                  <c:v>153.72999999999999</c:v>
                </c:pt>
                <c:pt idx="388">
                  <c:v>150.58000000000001</c:v>
                </c:pt>
                <c:pt idx="389">
                  <c:v>147.44</c:v>
                </c:pt>
                <c:pt idx="390">
                  <c:v>144.29</c:v>
                </c:pt>
                <c:pt idx="391">
                  <c:v>141.15</c:v>
                </c:pt>
                <c:pt idx="392">
                  <c:v>138.01</c:v>
                </c:pt>
                <c:pt idx="393">
                  <c:v>134.88</c:v>
                </c:pt>
                <c:pt idx="394">
                  <c:v>131.75</c:v>
                </c:pt>
                <c:pt idx="395">
                  <c:v>128.62</c:v>
                </c:pt>
                <c:pt idx="396">
                  <c:v>125.49</c:v>
                </c:pt>
                <c:pt idx="397">
                  <c:v>122.37</c:v>
                </c:pt>
                <c:pt idx="398">
                  <c:v>119.25</c:v>
                </c:pt>
                <c:pt idx="399">
                  <c:v>116.13</c:v>
                </c:pt>
                <c:pt idx="400">
                  <c:v>113.02</c:v>
                </c:pt>
                <c:pt idx="401">
                  <c:v>109.91</c:v>
                </c:pt>
                <c:pt idx="402">
                  <c:v>106.8</c:v>
                </c:pt>
                <c:pt idx="403">
                  <c:v>103.7</c:v>
                </c:pt>
                <c:pt idx="404">
                  <c:v>100.6</c:v>
                </c:pt>
                <c:pt idx="405">
                  <c:v>97.5</c:v>
                </c:pt>
                <c:pt idx="406">
                  <c:v>94.41</c:v>
                </c:pt>
                <c:pt idx="407">
                  <c:v>91.32</c:v>
                </c:pt>
                <c:pt idx="408">
                  <c:v>88.23</c:v>
                </c:pt>
                <c:pt idx="409">
                  <c:v>85.14</c:v>
                </c:pt>
                <c:pt idx="410">
                  <c:v>82.06</c:v>
                </c:pt>
                <c:pt idx="411">
                  <c:v>78.98</c:v>
                </c:pt>
                <c:pt idx="412">
                  <c:v>75.91</c:v>
                </c:pt>
                <c:pt idx="413">
                  <c:v>72.83</c:v>
                </c:pt>
                <c:pt idx="414">
                  <c:v>69.760000000000005</c:v>
                </c:pt>
                <c:pt idx="415">
                  <c:v>66.7</c:v>
                </c:pt>
                <c:pt idx="416">
                  <c:v>63.63</c:v>
                </c:pt>
                <c:pt idx="417">
                  <c:v>60.57</c:v>
                </c:pt>
                <c:pt idx="418">
                  <c:v>57.52</c:v>
                </c:pt>
                <c:pt idx="419">
                  <c:v>54.46</c:v>
                </c:pt>
                <c:pt idx="420">
                  <c:v>51.41</c:v>
                </c:pt>
                <c:pt idx="421">
                  <c:v>48.36</c:v>
                </c:pt>
                <c:pt idx="422">
                  <c:v>45.32</c:v>
                </c:pt>
                <c:pt idx="423">
                  <c:v>42.27</c:v>
                </c:pt>
                <c:pt idx="424">
                  <c:v>39.229999999999997</c:v>
                </c:pt>
                <c:pt idx="425">
                  <c:v>36.200000000000003</c:v>
                </c:pt>
                <c:pt idx="426">
                  <c:v>33.17</c:v>
                </c:pt>
                <c:pt idx="427">
                  <c:v>30.14</c:v>
                </c:pt>
                <c:pt idx="428">
                  <c:v>27.11</c:v>
                </c:pt>
                <c:pt idx="429">
                  <c:v>24.08</c:v>
                </c:pt>
                <c:pt idx="430">
                  <c:v>21.06</c:v>
                </c:pt>
                <c:pt idx="431">
                  <c:v>18.05</c:v>
                </c:pt>
                <c:pt idx="432">
                  <c:v>15.03</c:v>
                </c:pt>
                <c:pt idx="433">
                  <c:v>12.02</c:v>
                </c:pt>
                <c:pt idx="434">
                  <c:v>9.01</c:v>
                </c:pt>
                <c:pt idx="435">
                  <c:v>6</c:v>
                </c:pt>
                <c:pt idx="436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E9C-485F-9D19-543FBB0A6D78}"/>
            </c:ext>
          </c:extLst>
        </c:ser>
        <c:ser>
          <c:idx val="2"/>
          <c:order val="3"/>
          <c:tx>
            <c:v>Analytical Solution Day 1</c:v>
          </c:tx>
          <c:spPr>
            <a:ln w="25400" cap="rnd">
              <a:noFill/>
              <a:round/>
            </a:ln>
            <a:effectLst/>
          </c:spPr>
          <c:marker>
            <c:symbol val="triangle"/>
            <c:size val="5"/>
            <c:spPr>
              <a:solidFill>
                <a:schemeClr val="accent3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'BM_STUDY_PHREEQCRM_MU_DECAY '!$Q$3:$Q$52</c:f>
              <c:numCache>
                <c:formatCode>General</c:formatCode>
                <c:ptCount val="50"/>
                <c:pt idx="0">
                  <c:v>0.99999705604422495</c:v>
                </c:pt>
                <c:pt idx="1">
                  <c:v>0.95232550952258299</c:v>
                </c:pt>
                <c:pt idx="2">
                  <c:v>0.89630493151902502</c:v>
                </c:pt>
                <c:pt idx="3">
                  <c:v>0.82717086715571597</c:v>
                </c:pt>
                <c:pt idx="4">
                  <c:v>0.74153962660872097</c:v>
                </c:pt>
                <c:pt idx="5">
                  <c:v>0.63936775815943103</c:v>
                </c:pt>
                <c:pt idx="6">
                  <c:v>0.52512390143517296</c:v>
                </c:pt>
                <c:pt idx="7">
                  <c:v>0.40728839417082102</c:v>
                </c:pt>
                <c:pt idx="8">
                  <c:v>0.29611223835634698</c:v>
                </c:pt>
                <c:pt idx="9">
                  <c:v>0.20057567616606201</c:v>
                </c:pt>
                <c:pt idx="10">
                  <c:v>0.12596207180417901</c:v>
                </c:pt>
                <c:pt idx="11">
                  <c:v>7.3055435553678494E-2</c:v>
                </c:pt>
                <c:pt idx="12">
                  <c:v>3.9010778328171999E-2</c:v>
                </c:pt>
                <c:pt idx="13">
                  <c:v>1.9133127291757701E-2</c:v>
                </c:pt>
                <c:pt idx="14">
                  <c:v>8.6025271995727199E-3</c:v>
                </c:pt>
                <c:pt idx="15">
                  <c:v>3.54033508008748E-3</c:v>
                </c:pt>
                <c:pt idx="16">
                  <c:v>1.3320233620027599E-3</c:v>
                </c:pt>
                <c:pt idx="17">
                  <c:v>4.5772152508019202E-4</c:v>
                </c:pt>
                <c:pt idx="18">
                  <c:v>1.4353741006258001E-4</c:v>
                </c:pt>
                <c:pt idx="19" formatCode="0.00E+00">
                  <c:v>4.1050422628001099E-5</c:v>
                </c:pt>
                <c:pt idx="20" formatCode="0.00E+00">
                  <c:v>1.0700954618741001E-5</c:v>
                </c:pt>
                <c:pt idx="21" formatCode="0.00E+00">
                  <c:v>2.5414551586266298E-6</c:v>
                </c:pt>
                <c:pt idx="22" formatCode="0.00E+00">
                  <c:v>5.4970719014935598E-7</c:v>
                </c:pt>
                <c:pt idx="23" formatCode="0.00E+00">
                  <c:v>1.08250203523415E-7</c:v>
                </c:pt>
                <c:pt idx="24" formatCode="0.00E+00">
                  <c:v>1.9402346856960499E-8</c:v>
                </c:pt>
                <c:pt idx="25" formatCode="0.00E+00">
                  <c:v>3.1644981278289E-9</c:v>
                </c:pt>
                <c:pt idx="26" formatCode="0.00E+00">
                  <c:v>4.6956013107406904E-10</c:v>
                </c:pt>
                <c:pt idx="27" formatCode="0.00E+00">
                  <c:v>6.3377594422281802E-11</c:v>
                </c:pt>
                <c:pt idx="28" formatCode="0.00E+00">
                  <c:v>7.7798378712480498E-12</c:v>
                </c:pt>
                <c:pt idx="29" formatCode="0.00E+00">
                  <c:v>8.68432153255432E-13</c:v>
                </c:pt>
                <c:pt idx="30" formatCode="0.00E+00">
                  <c:v>8.8141215886525198E-14</c:v>
                </c:pt>
                <c:pt idx="31" formatCode="0.00E+00">
                  <c:v>8.1330443815099493E-15</c:v>
                </c:pt>
                <c:pt idx="32" formatCode="0.00E+00">
                  <c:v>6.8220745032005799E-16</c:v>
                </c:pt>
                <c:pt idx="33" formatCode="0.00E+00">
                  <c:v>5.2015360267081102E-17</c:v>
                </c:pt>
                <c:pt idx="34" formatCode="0.00E+00">
                  <c:v>3.6046659012128203E-18</c:v>
                </c:pt>
                <c:pt idx="35" formatCode="0.00E+00">
                  <c:v>2.2703164509120502E-19</c:v>
                </c:pt>
                <c:pt idx="36" formatCode="0.00E+00">
                  <c:v>1.29947623593442E-20</c:v>
                </c:pt>
                <c:pt idx="37" formatCode="0.00E+00">
                  <c:v>6.7590550165001098E-22</c:v>
                </c:pt>
                <c:pt idx="38" formatCode="0.00E+00">
                  <c:v>3.1946013331253103E-23</c:v>
                </c:pt>
                <c:pt idx="39" formatCode="0.00E+00">
                  <c:v>1.3719545543351599E-24</c:v>
                </c:pt>
                <c:pt idx="40" formatCode="0.00E+00">
                  <c:v>5.3534804730551703E-26</c:v>
                </c:pt>
                <c:pt idx="41" formatCode="0.00E+00">
                  <c:v>1.8979675625164801E-27</c:v>
                </c:pt>
                <c:pt idx="42" formatCode="0.00E+00">
                  <c:v>6.1133805275685601E-29</c:v>
                </c:pt>
                <c:pt idx="43" formatCode="0.00E+00">
                  <c:v>1.7889549870872999E-30</c:v>
                </c:pt>
                <c:pt idx="44" formatCode="0.00E+00">
                  <c:v>4.7558605887360198E-32</c:v>
                </c:pt>
                <c:pt idx="45" formatCode="0.00E+00">
                  <c:v>1.14857119810014E-33</c:v>
                </c:pt>
                <c:pt idx="46" formatCode="0.00E+00">
                  <c:v>2.51984674088202E-35</c:v>
                </c:pt>
                <c:pt idx="47" formatCode="0.00E+00">
                  <c:v>5.0218860371809297E-37</c:v>
                </c:pt>
                <c:pt idx="48" formatCode="0.00E+00">
                  <c:v>9.0912995224224698E-39</c:v>
                </c:pt>
                <c:pt idx="49" formatCode="0.00E+00">
                  <c:v>1.4950028358117099E-40</c:v>
                </c:pt>
              </c:numCache>
            </c:numRef>
          </c:xVal>
          <c:yVal>
            <c:numRef>
              <c:f>'BM_STUDY_PHREEQCRM_MU_DECAY '!$P$3:$P$52</c:f>
              <c:numCache>
                <c:formatCode>General</c:formatCode>
                <c:ptCount val="50"/>
                <c:pt idx="0">
                  <c:v>749.99900000000002</c:v>
                </c:pt>
                <c:pt idx="1">
                  <c:v>734.69291836734601</c:v>
                </c:pt>
                <c:pt idx="2">
                  <c:v>719.38683673469302</c:v>
                </c:pt>
                <c:pt idx="3">
                  <c:v>704.08075510204003</c:v>
                </c:pt>
                <c:pt idx="4">
                  <c:v>688.77467346938704</c:v>
                </c:pt>
                <c:pt idx="5">
                  <c:v>673.46859183673405</c:v>
                </c:pt>
                <c:pt idx="6">
                  <c:v>658.16251020408095</c:v>
                </c:pt>
                <c:pt idx="7">
                  <c:v>642.85642857142795</c:v>
                </c:pt>
                <c:pt idx="8">
                  <c:v>627.55034693877496</c:v>
                </c:pt>
                <c:pt idx="9">
                  <c:v>612.24426530612197</c:v>
                </c:pt>
                <c:pt idx="10">
                  <c:v>596.93818367346898</c:v>
                </c:pt>
                <c:pt idx="11">
                  <c:v>581.63210204081599</c:v>
                </c:pt>
                <c:pt idx="12">
                  <c:v>566.326020408163</c:v>
                </c:pt>
                <c:pt idx="13">
                  <c:v>551.01993877551001</c:v>
                </c:pt>
                <c:pt idx="14">
                  <c:v>535.71385714285702</c:v>
                </c:pt>
                <c:pt idx="15">
                  <c:v>520.40777551020403</c:v>
                </c:pt>
                <c:pt idx="16">
                  <c:v>505.10169387755099</c:v>
                </c:pt>
                <c:pt idx="17">
                  <c:v>489.795612244898</c:v>
                </c:pt>
                <c:pt idx="18">
                  <c:v>474.48953061224398</c:v>
                </c:pt>
                <c:pt idx="19">
                  <c:v>459.18344897959099</c:v>
                </c:pt>
                <c:pt idx="20">
                  <c:v>443.877367346938</c:v>
                </c:pt>
                <c:pt idx="21">
                  <c:v>428.57128571428501</c:v>
                </c:pt>
                <c:pt idx="22">
                  <c:v>413.26520408163202</c:v>
                </c:pt>
                <c:pt idx="23">
                  <c:v>397.95912244897897</c:v>
                </c:pt>
                <c:pt idx="24">
                  <c:v>382.65304081632598</c:v>
                </c:pt>
                <c:pt idx="25">
                  <c:v>367.34695918367299</c:v>
                </c:pt>
                <c:pt idx="26">
                  <c:v>352.04087755102</c:v>
                </c:pt>
                <c:pt idx="27">
                  <c:v>336.73479591836701</c:v>
                </c:pt>
                <c:pt idx="28">
                  <c:v>321.42871428571402</c:v>
                </c:pt>
                <c:pt idx="29">
                  <c:v>306.12263265306098</c:v>
                </c:pt>
                <c:pt idx="30">
                  <c:v>290.81655102040799</c:v>
                </c:pt>
                <c:pt idx="31">
                  <c:v>275.51046938775499</c:v>
                </c:pt>
                <c:pt idx="32">
                  <c:v>260.204387755102</c:v>
                </c:pt>
                <c:pt idx="33">
                  <c:v>244.89830612244899</c:v>
                </c:pt>
                <c:pt idx="34">
                  <c:v>229.592224489795</c:v>
                </c:pt>
                <c:pt idx="35">
                  <c:v>214.28614285714201</c:v>
                </c:pt>
                <c:pt idx="36">
                  <c:v>198.98006122448899</c:v>
                </c:pt>
                <c:pt idx="37">
                  <c:v>183.673979591836</c:v>
                </c:pt>
                <c:pt idx="38">
                  <c:v>168.36789795918301</c:v>
                </c:pt>
                <c:pt idx="39">
                  <c:v>153.06181632652999</c:v>
                </c:pt>
                <c:pt idx="40">
                  <c:v>137.755734693877</c:v>
                </c:pt>
                <c:pt idx="41">
                  <c:v>122.449653061224</c:v>
                </c:pt>
                <c:pt idx="42">
                  <c:v>107.14357142857099</c:v>
                </c:pt>
                <c:pt idx="43">
                  <c:v>91.837489795918302</c:v>
                </c:pt>
                <c:pt idx="44">
                  <c:v>76.531408163265198</c:v>
                </c:pt>
                <c:pt idx="45">
                  <c:v>61.2253265306122</c:v>
                </c:pt>
                <c:pt idx="46">
                  <c:v>45.919244897959103</c:v>
                </c:pt>
                <c:pt idx="47">
                  <c:v>30.613163265306099</c:v>
                </c:pt>
                <c:pt idx="48">
                  <c:v>15.307081632653</c:v>
                </c:pt>
                <c:pt idx="49">
                  <c:v>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AE9C-485F-9D19-543FBB0A6D78}"/>
            </c:ext>
          </c:extLst>
        </c:ser>
        <c:ser>
          <c:idx val="3"/>
          <c:order val="4"/>
          <c:tx>
            <c:v>Analytical Solution Day 3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'BM_STUDY_PHREEQCRM_MU_DECAY '!$T$3:$T$52</c:f>
              <c:numCache>
                <c:formatCode>General</c:formatCode>
                <c:ptCount val="50"/>
                <c:pt idx="0">
                  <c:v>0.99999735285256597</c:v>
                </c:pt>
                <c:pt idx="1">
                  <c:v>0.96027595792133202</c:v>
                </c:pt>
                <c:pt idx="2">
                  <c:v>0.92208573737372901</c:v>
                </c:pt>
                <c:pt idx="3">
                  <c:v>0.88532262447996801</c:v>
                </c:pt>
                <c:pt idx="4">
                  <c:v>0.84985762315487701</c:v>
                </c:pt>
                <c:pt idx="5">
                  <c:v>0.81552533255489301</c:v>
                </c:pt>
                <c:pt idx="6">
                  <c:v>0.78211155120577702</c:v>
                </c:pt>
                <c:pt idx="7">
                  <c:v>0.74934215501824197</c:v>
                </c:pt>
                <c:pt idx="8">
                  <c:v>0.71687652780823397</c:v>
                </c:pt>
                <c:pt idx="9">
                  <c:v>0.68430958695820499</c:v>
                </c:pt>
                <c:pt idx="10">
                  <c:v>0.65118645416381804</c:v>
                </c:pt>
                <c:pt idx="11">
                  <c:v>0.617032675135744</c:v>
                </c:pt>
                <c:pt idx="12">
                  <c:v>0.58140041261381903</c:v>
                </c:pt>
                <c:pt idx="13">
                  <c:v>0.54392743015925205</c:v>
                </c:pt>
                <c:pt idx="14">
                  <c:v>0.50440162389716503</c:v>
                </c:pt>
                <c:pt idx="15">
                  <c:v>0.46282040953048298</c:v>
                </c:pt>
                <c:pt idx="16">
                  <c:v>0.41943262454765901</c:v>
                </c:pt>
                <c:pt idx="17">
                  <c:v>0.37475168924252</c:v>
                </c:pt>
                <c:pt idx="18">
                  <c:v>0.32953285816059602</c:v>
                </c:pt>
                <c:pt idx="19">
                  <c:v>0.28471387385854702</c:v>
                </c:pt>
                <c:pt idx="20">
                  <c:v>0.24132576917592399</c:v>
                </c:pt>
                <c:pt idx="21">
                  <c:v>0.20038705973920101</c:v>
                </c:pt>
                <c:pt idx="22">
                  <c:v>0.16279835544540899</c:v>
                </c:pt>
                <c:pt idx="23">
                  <c:v>0.12925443067040901</c:v>
                </c:pt>
                <c:pt idx="24">
                  <c:v>0.100187022135816</c:v>
                </c:pt>
                <c:pt idx="25">
                  <c:v>7.5745126073825497E-2</c:v>
                </c:pt>
                <c:pt idx="26">
                  <c:v>5.58120999694433E-2</c:v>
                </c:pt>
                <c:pt idx="27">
                  <c:v>4.0052323762642499E-2</c:v>
                </c:pt>
                <c:pt idx="28">
                  <c:v>2.7975982669155901E-2</c:v>
                </c:pt>
                <c:pt idx="29">
                  <c:v>1.9009329895786801E-2</c:v>
                </c:pt>
                <c:pt idx="30">
                  <c:v>1.2559331686833999E-2</c:v>
                </c:pt>
                <c:pt idx="31">
                  <c:v>8.06499638096605E-3</c:v>
                </c:pt>
                <c:pt idx="32">
                  <c:v>5.0317766578625699E-3</c:v>
                </c:pt>
                <c:pt idx="33">
                  <c:v>3.0491496866692398E-3</c:v>
                </c:pt>
                <c:pt idx="34">
                  <c:v>1.79412861235677E-3</c:v>
                </c:pt>
                <c:pt idx="35">
                  <c:v>1.0247960258249599E-3</c:v>
                </c:pt>
                <c:pt idx="36">
                  <c:v>5.6811256383329804E-4</c:v>
                </c:pt>
                <c:pt idx="37">
                  <c:v>3.0560423279355202E-4</c:v>
                </c:pt>
                <c:pt idx="38">
                  <c:v>1.5949118680384E-4</c:v>
                </c:pt>
                <c:pt idx="39" formatCode="0.00E+00">
                  <c:v>8.0741894144474504E-5</c:v>
                </c:pt>
                <c:pt idx="40" formatCode="0.00E+00">
                  <c:v>3.9644764475079698E-5</c:v>
                </c:pt>
                <c:pt idx="41" formatCode="0.00E+00">
                  <c:v>1.8877454981575099E-5</c:v>
                </c:pt>
                <c:pt idx="42" formatCode="0.00E+00">
                  <c:v>8.7161214194501906E-6</c:v>
                </c:pt>
                <c:pt idx="43" formatCode="0.00E+00">
                  <c:v>3.9019500037406101E-6</c:v>
                </c:pt>
                <c:pt idx="44" formatCode="0.00E+00">
                  <c:v>1.6934772407059901E-6</c:v>
                </c:pt>
                <c:pt idx="45" formatCode="0.00E+00">
                  <c:v>7.1249309304763702E-7</c:v>
                </c:pt>
                <c:pt idx="46" formatCode="0.00E+00">
                  <c:v>2.9057169398019901E-7</c:v>
                </c:pt>
                <c:pt idx="47" formatCode="0.00E+00">
                  <c:v>1.14859778942517E-7</c:v>
                </c:pt>
                <c:pt idx="48" formatCode="0.00E+00">
                  <c:v>4.40045885265565E-8</c:v>
                </c:pt>
                <c:pt idx="49" formatCode="0.00E+00">
                  <c:v>1.6338752652187899E-8</c:v>
                </c:pt>
              </c:numCache>
            </c:numRef>
          </c:xVal>
          <c:yVal>
            <c:numRef>
              <c:f>'BM_STUDY_PHREEQCRM_MU_DECAY '!$S$3:$S$52</c:f>
              <c:numCache>
                <c:formatCode>General</c:formatCode>
                <c:ptCount val="50"/>
                <c:pt idx="0">
                  <c:v>749.99900000000002</c:v>
                </c:pt>
                <c:pt idx="1">
                  <c:v>734.69291836734601</c:v>
                </c:pt>
                <c:pt idx="2">
                  <c:v>719.38683673469302</c:v>
                </c:pt>
                <c:pt idx="3">
                  <c:v>704.08075510204003</c:v>
                </c:pt>
                <c:pt idx="4">
                  <c:v>688.77467346938704</c:v>
                </c:pt>
                <c:pt idx="5">
                  <c:v>673.46859183673405</c:v>
                </c:pt>
                <c:pt idx="6">
                  <c:v>658.16251020408095</c:v>
                </c:pt>
                <c:pt idx="7">
                  <c:v>642.85642857142795</c:v>
                </c:pt>
                <c:pt idx="8">
                  <c:v>627.55034693877496</c:v>
                </c:pt>
                <c:pt idx="9">
                  <c:v>612.24426530612197</c:v>
                </c:pt>
                <c:pt idx="10">
                  <c:v>596.93818367346898</c:v>
                </c:pt>
                <c:pt idx="11">
                  <c:v>581.63210204081599</c:v>
                </c:pt>
                <c:pt idx="12">
                  <c:v>566.326020408163</c:v>
                </c:pt>
                <c:pt idx="13">
                  <c:v>551.01993877551001</c:v>
                </c:pt>
                <c:pt idx="14">
                  <c:v>535.71385714285702</c:v>
                </c:pt>
                <c:pt idx="15">
                  <c:v>520.40777551020403</c:v>
                </c:pt>
                <c:pt idx="16">
                  <c:v>505.10169387755099</c:v>
                </c:pt>
                <c:pt idx="17">
                  <c:v>489.795612244898</c:v>
                </c:pt>
                <c:pt idx="18">
                  <c:v>474.48953061224398</c:v>
                </c:pt>
                <c:pt idx="19">
                  <c:v>459.18344897959099</c:v>
                </c:pt>
                <c:pt idx="20">
                  <c:v>443.877367346938</c:v>
                </c:pt>
                <c:pt idx="21">
                  <c:v>428.57128571428501</c:v>
                </c:pt>
                <c:pt idx="22">
                  <c:v>413.26520408163202</c:v>
                </c:pt>
                <c:pt idx="23">
                  <c:v>397.95912244897897</c:v>
                </c:pt>
                <c:pt idx="24">
                  <c:v>382.65304081632598</c:v>
                </c:pt>
                <c:pt idx="25">
                  <c:v>367.34695918367299</c:v>
                </c:pt>
                <c:pt idx="26">
                  <c:v>352.04087755102</c:v>
                </c:pt>
                <c:pt idx="27">
                  <c:v>336.73479591836701</c:v>
                </c:pt>
                <c:pt idx="28">
                  <c:v>321.42871428571402</c:v>
                </c:pt>
                <c:pt idx="29">
                  <c:v>306.12263265306098</c:v>
                </c:pt>
                <c:pt idx="30">
                  <c:v>290.81655102040799</c:v>
                </c:pt>
                <c:pt idx="31">
                  <c:v>275.51046938775499</c:v>
                </c:pt>
                <c:pt idx="32">
                  <c:v>260.204387755102</c:v>
                </c:pt>
                <c:pt idx="33">
                  <c:v>244.89830612244899</c:v>
                </c:pt>
                <c:pt idx="34">
                  <c:v>229.592224489795</c:v>
                </c:pt>
                <c:pt idx="35">
                  <c:v>214.28614285714201</c:v>
                </c:pt>
                <c:pt idx="36">
                  <c:v>198.98006122448899</c:v>
                </c:pt>
                <c:pt idx="37">
                  <c:v>183.673979591836</c:v>
                </c:pt>
                <c:pt idx="38">
                  <c:v>168.36789795918301</c:v>
                </c:pt>
                <c:pt idx="39">
                  <c:v>153.06181632652999</c:v>
                </c:pt>
                <c:pt idx="40">
                  <c:v>137.755734693877</c:v>
                </c:pt>
                <c:pt idx="41">
                  <c:v>122.449653061224</c:v>
                </c:pt>
                <c:pt idx="42">
                  <c:v>107.14357142857099</c:v>
                </c:pt>
                <c:pt idx="43">
                  <c:v>91.837489795918302</c:v>
                </c:pt>
                <c:pt idx="44">
                  <c:v>76.531408163265198</c:v>
                </c:pt>
                <c:pt idx="45">
                  <c:v>61.2253265306122</c:v>
                </c:pt>
                <c:pt idx="46">
                  <c:v>45.919244897959103</c:v>
                </c:pt>
                <c:pt idx="47">
                  <c:v>30.613163265306099</c:v>
                </c:pt>
                <c:pt idx="48">
                  <c:v>15.307081632653</c:v>
                </c:pt>
                <c:pt idx="49">
                  <c:v>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AE9C-485F-9D19-543FBB0A6D78}"/>
            </c:ext>
          </c:extLst>
        </c:ser>
        <c:ser>
          <c:idx val="5"/>
          <c:order val="5"/>
          <c:tx>
            <c:v>Analytical Solution Day 5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'BM_STUDY_PHREEQCRM_MU_DECAY '!$W$3:$W$52</c:f>
              <c:numCache>
                <c:formatCode>General</c:formatCode>
                <c:ptCount val="50"/>
                <c:pt idx="0">
                  <c:v>0.99999735393219102</c:v>
                </c:pt>
                <c:pt idx="1">
                  <c:v>0.96030557650111303</c:v>
                </c:pt>
                <c:pt idx="2">
                  <c:v>0.92218888492747597</c:v>
                </c:pt>
                <c:pt idx="3">
                  <c:v>0.88558439409225298</c:v>
                </c:pt>
                <c:pt idx="4">
                  <c:v>0.85043140798652594</c:v>
                </c:pt>
                <c:pt idx="5">
                  <c:v>0.81667112522634799</c:v>
                </c:pt>
                <c:pt idx="6">
                  <c:v>0.78424624584646796</c:v>
                </c:pt>
                <c:pt idx="7">
                  <c:v>0.75310044217272698</c:v>
                </c:pt>
                <c:pt idx="8">
                  <c:v>0.72317765240402399</c:v>
                </c:pt>
                <c:pt idx="9">
                  <c:v>0.694421156269728</c:v>
                </c:pt>
                <c:pt idx="10">
                  <c:v>0.66677240101745505</c:v>
                </c:pt>
                <c:pt idx="11">
                  <c:v>0.64016956653421597</c:v>
                </c:pt>
                <c:pt idx="12">
                  <c:v>0.61454589363608303</c:v>
                </c:pt>
                <c:pt idx="13">
                  <c:v>0.58982785096256896</c:v>
                </c:pt>
                <c:pt idx="14">
                  <c:v>0.56593328215999605</c:v>
                </c:pt>
                <c:pt idx="15">
                  <c:v>0.54276975078869405</c:v>
                </c:pt>
                <c:pt idx="16">
                  <c:v>0.52023337548702797</c:v>
                </c:pt>
                <c:pt idx="17">
                  <c:v>0.498208507495982</c:v>
                </c:pt>
                <c:pt idx="18">
                  <c:v>0.47656862845782599</c:v>
                </c:pt>
                <c:pt idx="19">
                  <c:v>0.455178819691061</c:v>
                </c:pt>
                <c:pt idx="20">
                  <c:v>0.43390005976314899</c:v>
                </c:pt>
                <c:pt idx="21">
                  <c:v>0.412595438430652</c:v>
                </c:pt>
                <c:pt idx="22">
                  <c:v>0.39113813811320802</c:v>
                </c:pt>
                <c:pt idx="23">
                  <c:v>0.36942075094964899</c:v>
                </c:pt>
                <c:pt idx="24">
                  <c:v>0.34736520764005402</c:v>
                </c:pt>
                <c:pt idx="25">
                  <c:v>0.32493234279673999</c:v>
                </c:pt>
                <c:pt idx="26">
                  <c:v>0.30212996336899201</c:v>
                </c:pt>
                <c:pt idx="27">
                  <c:v>0.27901826823769699</c:v>
                </c:pt>
                <c:pt idx="28">
                  <c:v>0.25571161693232702</c:v>
                </c:pt>
                <c:pt idx="29">
                  <c:v>0.232375965348352</c:v>
                </c:pt>
                <c:pt idx="30">
                  <c:v>0.20922174663354201</c:v>
                </c:pt>
                <c:pt idx="31">
                  <c:v>0.18649251677967399</c:v>
                </c:pt>
                <c:pt idx="32">
                  <c:v>0.16445022671371701</c:v>
                </c:pt>
                <c:pt idx="33">
                  <c:v>0.14335843889879801</c:v>
                </c:pt>
                <c:pt idx="34">
                  <c:v>0.123465099709182</c:v>
                </c:pt>
                <c:pt idx="35">
                  <c:v>0.104986557807295</c:v>
                </c:pt>
                <c:pt idx="36">
                  <c:v>8.8094368414708593E-2</c:v>
                </c:pt>
                <c:pt idx="37">
                  <c:v>7.2906068302179397E-2</c:v>
                </c:pt>
                <c:pt idx="38">
                  <c:v>5.9480605660565199E-2</c:v>
                </c:pt>
                <c:pt idx="39">
                  <c:v>4.7818544385016003E-2</c:v>
                </c:pt>
                <c:pt idx="40">
                  <c:v>3.7866621614918397E-2</c:v>
                </c:pt>
                <c:pt idx="41">
                  <c:v>2.9525798215591099E-2</c:v>
                </c:pt>
                <c:pt idx="42">
                  <c:v>2.26616582523179E-2</c:v>
                </c:pt>
                <c:pt idx="43">
                  <c:v>1.7115908380130902E-2</c:v>
                </c:pt>
                <c:pt idx="44">
                  <c:v>1.2717792943022801E-2</c:v>
                </c:pt>
                <c:pt idx="45">
                  <c:v>9.29444112999314E-3</c:v>
                </c:pt>
                <c:pt idx="46">
                  <c:v>6.67944851468023E-3</c:v>
                </c:pt>
                <c:pt idx="47">
                  <c:v>4.7193118514505701E-3</c:v>
                </c:pt>
                <c:pt idx="48">
                  <c:v>3.2776338934129199E-3</c:v>
                </c:pt>
                <c:pt idx="49">
                  <c:v>2.2372578997133701E-3</c:v>
                </c:pt>
              </c:numCache>
            </c:numRef>
          </c:xVal>
          <c:yVal>
            <c:numRef>
              <c:f>'BM_STUDY_PHREEQCRM_MU_DECAY '!$V$3:$V$52</c:f>
              <c:numCache>
                <c:formatCode>General</c:formatCode>
                <c:ptCount val="50"/>
                <c:pt idx="0">
                  <c:v>749.99900000000002</c:v>
                </c:pt>
                <c:pt idx="1">
                  <c:v>734.69291836734601</c:v>
                </c:pt>
                <c:pt idx="2">
                  <c:v>719.38683673469302</c:v>
                </c:pt>
                <c:pt idx="3">
                  <c:v>704.08075510204003</c:v>
                </c:pt>
                <c:pt idx="4">
                  <c:v>688.77467346938704</c:v>
                </c:pt>
                <c:pt idx="5">
                  <c:v>673.46859183673405</c:v>
                </c:pt>
                <c:pt idx="6">
                  <c:v>658.16251020408095</c:v>
                </c:pt>
                <c:pt idx="7">
                  <c:v>642.85642857142795</c:v>
                </c:pt>
                <c:pt idx="8">
                  <c:v>627.55034693877496</c:v>
                </c:pt>
                <c:pt idx="9">
                  <c:v>612.24426530612197</c:v>
                </c:pt>
                <c:pt idx="10">
                  <c:v>596.93818367346898</c:v>
                </c:pt>
                <c:pt idx="11">
                  <c:v>581.63210204081599</c:v>
                </c:pt>
                <c:pt idx="12">
                  <c:v>566.326020408163</c:v>
                </c:pt>
                <c:pt idx="13">
                  <c:v>551.01993877551001</c:v>
                </c:pt>
                <c:pt idx="14">
                  <c:v>535.71385714285702</c:v>
                </c:pt>
                <c:pt idx="15">
                  <c:v>520.40777551020403</c:v>
                </c:pt>
                <c:pt idx="16">
                  <c:v>505.10169387755099</c:v>
                </c:pt>
                <c:pt idx="17">
                  <c:v>489.795612244898</c:v>
                </c:pt>
                <c:pt idx="18">
                  <c:v>474.48953061224398</c:v>
                </c:pt>
                <c:pt idx="19">
                  <c:v>459.18344897959099</c:v>
                </c:pt>
                <c:pt idx="20">
                  <c:v>443.877367346938</c:v>
                </c:pt>
                <c:pt idx="21">
                  <c:v>428.57128571428501</c:v>
                </c:pt>
                <c:pt idx="22">
                  <c:v>413.26520408163202</c:v>
                </c:pt>
                <c:pt idx="23">
                  <c:v>397.95912244897897</c:v>
                </c:pt>
                <c:pt idx="24">
                  <c:v>382.65304081632598</c:v>
                </c:pt>
                <c:pt idx="25">
                  <c:v>367.34695918367299</c:v>
                </c:pt>
                <c:pt idx="26">
                  <c:v>352.04087755102</c:v>
                </c:pt>
                <c:pt idx="27">
                  <c:v>336.73479591836701</c:v>
                </c:pt>
                <c:pt idx="28">
                  <c:v>321.42871428571402</c:v>
                </c:pt>
                <c:pt idx="29">
                  <c:v>306.12263265306098</c:v>
                </c:pt>
                <c:pt idx="30">
                  <c:v>290.81655102040799</c:v>
                </c:pt>
                <c:pt idx="31">
                  <c:v>275.51046938775499</c:v>
                </c:pt>
                <c:pt idx="32">
                  <c:v>260.204387755102</c:v>
                </c:pt>
                <c:pt idx="33">
                  <c:v>244.89830612244899</c:v>
                </c:pt>
                <c:pt idx="34">
                  <c:v>229.592224489795</c:v>
                </c:pt>
                <c:pt idx="35">
                  <c:v>214.28614285714201</c:v>
                </c:pt>
                <c:pt idx="36">
                  <c:v>198.98006122448899</c:v>
                </c:pt>
                <c:pt idx="37">
                  <c:v>183.673979591836</c:v>
                </c:pt>
                <c:pt idx="38">
                  <c:v>168.36789795918301</c:v>
                </c:pt>
                <c:pt idx="39">
                  <c:v>153.06181632652999</c:v>
                </c:pt>
                <c:pt idx="40">
                  <c:v>137.755734693877</c:v>
                </c:pt>
                <c:pt idx="41">
                  <c:v>122.449653061224</c:v>
                </c:pt>
                <c:pt idx="42">
                  <c:v>107.14357142857099</c:v>
                </c:pt>
                <c:pt idx="43">
                  <c:v>91.837489795918302</c:v>
                </c:pt>
                <c:pt idx="44">
                  <c:v>76.531408163265198</c:v>
                </c:pt>
                <c:pt idx="45">
                  <c:v>61.2253265306122</c:v>
                </c:pt>
                <c:pt idx="46">
                  <c:v>45.919244897959103</c:v>
                </c:pt>
                <c:pt idx="47">
                  <c:v>30.613163265306099</c:v>
                </c:pt>
                <c:pt idx="48">
                  <c:v>15.307081632653</c:v>
                </c:pt>
                <c:pt idx="49">
                  <c:v>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AE9C-485F-9D19-543FBB0A6D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3608624"/>
        <c:axId val="1723586544"/>
      </c:scatterChart>
      <c:valAx>
        <c:axId val="1723608624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Concentration</a:t>
                </a:r>
                <a:r>
                  <a:rPr lang="en-US" baseline="0"/>
                  <a:t> (ppm)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3586544"/>
        <c:crosses val="autoZero"/>
        <c:crossBetween val="midCat"/>
      </c:valAx>
      <c:valAx>
        <c:axId val="1723586544"/>
        <c:scaling>
          <c:orientation val="minMax"/>
          <c:max val="7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Height above the base of Soil Column (cm)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36086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Numerical Solution Day 1</c:v>
          </c:tx>
          <c:spPr>
            <a:ln w="63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BM_STUDY_PHREEQCRM_MU_GAMMA!$G$3:$G$439</c:f>
              <c:numCache>
                <c:formatCode>General</c:formatCode>
                <c:ptCount val="437"/>
                <c:pt idx="0">
                  <c:v>0.99944999999999995</c:v>
                </c:pt>
                <c:pt idx="1">
                  <c:v>0.99734</c:v>
                </c:pt>
                <c:pt idx="2">
                  <c:v>0.99519000000000002</c:v>
                </c:pt>
                <c:pt idx="3">
                  <c:v>0.99302000000000001</c:v>
                </c:pt>
                <c:pt idx="4">
                  <c:v>0.99082000000000003</c:v>
                </c:pt>
                <c:pt idx="5">
                  <c:v>0.98863000000000001</c:v>
                </c:pt>
                <c:pt idx="6">
                  <c:v>0.98640000000000005</c:v>
                </c:pt>
                <c:pt idx="7">
                  <c:v>0.98416999999999999</c:v>
                </c:pt>
                <c:pt idx="8">
                  <c:v>0.98189000000000004</c:v>
                </c:pt>
                <c:pt idx="9">
                  <c:v>0.97958999999999996</c:v>
                </c:pt>
                <c:pt idx="10">
                  <c:v>0.97724999999999995</c:v>
                </c:pt>
                <c:pt idx="11">
                  <c:v>0.97487999999999997</c:v>
                </c:pt>
                <c:pt idx="12">
                  <c:v>0.97248000000000001</c:v>
                </c:pt>
                <c:pt idx="13">
                  <c:v>0.97004999999999997</c:v>
                </c:pt>
                <c:pt idx="14">
                  <c:v>0.96758</c:v>
                </c:pt>
                <c:pt idx="15">
                  <c:v>0.96504000000000001</c:v>
                </c:pt>
                <c:pt idx="16">
                  <c:v>0.96248999999999996</c:v>
                </c:pt>
                <c:pt idx="17">
                  <c:v>0.95987</c:v>
                </c:pt>
                <c:pt idx="18">
                  <c:v>0.95723999999999998</c:v>
                </c:pt>
                <c:pt idx="19">
                  <c:v>0.95452999999999999</c:v>
                </c:pt>
                <c:pt idx="20">
                  <c:v>0.95177999999999996</c:v>
                </c:pt>
                <c:pt idx="21">
                  <c:v>0.94898000000000005</c:v>
                </c:pt>
                <c:pt idx="22">
                  <c:v>0.94613000000000003</c:v>
                </c:pt>
                <c:pt idx="23">
                  <c:v>0.94323000000000001</c:v>
                </c:pt>
                <c:pt idx="24">
                  <c:v>0.94025000000000003</c:v>
                </c:pt>
                <c:pt idx="25">
                  <c:v>0.93723999999999996</c:v>
                </c:pt>
                <c:pt idx="26">
                  <c:v>0.93415000000000004</c:v>
                </c:pt>
                <c:pt idx="27">
                  <c:v>0.93103000000000002</c:v>
                </c:pt>
                <c:pt idx="28">
                  <c:v>0.92781000000000002</c:v>
                </c:pt>
                <c:pt idx="29">
                  <c:v>0.92454000000000003</c:v>
                </c:pt>
                <c:pt idx="30">
                  <c:v>0.92120999999999997</c:v>
                </c:pt>
                <c:pt idx="31">
                  <c:v>0.91781000000000001</c:v>
                </c:pt>
                <c:pt idx="32">
                  <c:v>0.91434000000000004</c:v>
                </c:pt>
                <c:pt idx="33">
                  <c:v>0.91081000000000001</c:v>
                </c:pt>
                <c:pt idx="34">
                  <c:v>0.90717000000000003</c:v>
                </c:pt>
                <c:pt idx="35">
                  <c:v>0.90349999999999997</c:v>
                </c:pt>
                <c:pt idx="36">
                  <c:v>0.89971999999999996</c:v>
                </c:pt>
                <c:pt idx="37">
                  <c:v>0.89590999999999998</c:v>
                </c:pt>
                <c:pt idx="38">
                  <c:v>0.89198</c:v>
                </c:pt>
                <c:pt idx="39">
                  <c:v>0.88797999999999999</c:v>
                </c:pt>
                <c:pt idx="40">
                  <c:v>0.88388999999999995</c:v>
                </c:pt>
                <c:pt idx="41">
                  <c:v>0.87973000000000001</c:v>
                </c:pt>
                <c:pt idx="42">
                  <c:v>0.87548999999999999</c:v>
                </c:pt>
                <c:pt idx="43">
                  <c:v>0.87112999999999996</c:v>
                </c:pt>
                <c:pt idx="44">
                  <c:v>0.86673</c:v>
                </c:pt>
                <c:pt idx="45">
                  <c:v>0.86224000000000001</c:v>
                </c:pt>
                <c:pt idx="46">
                  <c:v>0.85763</c:v>
                </c:pt>
                <c:pt idx="47">
                  <c:v>0.85292999999999997</c:v>
                </c:pt>
                <c:pt idx="48">
                  <c:v>0.84814999999999996</c:v>
                </c:pt>
                <c:pt idx="49">
                  <c:v>0.84331999999999996</c:v>
                </c:pt>
                <c:pt idx="50">
                  <c:v>0.83835999999999999</c:v>
                </c:pt>
                <c:pt idx="51">
                  <c:v>0.83326999999999996</c:v>
                </c:pt>
                <c:pt idx="52">
                  <c:v>0.82813000000000003</c:v>
                </c:pt>
                <c:pt idx="53">
                  <c:v>0.82291000000000003</c:v>
                </c:pt>
                <c:pt idx="54">
                  <c:v>0.81755</c:v>
                </c:pt>
                <c:pt idx="55">
                  <c:v>0.81215000000000004</c:v>
                </c:pt>
                <c:pt idx="56">
                  <c:v>0.80661000000000005</c:v>
                </c:pt>
                <c:pt idx="57">
                  <c:v>0.80096999999999996</c:v>
                </c:pt>
                <c:pt idx="58">
                  <c:v>0.79530999999999996</c:v>
                </c:pt>
                <c:pt idx="59">
                  <c:v>0.78949999999999998</c:v>
                </c:pt>
                <c:pt idx="60">
                  <c:v>0.78359999999999996</c:v>
                </c:pt>
                <c:pt idx="61">
                  <c:v>0.77756000000000003</c:v>
                </c:pt>
                <c:pt idx="62">
                  <c:v>0.77149000000000001</c:v>
                </c:pt>
                <c:pt idx="63">
                  <c:v>0.76532999999999995</c:v>
                </c:pt>
                <c:pt idx="64">
                  <c:v>0.75902999999999998</c:v>
                </c:pt>
                <c:pt idx="65">
                  <c:v>0.75270000000000004</c:v>
                </c:pt>
                <c:pt idx="66">
                  <c:v>0.74621999999999999</c:v>
                </c:pt>
                <c:pt idx="67">
                  <c:v>0.73967000000000005</c:v>
                </c:pt>
                <c:pt idx="68">
                  <c:v>0.73302999999999996</c:v>
                </c:pt>
                <c:pt idx="69">
                  <c:v>0.72631000000000001</c:v>
                </c:pt>
                <c:pt idx="70">
                  <c:v>0.71952000000000005</c:v>
                </c:pt>
                <c:pt idx="71">
                  <c:v>0.71265000000000001</c:v>
                </c:pt>
                <c:pt idx="72">
                  <c:v>0.70564000000000004</c:v>
                </c:pt>
                <c:pt idx="73">
                  <c:v>0.69862000000000002</c:v>
                </c:pt>
                <c:pt idx="74">
                  <c:v>0.69145999999999996</c:v>
                </c:pt>
                <c:pt idx="75">
                  <c:v>0.68430000000000002</c:v>
                </c:pt>
                <c:pt idx="76">
                  <c:v>0.67701</c:v>
                </c:pt>
                <c:pt idx="77">
                  <c:v>0.66966000000000003</c:v>
                </c:pt>
                <c:pt idx="78">
                  <c:v>0.66224000000000005</c:v>
                </c:pt>
                <c:pt idx="79">
                  <c:v>0.65476000000000001</c:v>
                </c:pt>
                <c:pt idx="80">
                  <c:v>0.64722999999999997</c:v>
                </c:pt>
                <c:pt idx="81">
                  <c:v>0.63958000000000004</c:v>
                </c:pt>
                <c:pt idx="82">
                  <c:v>0.63193999999999995</c:v>
                </c:pt>
                <c:pt idx="83">
                  <c:v>0.62419000000000002</c:v>
                </c:pt>
                <c:pt idx="84">
                  <c:v>0.61646999999999996</c:v>
                </c:pt>
                <c:pt idx="85">
                  <c:v>0.60863</c:v>
                </c:pt>
                <c:pt idx="86">
                  <c:v>0.60075000000000001</c:v>
                </c:pt>
                <c:pt idx="87">
                  <c:v>0.59284000000000003</c:v>
                </c:pt>
                <c:pt idx="88">
                  <c:v>0.58491000000000004</c:v>
                </c:pt>
                <c:pt idx="89">
                  <c:v>0.57694000000000001</c:v>
                </c:pt>
                <c:pt idx="90">
                  <c:v>0.56888000000000005</c:v>
                </c:pt>
                <c:pt idx="91">
                  <c:v>0.56086999999999998</c:v>
                </c:pt>
                <c:pt idx="92">
                  <c:v>0.55284999999999995</c:v>
                </c:pt>
                <c:pt idx="93">
                  <c:v>0.54474</c:v>
                </c:pt>
                <c:pt idx="94">
                  <c:v>0.53661999999999999</c:v>
                </c:pt>
                <c:pt idx="95">
                  <c:v>0.52849999999999997</c:v>
                </c:pt>
                <c:pt idx="96">
                  <c:v>0.52037999999999995</c:v>
                </c:pt>
                <c:pt idx="97">
                  <c:v>0.51226000000000005</c:v>
                </c:pt>
                <c:pt idx="98">
                  <c:v>0.50414999999999999</c:v>
                </c:pt>
                <c:pt idx="99">
                  <c:v>0.49604999999999999</c:v>
                </c:pt>
                <c:pt idx="100">
                  <c:v>0.4879</c:v>
                </c:pt>
                <c:pt idx="101">
                  <c:v>0.47983999999999999</c:v>
                </c:pt>
                <c:pt idx="102">
                  <c:v>0.47172999999999998</c:v>
                </c:pt>
                <c:pt idx="103">
                  <c:v>0.46372000000000002</c:v>
                </c:pt>
                <c:pt idx="104">
                  <c:v>0.45567999999999997</c:v>
                </c:pt>
                <c:pt idx="105">
                  <c:v>0.44766</c:v>
                </c:pt>
                <c:pt idx="106">
                  <c:v>0.43969000000000003</c:v>
                </c:pt>
                <c:pt idx="107">
                  <c:v>0.43175999999999998</c:v>
                </c:pt>
                <c:pt idx="108">
                  <c:v>0.42381000000000002</c:v>
                </c:pt>
                <c:pt idx="109">
                  <c:v>0.41599000000000003</c:v>
                </c:pt>
                <c:pt idx="110">
                  <c:v>0.40815000000000001</c:v>
                </c:pt>
                <c:pt idx="111">
                  <c:v>0.40043000000000001</c:v>
                </c:pt>
                <c:pt idx="112">
                  <c:v>0.39272000000000001</c:v>
                </c:pt>
                <c:pt idx="113">
                  <c:v>0.38507000000000002</c:v>
                </c:pt>
                <c:pt idx="114">
                  <c:v>0.37747999999999998</c:v>
                </c:pt>
                <c:pt idx="115">
                  <c:v>0.36997999999999998</c:v>
                </c:pt>
                <c:pt idx="116">
                  <c:v>0.36254999999999998</c:v>
                </c:pt>
                <c:pt idx="117">
                  <c:v>0.35520000000000002</c:v>
                </c:pt>
                <c:pt idx="118">
                  <c:v>0.34787000000000001</c:v>
                </c:pt>
                <c:pt idx="119">
                  <c:v>0.34068999999999999</c:v>
                </c:pt>
                <c:pt idx="120">
                  <c:v>0.33352999999999999</c:v>
                </c:pt>
                <c:pt idx="121">
                  <c:v>0.32646999999999998</c:v>
                </c:pt>
                <c:pt idx="122">
                  <c:v>0.31950000000000001</c:v>
                </c:pt>
                <c:pt idx="123">
                  <c:v>0.31269999999999998</c:v>
                </c:pt>
                <c:pt idx="124">
                  <c:v>0.30586999999999998</c:v>
                </c:pt>
                <c:pt idx="125">
                  <c:v>0.29920000000000002</c:v>
                </c:pt>
                <c:pt idx="126">
                  <c:v>0.29264000000000001</c:v>
                </c:pt>
                <c:pt idx="127">
                  <c:v>0.28617999999999999</c:v>
                </c:pt>
                <c:pt idx="128">
                  <c:v>0.27977999999999997</c:v>
                </c:pt>
                <c:pt idx="129">
                  <c:v>0.27349000000000001</c:v>
                </c:pt>
                <c:pt idx="130">
                  <c:v>0.26735999999999999</c:v>
                </c:pt>
                <c:pt idx="131">
                  <c:v>0.26129000000000002</c:v>
                </c:pt>
                <c:pt idx="132">
                  <c:v>0.25534000000000001</c:v>
                </c:pt>
                <c:pt idx="133">
                  <c:v>0.2495</c:v>
                </c:pt>
                <c:pt idx="134">
                  <c:v>0.24373</c:v>
                </c:pt>
                <c:pt idx="135">
                  <c:v>0.23813000000000001</c:v>
                </c:pt>
                <c:pt idx="136">
                  <c:v>0.23265</c:v>
                </c:pt>
                <c:pt idx="137">
                  <c:v>0.22724</c:v>
                </c:pt>
                <c:pt idx="138">
                  <c:v>0.22195000000000001</c:v>
                </c:pt>
                <c:pt idx="139">
                  <c:v>0.21682999999999999</c:v>
                </c:pt>
                <c:pt idx="140">
                  <c:v>0.21178</c:v>
                </c:pt>
                <c:pt idx="141">
                  <c:v>0.20685000000000001</c:v>
                </c:pt>
                <c:pt idx="142">
                  <c:v>0.20205000000000001</c:v>
                </c:pt>
                <c:pt idx="143">
                  <c:v>0.19732</c:v>
                </c:pt>
                <c:pt idx="144">
                  <c:v>0.19275999999999999</c:v>
                </c:pt>
                <c:pt idx="145">
                  <c:v>0.18826999999999999</c:v>
                </c:pt>
                <c:pt idx="146">
                  <c:v>0.18395</c:v>
                </c:pt>
                <c:pt idx="147">
                  <c:v>0.1797</c:v>
                </c:pt>
                <c:pt idx="148">
                  <c:v>0.17558000000000001</c:v>
                </c:pt>
                <c:pt idx="149" formatCode="0.00E+00">
                  <c:v>0.17157</c:v>
                </c:pt>
                <c:pt idx="150" formatCode="0.00E+00">
                  <c:v>0.16768</c:v>
                </c:pt>
                <c:pt idx="151" formatCode="0.00E+00">
                  <c:v>0.16391</c:v>
                </c:pt>
                <c:pt idx="152" formatCode="0.00E+00">
                  <c:v>0.16025</c:v>
                </c:pt>
                <c:pt idx="153" formatCode="0.00E+00">
                  <c:v>0.15667</c:v>
                </c:pt>
                <c:pt idx="154" formatCode="0.00E+00">
                  <c:v>0.15323000000000001</c:v>
                </c:pt>
                <c:pt idx="155" formatCode="0.00E+00">
                  <c:v>0.14988000000000001</c:v>
                </c:pt>
                <c:pt idx="156" formatCode="0.00E+00">
                  <c:v>0.14663000000000001</c:v>
                </c:pt>
                <c:pt idx="157" formatCode="0.00E+00">
                  <c:v>0.14352000000000001</c:v>
                </c:pt>
                <c:pt idx="158" formatCode="0.00E+00">
                  <c:v>0.14049</c:v>
                </c:pt>
                <c:pt idx="159" formatCode="0.00E+00">
                  <c:v>0.13755999999999999</c:v>
                </c:pt>
                <c:pt idx="160" formatCode="0.00E+00">
                  <c:v>0.13471</c:v>
                </c:pt>
                <c:pt idx="161" formatCode="0.00E+00">
                  <c:v>0.13197999999999999</c:v>
                </c:pt>
                <c:pt idx="162" formatCode="0.00E+00">
                  <c:v>0.12933</c:v>
                </c:pt>
                <c:pt idx="163" formatCode="0.00E+00">
                  <c:v>0.1268</c:v>
                </c:pt>
                <c:pt idx="164" formatCode="0.00E+00">
                  <c:v>0.12434000000000001</c:v>
                </c:pt>
                <c:pt idx="165" formatCode="0.00E+00">
                  <c:v>0.12198000000000001</c:v>
                </c:pt>
                <c:pt idx="166" formatCode="0.00E+00">
                  <c:v>0.11971</c:v>
                </c:pt>
                <c:pt idx="167" formatCode="0.00E+00">
                  <c:v>0.11752</c:v>
                </c:pt>
                <c:pt idx="168" formatCode="0.00E+00">
                  <c:v>0.11541999999999999</c:v>
                </c:pt>
                <c:pt idx="169" formatCode="0.00E+00">
                  <c:v>0.11341</c:v>
                </c:pt>
                <c:pt idx="170" formatCode="0.00E+00">
                  <c:v>0.11148</c:v>
                </c:pt>
                <c:pt idx="171" formatCode="0.00E+00">
                  <c:v>0.10961</c:v>
                </c:pt>
                <c:pt idx="172" formatCode="0.00E+00">
                  <c:v>0.10782</c:v>
                </c:pt>
                <c:pt idx="173" formatCode="0.00E+00">
                  <c:v>0.10612000000000001</c:v>
                </c:pt>
                <c:pt idx="174" formatCode="0.00E+00">
                  <c:v>0.10448</c:v>
                </c:pt>
                <c:pt idx="175" formatCode="0.00E+00">
                  <c:v>0.10291</c:v>
                </c:pt>
                <c:pt idx="176" formatCode="0.00E+00">
                  <c:v>0.10142</c:v>
                </c:pt>
                <c:pt idx="177" formatCode="0.00E+00">
                  <c:v>9.9973000000000006E-2</c:v>
                </c:pt>
                <c:pt idx="178" formatCode="0.00E+00">
                  <c:v>9.8607E-2</c:v>
                </c:pt>
                <c:pt idx="179" formatCode="0.00E+00">
                  <c:v>9.7304000000000002E-2</c:v>
                </c:pt>
                <c:pt idx="180" formatCode="0.00E+00">
                  <c:v>9.6050999999999997E-2</c:v>
                </c:pt>
                <c:pt idx="181" formatCode="0.00E+00">
                  <c:v>9.4857999999999998E-2</c:v>
                </c:pt>
                <c:pt idx="182" formatCode="0.00E+00">
                  <c:v>9.3722E-2</c:v>
                </c:pt>
                <c:pt idx="183" formatCode="0.00E+00">
                  <c:v>9.2648999999999995E-2</c:v>
                </c:pt>
                <c:pt idx="184" formatCode="0.00E+00">
                  <c:v>9.1613E-2</c:v>
                </c:pt>
                <c:pt idx="185" formatCode="0.00E+00">
                  <c:v>9.0634999999999993E-2</c:v>
                </c:pt>
                <c:pt idx="186" formatCode="0.00E+00">
                  <c:v>8.9706999999999995E-2</c:v>
                </c:pt>
                <c:pt idx="187" formatCode="0.00E+00">
                  <c:v>8.8826000000000002E-2</c:v>
                </c:pt>
                <c:pt idx="188" formatCode="0.00E+00">
                  <c:v>8.7983000000000006E-2</c:v>
                </c:pt>
                <c:pt idx="189" formatCode="0.00E+00">
                  <c:v>8.7183999999999998E-2</c:v>
                </c:pt>
                <c:pt idx="190" formatCode="0.00E+00">
                  <c:v>8.6431999999999995E-2</c:v>
                </c:pt>
                <c:pt idx="191" formatCode="0.00E+00">
                  <c:v>8.5715E-2</c:v>
                </c:pt>
                <c:pt idx="192" formatCode="0.00E+00">
                  <c:v>8.5036E-2</c:v>
                </c:pt>
                <c:pt idx="193" formatCode="0.00E+00">
                  <c:v>8.4389000000000006E-2</c:v>
                </c:pt>
                <c:pt idx="194" formatCode="0.00E+00">
                  <c:v>8.3781999999999995E-2</c:v>
                </c:pt>
                <c:pt idx="195" formatCode="0.00E+00">
                  <c:v>8.3209000000000005E-2</c:v>
                </c:pt>
                <c:pt idx="196" formatCode="0.00E+00">
                  <c:v>8.2663E-2</c:v>
                </c:pt>
                <c:pt idx="197" formatCode="0.00E+00">
                  <c:v>8.2153000000000004E-2</c:v>
                </c:pt>
                <c:pt idx="198" formatCode="0.00E+00">
                  <c:v>8.1667000000000003E-2</c:v>
                </c:pt>
                <c:pt idx="199" formatCode="0.00E+00">
                  <c:v>8.1209000000000003E-2</c:v>
                </c:pt>
                <c:pt idx="200" formatCode="0.00E+00">
                  <c:v>8.0778000000000003E-2</c:v>
                </c:pt>
                <c:pt idx="201" formatCode="0.00E+00">
                  <c:v>8.0371999999999999E-2</c:v>
                </c:pt>
                <c:pt idx="202" formatCode="0.00E+00">
                  <c:v>7.9989000000000005E-2</c:v>
                </c:pt>
                <c:pt idx="203" formatCode="0.00E+00">
                  <c:v>7.9627000000000003E-2</c:v>
                </c:pt>
                <c:pt idx="204" formatCode="0.00E+00">
                  <c:v>7.9288999999999998E-2</c:v>
                </c:pt>
                <c:pt idx="205" formatCode="0.00E+00">
                  <c:v>7.8968999999999998E-2</c:v>
                </c:pt>
                <c:pt idx="206" formatCode="0.00E+00">
                  <c:v>7.8668000000000002E-2</c:v>
                </c:pt>
                <c:pt idx="207" formatCode="0.00E+00">
                  <c:v>7.8385999999999997E-2</c:v>
                </c:pt>
                <c:pt idx="208" formatCode="0.00E+00">
                  <c:v>7.8121999999999997E-2</c:v>
                </c:pt>
                <c:pt idx="209" formatCode="0.00E+00">
                  <c:v>7.7872999999999998E-2</c:v>
                </c:pt>
                <c:pt idx="210" formatCode="0.00E+00">
                  <c:v>7.7641000000000002E-2</c:v>
                </c:pt>
                <c:pt idx="211" formatCode="0.00E+00">
                  <c:v>7.7423000000000006E-2</c:v>
                </c:pt>
                <c:pt idx="212" formatCode="0.00E+00">
                  <c:v>7.7216999999999994E-2</c:v>
                </c:pt>
                <c:pt idx="213" formatCode="0.00E+00">
                  <c:v>7.7024999999999996E-2</c:v>
                </c:pt>
                <c:pt idx="214" formatCode="0.00E+00">
                  <c:v>7.6844999999999997E-2</c:v>
                </c:pt>
                <c:pt idx="215" formatCode="0.00E+00">
                  <c:v>7.6675999999999994E-2</c:v>
                </c:pt>
                <c:pt idx="216" formatCode="0.00E+00">
                  <c:v>7.6517000000000002E-2</c:v>
                </c:pt>
                <c:pt idx="217" formatCode="0.00E+00">
                  <c:v>7.6369999999999993E-2</c:v>
                </c:pt>
                <c:pt idx="218" formatCode="0.00E+00">
                  <c:v>7.6230999999999993E-2</c:v>
                </c:pt>
                <c:pt idx="219" formatCode="0.00E+00">
                  <c:v>7.6101000000000002E-2</c:v>
                </c:pt>
                <c:pt idx="220" formatCode="0.00E+00">
                  <c:v>7.5980000000000006E-2</c:v>
                </c:pt>
                <c:pt idx="221" formatCode="0.00E+00">
                  <c:v>7.5866000000000003E-2</c:v>
                </c:pt>
                <c:pt idx="222" formatCode="0.00E+00">
                  <c:v>7.5759999999999994E-2</c:v>
                </c:pt>
                <c:pt idx="223" formatCode="0.00E+00">
                  <c:v>7.5661000000000006E-2</c:v>
                </c:pt>
                <c:pt idx="224" formatCode="0.00E+00">
                  <c:v>7.5566999999999995E-2</c:v>
                </c:pt>
                <c:pt idx="225" formatCode="0.00E+00">
                  <c:v>7.5480000000000005E-2</c:v>
                </c:pt>
                <c:pt idx="226" formatCode="0.00E+00">
                  <c:v>7.5398999999999994E-2</c:v>
                </c:pt>
                <c:pt idx="227" formatCode="0.00E+00">
                  <c:v>7.5322E-2</c:v>
                </c:pt>
                <c:pt idx="228" formatCode="0.00E+00">
                  <c:v>7.5249999999999997E-2</c:v>
                </c:pt>
                <c:pt idx="229" formatCode="0.00E+00">
                  <c:v>7.5183E-2</c:v>
                </c:pt>
                <c:pt idx="230" formatCode="0.00E+00">
                  <c:v>7.5120000000000006E-2</c:v>
                </c:pt>
                <c:pt idx="231" formatCode="0.00E+00">
                  <c:v>7.5061000000000003E-2</c:v>
                </c:pt>
                <c:pt idx="232" formatCode="0.00E+00">
                  <c:v>7.5005000000000002E-2</c:v>
                </c:pt>
                <c:pt idx="233" formatCode="0.00E+00">
                  <c:v>7.4953000000000006E-2</c:v>
                </c:pt>
                <c:pt idx="234" formatCode="0.00E+00">
                  <c:v>7.4903999999999998E-2</c:v>
                </c:pt>
                <c:pt idx="235" formatCode="0.00E+00">
                  <c:v>7.4857999999999994E-2</c:v>
                </c:pt>
                <c:pt idx="236" formatCode="0.00E+00">
                  <c:v>7.4814000000000005E-2</c:v>
                </c:pt>
                <c:pt idx="237" formatCode="0.00E+00">
                  <c:v>7.4773000000000006E-2</c:v>
                </c:pt>
                <c:pt idx="238" formatCode="0.00E+00">
                  <c:v>7.4733999999999995E-2</c:v>
                </c:pt>
                <c:pt idx="239" formatCode="0.00E+00">
                  <c:v>7.4697E-2</c:v>
                </c:pt>
                <c:pt idx="240" formatCode="0.00E+00">
                  <c:v>7.4662000000000006E-2</c:v>
                </c:pt>
                <c:pt idx="241" formatCode="0.00E+00">
                  <c:v>7.4629000000000001E-2</c:v>
                </c:pt>
                <c:pt idx="242" formatCode="0.00E+00">
                  <c:v>7.4597999999999998E-2</c:v>
                </c:pt>
                <c:pt idx="243" formatCode="0.00E+00">
                  <c:v>7.4567999999999995E-2</c:v>
                </c:pt>
                <c:pt idx="244" formatCode="0.00E+00">
                  <c:v>7.4538999999999994E-2</c:v>
                </c:pt>
                <c:pt idx="245" formatCode="0.00E+00">
                  <c:v>7.4511999999999995E-2</c:v>
                </c:pt>
                <c:pt idx="246" formatCode="0.00E+00">
                  <c:v>7.4485999999999997E-2</c:v>
                </c:pt>
                <c:pt idx="247" formatCode="0.00E+00">
                  <c:v>7.4460999999999999E-2</c:v>
                </c:pt>
                <c:pt idx="248" formatCode="0.00E+00">
                  <c:v>7.4436000000000002E-2</c:v>
                </c:pt>
                <c:pt idx="249" formatCode="0.00E+00">
                  <c:v>7.4413000000000007E-2</c:v>
                </c:pt>
                <c:pt idx="250" formatCode="0.00E+00">
                  <c:v>7.4390999999999999E-2</c:v>
                </c:pt>
                <c:pt idx="251" formatCode="0.00E+00">
                  <c:v>7.4369000000000005E-2</c:v>
                </c:pt>
                <c:pt idx="252" formatCode="0.00E+00">
                  <c:v>7.4347999999999997E-2</c:v>
                </c:pt>
                <c:pt idx="253" formatCode="0.00E+00">
                  <c:v>7.4328000000000005E-2</c:v>
                </c:pt>
                <c:pt idx="254" formatCode="0.00E+00">
                  <c:v>7.4307999999999999E-2</c:v>
                </c:pt>
                <c:pt idx="255" formatCode="0.00E+00">
                  <c:v>7.4288999999999994E-2</c:v>
                </c:pt>
                <c:pt idx="256" formatCode="0.00E+00">
                  <c:v>7.4271000000000004E-2</c:v>
                </c:pt>
                <c:pt idx="257" formatCode="0.00E+00">
                  <c:v>7.4251999999999999E-2</c:v>
                </c:pt>
                <c:pt idx="258" formatCode="0.00E+00">
                  <c:v>7.4233999999999994E-2</c:v>
                </c:pt>
                <c:pt idx="259" formatCode="0.00E+00">
                  <c:v>7.4217000000000005E-2</c:v>
                </c:pt>
                <c:pt idx="260" formatCode="0.00E+00">
                  <c:v>7.4200000000000002E-2</c:v>
                </c:pt>
                <c:pt idx="261" formatCode="0.00E+00">
                  <c:v>7.4182999999999999E-2</c:v>
                </c:pt>
                <c:pt idx="262" formatCode="0.00E+00">
                  <c:v>7.4165999999999996E-2</c:v>
                </c:pt>
                <c:pt idx="263" formatCode="0.00E+00">
                  <c:v>7.4149999999999994E-2</c:v>
                </c:pt>
                <c:pt idx="264" formatCode="0.00E+00">
                  <c:v>7.4133000000000004E-2</c:v>
                </c:pt>
                <c:pt idx="265" formatCode="0.00E+00">
                  <c:v>7.4118000000000003E-2</c:v>
                </c:pt>
                <c:pt idx="266" formatCode="0.00E+00">
                  <c:v>7.4102000000000001E-2</c:v>
                </c:pt>
                <c:pt idx="267" formatCode="0.00E+00">
                  <c:v>7.4085999999999999E-2</c:v>
                </c:pt>
                <c:pt idx="268" formatCode="0.00E+00">
                  <c:v>7.4070999999999998E-2</c:v>
                </c:pt>
                <c:pt idx="269" formatCode="0.00E+00">
                  <c:v>7.4054999999999996E-2</c:v>
                </c:pt>
                <c:pt idx="270" formatCode="0.00E+00">
                  <c:v>7.4039999999999995E-2</c:v>
                </c:pt>
                <c:pt idx="271" formatCode="0.00E+00">
                  <c:v>7.4024999999999994E-2</c:v>
                </c:pt>
                <c:pt idx="272" formatCode="0.00E+00">
                  <c:v>7.4010000000000006E-2</c:v>
                </c:pt>
                <c:pt idx="273" formatCode="0.00E+00">
                  <c:v>7.3995000000000005E-2</c:v>
                </c:pt>
                <c:pt idx="274" formatCode="0.00E+00">
                  <c:v>7.3980000000000004E-2</c:v>
                </c:pt>
                <c:pt idx="275" formatCode="0.00E+00">
                  <c:v>7.3965000000000003E-2</c:v>
                </c:pt>
                <c:pt idx="276" formatCode="0.00E+00">
                  <c:v>7.3950000000000002E-2</c:v>
                </c:pt>
                <c:pt idx="277" formatCode="0.00E+00">
                  <c:v>7.3936000000000002E-2</c:v>
                </c:pt>
                <c:pt idx="278" formatCode="0.00E+00">
                  <c:v>7.3921000000000001E-2</c:v>
                </c:pt>
                <c:pt idx="279" formatCode="0.00E+00">
                  <c:v>7.3905999999999999E-2</c:v>
                </c:pt>
                <c:pt idx="280" formatCode="0.00E+00">
                  <c:v>7.3891999999999999E-2</c:v>
                </c:pt>
                <c:pt idx="281" formatCode="0.00E+00">
                  <c:v>7.3876999999999998E-2</c:v>
                </c:pt>
                <c:pt idx="282" formatCode="0.00E+00">
                  <c:v>7.3862999999999998E-2</c:v>
                </c:pt>
                <c:pt idx="283" formatCode="0.00E+00">
                  <c:v>7.3847999999999997E-2</c:v>
                </c:pt>
                <c:pt idx="284" formatCode="0.00E+00">
                  <c:v>7.3833999999999997E-2</c:v>
                </c:pt>
                <c:pt idx="285" formatCode="0.00E+00">
                  <c:v>7.3818999999999996E-2</c:v>
                </c:pt>
                <c:pt idx="286" formatCode="0.00E+00">
                  <c:v>7.3804999999999996E-2</c:v>
                </c:pt>
                <c:pt idx="287" formatCode="0.00E+00">
                  <c:v>7.3790999999999995E-2</c:v>
                </c:pt>
                <c:pt idx="288" formatCode="0.00E+00">
                  <c:v>7.3775999999999994E-2</c:v>
                </c:pt>
                <c:pt idx="289" formatCode="0.00E+00">
                  <c:v>7.3761999999999994E-2</c:v>
                </c:pt>
                <c:pt idx="290" formatCode="0.00E+00">
                  <c:v>7.3747999999999994E-2</c:v>
                </c:pt>
                <c:pt idx="291" formatCode="0.00E+00">
                  <c:v>7.3733000000000007E-2</c:v>
                </c:pt>
                <c:pt idx="292" formatCode="0.00E+00">
                  <c:v>7.3719000000000007E-2</c:v>
                </c:pt>
                <c:pt idx="293" formatCode="0.00E+00">
                  <c:v>7.3705000000000007E-2</c:v>
                </c:pt>
                <c:pt idx="294" formatCode="0.00E+00">
                  <c:v>7.3690000000000005E-2</c:v>
                </c:pt>
                <c:pt idx="295" formatCode="0.00E+00">
                  <c:v>7.3676000000000005E-2</c:v>
                </c:pt>
                <c:pt idx="296" formatCode="0.00E+00">
                  <c:v>7.3662000000000005E-2</c:v>
                </c:pt>
                <c:pt idx="297" formatCode="0.00E+00">
                  <c:v>7.3647000000000004E-2</c:v>
                </c:pt>
                <c:pt idx="298" formatCode="0.00E+00">
                  <c:v>7.3633000000000004E-2</c:v>
                </c:pt>
                <c:pt idx="299" formatCode="0.00E+00">
                  <c:v>7.3619000000000004E-2</c:v>
                </c:pt>
                <c:pt idx="300" formatCode="0.00E+00">
                  <c:v>7.3605000000000004E-2</c:v>
                </c:pt>
                <c:pt idx="301" formatCode="0.00E+00">
                  <c:v>7.3590000000000003E-2</c:v>
                </c:pt>
                <c:pt idx="302" formatCode="0.00E+00">
                  <c:v>7.3576000000000003E-2</c:v>
                </c:pt>
                <c:pt idx="303" formatCode="0.00E+00">
                  <c:v>7.3562000000000002E-2</c:v>
                </c:pt>
                <c:pt idx="304" formatCode="0.00E+00">
                  <c:v>7.3547000000000001E-2</c:v>
                </c:pt>
                <c:pt idx="305" formatCode="0.00E+00">
                  <c:v>7.3533000000000001E-2</c:v>
                </c:pt>
                <c:pt idx="306" formatCode="0.00E+00">
                  <c:v>7.3519000000000001E-2</c:v>
                </c:pt>
                <c:pt idx="307" formatCode="0.00E+00">
                  <c:v>7.3505000000000001E-2</c:v>
                </c:pt>
                <c:pt idx="308" formatCode="0.00E+00">
                  <c:v>7.349E-2</c:v>
                </c:pt>
                <c:pt idx="309" formatCode="0.00E+00">
                  <c:v>7.3476E-2</c:v>
                </c:pt>
                <c:pt idx="310" formatCode="0.00E+00">
                  <c:v>7.3462E-2</c:v>
                </c:pt>
                <c:pt idx="311" formatCode="0.00E+00">
                  <c:v>7.3446999999999998E-2</c:v>
                </c:pt>
                <c:pt idx="312" formatCode="0.00E+00">
                  <c:v>7.3432999999999998E-2</c:v>
                </c:pt>
                <c:pt idx="313" formatCode="0.00E+00">
                  <c:v>7.3417999999999997E-2</c:v>
                </c:pt>
                <c:pt idx="314" formatCode="0.00E+00">
                  <c:v>7.3403999999999997E-2</c:v>
                </c:pt>
                <c:pt idx="315" formatCode="0.00E+00">
                  <c:v>7.3389999999999997E-2</c:v>
                </c:pt>
                <c:pt idx="316" formatCode="0.00E+00">
                  <c:v>7.3374999999999996E-2</c:v>
                </c:pt>
                <c:pt idx="317" formatCode="0.00E+00">
                  <c:v>7.3360999999999996E-2</c:v>
                </c:pt>
                <c:pt idx="318" formatCode="0.00E+00">
                  <c:v>7.3345999999999995E-2</c:v>
                </c:pt>
                <c:pt idx="319" formatCode="0.00E+00">
                  <c:v>7.3338E-2</c:v>
                </c:pt>
                <c:pt idx="320" formatCode="0.00E+00">
                  <c:v>7.3307999999999998E-2</c:v>
                </c:pt>
                <c:pt idx="321" formatCode="0.00E+00">
                  <c:v>7.3272000000000004E-2</c:v>
                </c:pt>
                <c:pt idx="322" formatCode="0.00E+00">
                  <c:v>7.3236999999999997E-2</c:v>
                </c:pt>
                <c:pt idx="323" formatCode="0.00E+00">
                  <c:v>7.3201000000000002E-2</c:v>
                </c:pt>
                <c:pt idx="324" formatCode="0.00E+00">
                  <c:v>7.3165999999999995E-2</c:v>
                </c:pt>
                <c:pt idx="325" formatCode="0.00E+00">
                  <c:v>7.3130000000000001E-2</c:v>
                </c:pt>
                <c:pt idx="326" formatCode="0.00E+00">
                  <c:v>7.3094999999999993E-2</c:v>
                </c:pt>
                <c:pt idx="327" formatCode="0.00E+00">
                  <c:v>7.3058999999999999E-2</c:v>
                </c:pt>
                <c:pt idx="328" formatCode="0.00E+00">
                  <c:v>7.3024000000000006E-2</c:v>
                </c:pt>
                <c:pt idx="329" formatCode="0.00E+00">
                  <c:v>7.2987999999999997E-2</c:v>
                </c:pt>
                <c:pt idx="330" formatCode="0.00E+00">
                  <c:v>7.2953000000000004E-2</c:v>
                </c:pt>
                <c:pt idx="331" formatCode="0.00E+00">
                  <c:v>7.2916999999999996E-2</c:v>
                </c:pt>
                <c:pt idx="332" formatCode="0.00E+00">
                  <c:v>7.2882000000000002E-2</c:v>
                </c:pt>
                <c:pt idx="333" formatCode="0.00E+00">
                  <c:v>7.2845999999999994E-2</c:v>
                </c:pt>
                <c:pt idx="334" formatCode="0.00E+00">
                  <c:v>7.2811000000000001E-2</c:v>
                </c:pt>
                <c:pt idx="335" formatCode="0.00E+00">
                  <c:v>7.2775000000000006E-2</c:v>
                </c:pt>
                <c:pt idx="336" formatCode="0.00E+00">
                  <c:v>7.2738999999999998E-2</c:v>
                </c:pt>
                <c:pt idx="337" formatCode="0.00E+00">
                  <c:v>7.2704000000000005E-2</c:v>
                </c:pt>
                <c:pt idx="338" formatCode="0.00E+00">
                  <c:v>7.2667999999999996E-2</c:v>
                </c:pt>
                <c:pt idx="339" formatCode="0.00E+00">
                  <c:v>7.2633000000000003E-2</c:v>
                </c:pt>
                <c:pt idx="340" formatCode="0.00E+00">
                  <c:v>7.2596999999999995E-2</c:v>
                </c:pt>
                <c:pt idx="341" formatCode="0.00E+00">
                  <c:v>7.2562000000000001E-2</c:v>
                </c:pt>
                <c:pt idx="342" formatCode="0.00E+00">
                  <c:v>7.2526999999999994E-2</c:v>
                </c:pt>
                <c:pt idx="343" formatCode="0.00E+00">
                  <c:v>7.2491E-2</c:v>
                </c:pt>
                <c:pt idx="344" formatCode="0.00E+00">
                  <c:v>7.2456000000000007E-2</c:v>
                </c:pt>
                <c:pt idx="345" formatCode="0.00E+00">
                  <c:v>7.2420999999999999E-2</c:v>
                </c:pt>
                <c:pt idx="346" formatCode="0.00E+00">
                  <c:v>7.2386000000000006E-2</c:v>
                </c:pt>
                <c:pt idx="347" formatCode="0.00E+00">
                  <c:v>7.2350999999999999E-2</c:v>
                </c:pt>
                <c:pt idx="348" formatCode="0.00E+00">
                  <c:v>7.2316000000000005E-2</c:v>
                </c:pt>
                <c:pt idx="349" formatCode="0.00E+00">
                  <c:v>7.2281999999999999E-2</c:v>
                </c:pt>
                <c:pt idx="350" formatCode="0.00E+00">
                  <c:v>7.2247000000000006E-2</c:v>
                </c:pt>
                <c:pt idx="351" formatCode="0.00E+00">
                  <c:v>7.2211999999999998E-2</c:v>
                </c:pt>
                <c:pt idx="352" formatCode="0.00E+00">
                  <c:v>7.2178000000000006E-2</c:v>
                </c:pt>
                <c:pt idx="353" formatCode="0.00E+00">
                  <c:v>7.2144E-2</c:v>
                </c:pt>
                <c:pt idx="354" formatCode="0.00E+00">
                  <c:v>7.2109000000000006E-2</c:v>
                </c:pt>
                <c:pt idx="355" formatCode="0.00E+00">
                  <c:v>7.2075E-2</c:v>
                </c:pt>
                <c:pt idx="356" formatCode="0.00E+00">
                  <c:v>7.2040999999999994E-2</c:v>
                </c:pt>
                <c:pt idx="357" formatCode="0.00E+00">
                  <c:v>7.2007000000000002E-2</c:v>
                </c:pt>
                <c:pt idx="358" formatCode="0.00E+00">
                  <c:v>7.1972999999999995E-2</c:v>
                </c:pt>
                <c:pt idx="359" formatCode="0.00E+00">
                  <c:v>7.1940000000000004E-2</c:v>
                </c:pt>
                <c:pt idx="360" formatCode="0.00E+00">
                  <c:v>7.1905999999999998E-2</c:v>
                </c:pt>
                <c:pt idx="361" formatCode="0.00E+00">
                  <c:v>7.1872000000000005E-2</c:v>
                </c:pt>
                <c:pt idx="362" formatCode="0.00E+00">
                  <c:v>7.1839E-2</c:v>
                </c:pt>
                <c:pt idx="363" formatCode="0.00E+00">
                  <c:v>7.1805999999999995E-2</c:v>
                </c:pt>
                <c:pt idx="364" formatCode="0.00E+00">
                  <c:v>7.1772000000000002E-2</c:v>
                </c:pt>
                <c:pt idx="365" formatCode="0.00E+00">
                  <c:v>7.1738999999999997E-2</c:v>
                </c:pt>
                <c:pt idx="366" formatCode="0.00E+00">
                  <c:v>7.1706000000000006E-2</c:v>
                </c:pt>
                <c:pt idx="367" formatCode="0.00E+00">
                  <c:v>7.1673000000000001E-2</c:v>
                </c:pt>
                <c:pt idx="368" formatCode="0.00E+00">
                  <c:v>7.1639999999999995E-2</c:v>
                </c:pt>
                <c:pt idx="369" formatCode="0.00E+00">
                  <c:v>7.1607000000000004E-2</c:v>
                </c:pt>
                <c:pt idx="370" formatCode="0.00E+00">
                  <c:v>7.1573999999999999E-2</c:v>
                </c:pt>
                <c:pt idx="371" formatCode="0.00E+00">
                  <c:v>7.1540999999999993E-2</c:v>
                </c:pt>
                <c:pt idx="372" formatCode="0.00E+00">
                  <c:v>7.1509000000000003E-2</c:v>
                </c:pt>
                <c:pt idx="373" formatCode="0.00E+00">
                  <c:v>7.1475999999999998E-2</c:v>
                </c:pt>
                <c:pt idx="374" formatCode="0.00E+00">
                  <c:v>7.1443999999999994E-2</c:v>
                </c:pt>
                <c:pt idx="375" formatCode="0.00E+00">
                  <c:v>7.1412000000000003E-2</c:v>
                </c:pt>
                <c:pt idx="376" formatCode="0.00E+00">
                  <c:v>7.1378999999999998E-2</c:v>
                </c:pt>
                <c:pt idx="377" formatCode="0.00E+00">
                  <c:v>7.1346999999999994E-2</c:v>
                </c:pt>
                <c:pt idx="378" formatCode="0.00E+00">
                  <c:v>7.1315000000000003E-2</c:v>
                </c:pt>
                <c:pt idx="379" formatCode="0.00E+00">
                  <c:v>7.1282999999999999E-2</c:v>
                </c:pt>
                <c:pt idx="380" formatCode="0.00E+00">
                  <c:v>7.1251999999999996E-2</c:v>
                </c:pt>
                <c:pt idx="381" formatCode="0.00E+00">
                  <c:v>7.1220000000000006E-2</c:v>
                </c:pt>
                <c:pt idx="382" formatCode="0.00E+00">
                  <c:v>7.1188000000000001E-2</c:v>
                </c:pt>
                <c:pt idx="383" formatCode="0.00E+00">
                  <c:v>7.1156999999999998E-2</c:v>
                </c:pt>
                <c:pt idx="384" formatCode="0.00E+00">
                  <c:v>7.1125999999999995E-2</c:v>
                </c:pt>
                <c:pt idx="385" formatCode="0.00E+00">
                  <c:v>7.1094000000000004E-2</c:v>
                </c:pt>
                <c:pt idx="386" formatCode="0.00E+00">
                  <c:v>7.1063000000000001E-2</c:v>
                </c:pt>
                <c:pt idx="387" formatCode="0.00E+00">
                  <c:v>7.1031999999999998E-2</c:v>
                </c:pt>
                <c:pt idx="388" formatCode="0.00E+00">
                  <c:v>7.1000999999999995E-2</c:v>
                </c:pt>
                <c:pt idx="389" formatCode="0.00E+00">
                  <c:v>7.0971000000000006E-2</c:v>
                </c:pt>
                <c:pt idx="390" formatCode="0.00E+00">
                  <c:v>7.0940000000000003E-2</c:v>
                </c:pt>
                <c:pt idx="391" formatCode="0.00E+00">
                  <c:v>7.0909E-2</c:v>
                </c:pt>
                <c:pt idx="392" formatCode="0.00E+00">
                  <c:v>7.0878999999999998E-2</c:v>
                </c:pt>
                <c:pt idx="393" formatCode="0.00E+00">
                  <c:v>7.0847999999999994E-2</c:v>
                </c:pt>
                <c:pt idx="394" formatCode="0.00E+00">
                  <c:v>7.0818000000000006E-2</c:v>
                </c:pt>
                <c:pt idx="395" formatCode="0.00E+00">
                  <c:v>7.0788000000000004E-2</c:v>
                </c:pt>
                <c:pt idx="396" formatCode="0.00E+00">
                  <c:v>7.0758000000000001E-2</c:v>
                </c:pt>
                <c:pt idx="397" formatCode="0.00E+00">
                  <c:v>7.0726999999999998E-2</c:v>
                </c:pt>
                <c:pt idx="398" formatCode="0.00E+00">
                  <c:v>7.0696999999999996E-2</c:v>
                </c:pt>
                <c:pt idx="399" formatCode="0.00E+00">
                  <c:v>7.0666999999999994E-2</c:v>
                </c:pt>
                <c:pt idx="400" formatCode="0.00E+00">
                  <c:v>7.0637000000000005E-2</c:v>
                </c:pt>
                <c:pt idx="401" formatCode="0.00E+00">
                  <c:v>7.0607000000000003E-2</c:v>
                </c:pt>
                <c:pt idx="402" formatCode="0.00E+00">
                  <c:v>7.0577000000000001E-2</c:v>
                </c:pt>
                <c:pt idx="403" formatCode="0.00E+00">
                  <c:v>7.0545999999999998E-2</c:v>
                </c:pt>
                <c:pt idx="404" formatCode="0.00E+00">
                  <c:v>7.0515999999999995E-2</c:v>
                </c:pt>
                <c:pt idx="405" formatCode="0.00E+00">
                  <c:v>7.0485999999999993E-2</c:v>
                </c:pt>
                <c:pt idx="406" formatCode="0.00E+00">
                  <c:v>7.0456000000000005E-2</c:v>
                </c:pt>
                <c:pt idx="407" formatCode="0.00E+00">
                  <c:v>7.0425000000000001E-2</c:v>
                </c:pt>
                <c:pt idx="408" formatCode="0.00E+00">
                  <c:v>7.0394999999999999E-2</c:v>
                </c:pt>
                <c:pt idx="409" formatCode="0.00E+00">
                  <c:v>7.0363999999999996E-2</c:v>
                </c:pt>
                <c:pt idx="410" formatCode="0.00E+00">
                  <c:v>7.0333999999999994E-2</c:v>
                </c:pt>
                <c:pt idx="411" formatCode="0.00E+00">
                  <c:v>7.0303000000000004E-2</c:v>
                </c:pt>
                <c:pt idx="412" formatCode="0.00E+00">
                  <c:v>7.0272000000000001E-2</c:v>
                </c:pt>
                <c:pt idx="413" formatCode="0.00E+00">
                  <c:v>7.0241999999999999E-2</c:v>
                </c:pt>
                <c:pt idx="414" formatCode="0.00E+00">
                  <c:v>7.0210999999999996E-2</c:v>
                </c:pt>
                <c:pt idx="415" formatCode="0.00E+00">
                  <c:v>7.0180000000000006E-2</c:v>
                </c:pt>
                <c:pt idx="416" formatCode="0.00E+00">
                  <c:v>7.0149000000000003E-2</c:v>
                </c:pt>
                <c:pt idx="417" formatCode="0.00E+00">
                  <c:v>7.0118E-2</c:v>
                </c:pt>
                <c:pt idx="418" formatCode="0.00E+00">
                  <c:v>7.0086999999999997E-2</c:v>
                </c:pt>
                <c:pt idx="419" formatCode="0.00E+00">
                  <c:v>7.0055999999999993E-2</c:v>
                </c:pt>
                <c:pt idx="420" formatCode="0.00E+00">
                  <c:v>7.0025000000000004E-2</c:v>
                </c:pt>
                <c:pt idx="421" formatCode="0.00E+00">
                  <c:v>6.9995000000000002E-2</c:v>
                </c:pt>
                <c:pt idx="422" formatCode="0.00E+00">
                  <c:v>6.9963999999999998E-2</c:v>
                </c:pt>
                <c:pt idx="423" formatCode="0.00E+00">
                  <c:v>6.9933999999999996E-2</c:v>
                </c:pt>
                <c:pt idx="424" formatCode="0.00E+00">
                  <c:v>6.9903999999999994E-2</c:v>
                </c:pt>
                <c:pt idx="425" formatCode="0.00E+00">
                  <c:v>6.9874000000000006E-2</c:v>
                </c:pt>
                <c:pt idx="426" formatCode="0.00E+00">
                  <c:v>6.9845000000000004E-2</c:v>
                </c:pt>
                <c:pt idx="427" formatCode="0.00E+00">
                  <c:v>6.9817000000000004E-2</c:v>
                </c:pt>
                <c:pt idx="428" formatCode="0.00E+00">
                  <c:v>6.9789000000000004E-2</c:v>
                </c:pt>
                <c:pt idx="429" formatCode="0.00E+00">
                  <c:v>6.9763000000000006E-2</c:v>
                </c:pt>
                <c:pt idx="430" formatCode="0.00E+00">
                  <c:v>6.9737999999999994E-2</c:v>
                </c:pt>
                <c:pt idx="431" formatCode="0.00E+00">
                  <c:v>6.9714999999999999E-2</c:v>
                </c:pt>
                <c:pt idx="432" formatCode="0.00E+00">
                  <c:v>6.9694000000000006E-2</c:v>
                </c:pt>
                <c:pt idx="433" formatCode="0.00E+00">
                  <c:v>6.9676000000000002E-2</c:v>
                </c:pt>
                <c:pt idx="434" formatCode="0.00E+00">
                  <c:v>6.9662000000000002E-2</c:v>
                </c:pt>
                <c:pt idx="435" formatCode="0.00E+00">
                  <c:v>6.9653000000000007E-2</c:v>
                </c:pt>
                <c:pt idx="436" formatCode="0.00E+00">
                  <c:v>6.9650000000000004E-2</c:v>
                </c:pt>
              </c:numCache>
            </c:numRef>
          </c:xVal>
          <c:yVal>
            <c:numRef>
              <c:f>BM_STUDY_PHREEQCRM_MU_GAMMA!$F$3:$F$439</c:f>
              <c:numCache>
                <c:formatCode>General</c:formatCode>
                <c:ptCount val="437"/>
                <c:pt idx="0">
                  <c:v>750</c:v>
                </c:pt>
                <c:pt idx="1">
                  <c:v>749</c:v>
                </c:pt>
                <c:pt idx="2">
                  <c:v>748</c:v>
                </c:pt>
                <c:pt idx="3">
                  <c:v>747</c:v>
                </c:pt>
                <c:pt idx="4">
                  <c:v>745.99</c:v>
                </c:pt>
                <c:pt idx="5">
                  <c:v>744.99</c:v>
                </c:pt>
                <c:pt idx="6">
                  <c:v>743.98</c:v>
                </c:pt>
                <c:pt idx="7">
                  <c:v>742.98</c:v>
                </c:pt>
                <c:pt idx="8">
                  <c:v>741.97</c:v>
                </c:pt>
                <c:pt idx="9">
                  <c:v>740.96</c:v>
                </c:pt>
                <c:pt idx="10">
                  <c:v>739.95</c:v>
                </c:pt>
                <c:pt idx="11">
                  <c:v>738.94</c:v>
                </c:pt>
                <c:pt idx="12">
                  <c:v>737.93</c:v>
                </c:pt>
                <c:pt idx="13">
                  <c:v>736.92</c:v>
                </c:pt>
                <c:pt idx="14">
                  <c:v>735.91</c:v>
                </c:pt>
                <c:pt idx="15">
                  <c:v>734.89</c:v>
                </c:pt>
                <c:pt idx="16">
                  <c:v>733.88</c:v>
                </c:pt>
                <c:pt idx="17">
                  <c:v>732.86</c:v>
                </c:pt>
                <c:pt idx="18">
                  <c:v>731.85</c:v>
                </c:pt>
                <c:pt idx="19">
                  <c:v>730.83</c:v>
                </c:pt>
                <c:pt idx="20">
                  <c:v>729.81</c:v>
                </c:pt>
                <c:pt idx="21">
                  <c:v>728.79</c:v>
                </c:pt>
                <c:pt idx="22">
                  <c:v>727.77</c:v>
                </c:pt>
                <c:pt idx="23">
                  <c:v>726.75</c:v>
                </c:pt>
                <c:pt idx="24">
                  <c:v>725.72</c:v>
                </c:pt>
                <c:pt idx="25">
                  <c:v>724.7</c:v>
                </c:pt>
                <c:pt idx="26">
                  <c:v>723.67</c:v>
                </c:pt>
                <c:pt idx="27">
                  <c:v>722.65</c:v>
                </c:pt>
                <c:pt idx="28">
                  <c:v>721.62</c:v>
                </c:pt>
                <c:pt idx="29">
                  <c:v>720.59</c:v>
                </c:pt>
                <c:pt idx="30">
                  <c:v>719.56</c:v>
                </c:pt>
                <c:pt idx="31">
                  <c:v>718.53</c:v>
                </c:pt>
                <c:pt idx="32">
                  <c:v>717.5</c:v>
                </c:pt>
                <c:pt idx="33">
                  <c:v>716.47</c:v>
                </c:pt>
                <c:pt idx="34">
                  <c:v>715.43</c:v>
                </c:pt>
                <c:pt idx="35">
                  <c:v>714.4</c:v>
                </c:pt>
                <c:pt idx="36">
                  <c:v>713.36</c:v>
                </c:pt>
                <c:pt idx="37">
                  <c:v>712.33</c:v>
                </c:pt>
                <c:pt idx="38">
                  <c:v>711.29</c:v>
                </c:pt>
                <c:pt idx="39">
                  <c:v>710.25</c:v>
                </c:pt>
                <c:pt idx="40">
                  <c:v>709.21</c:v>
                </c:pt>
                <c:pt idx="41">
                  <c:v>708.17</c:v>
                </c:pt>
                <c:pt idx="42">
                  <c:v>707.13</c:v>
                </c:pt>
                <c:pt idx="43">
                  <c:v>706.08</c:v>
                </c:pt>
                <c:pt idx="44">
                  <c:v>705.04</c:v>
                </c:pt>
                <c:pt idx="45">
                  <c:v>704</c:v>
                </c:pt>
                <c:pt idx="46">
                  <c:v>702.95</c:v>
                </c:pt>
                <c:pt idx="47">
                  <c:v>701.9</c:v>
                </c:pt>
                <c:pt idx="48">
                  <c:v>700.85</c:v>
                </c:pt>
                <c:pt idx="49">
                  <c:v>699.81</c:v>
                </c:pt>
                <c:pt idx="50">
                  <c:v>698.76</c:v>
                </c:pt>
                <c:pt idx="51">
                  <c:v>697.7</c:v>
                </c:pt>
                <c:pt idx="52">
                  <c:v>696.65</c:v>
                </c:pt>
                <c:pt idx="53">
                  <c:v>695.6</c:v>
                </c:pt>
                <c:pt idx="54">
                  <c:v>694.54</c:v>
                </c:pt>
                <c:pt idx="55">
                  <c:v>693.49</c:v>
                </c:pt>
                <c:pt idx="56">
                  <c:v>692.43</c:v>
                </c:pt>
                <c:pt idx="57">
                  <c:v>691.37</c:v>
                </c:pt>
                <c:pt idx="58">
                  <c:v>690.32</c:v>
                </c:pt>
                <c:pt idx="59">
                  <c:v>689.26</c:v>
                </c:pt>
                <c:pt idx="60">
                  <c:v>688.2</c:v>
                </c:pt>
                <c:pt idx="61">
                  <c:v>687.13</c:v>
                </c:pt>
                <c:pt idx="62">
                  <c:v>686.07</c:v>
                </c:pt>
                <c:pt idx="63">
                  <c:v>685.01</c:v>
                </c:pt>
                <c:pt idx="64">
                  <c:v>683.94</c:v>
                </c:pt>
                <c:pt idx="65">
                  <c:v>682.88</c:v>
                </c:pt>
                <c:pt idx="66">
                  <c:v>681.81</c:v>
                </c:pt>
                <c:pt idx="67">
                  <c:v>680.74</c:v>
                </c:pt>
                <c:pt idx="68">
                  <c:v>679.67</c:v>
                </c:pt>
                <c:pt idx="69">
                  <c:v>678.6</c:v>
                </c:pt>
                <c:pt idx="70">
                  <c:v>677.53</c:v>
                </c:pt>
                <c:pt idx="71">
                  <c:v>676.46</c:v>
                </c:pt>
                <c:pt idx="72">
                  <c:v>675.38</c:v>
                </c:pt>
                <c:pt idx="73">
                  <c:v>674.31</c:v>
                </c:pt>
                <c:pt idx="74">
                  <c:v>673.23</c:v>
                </c:pt>
                <c:pt idx="75">
                  <c:v>672.16</c:v>
                </c:pt>
                <c:pt idx="76">
                  <c:v>671.08</c:v>
                </c:pt>
                <c:pt idx="77">
                  <c:v>670</c:v>
                </c:pt>
                <c:pt idx="78">
                  <c:v>668.92</c:v>
                </c:pt>
                <c:pt idx="79">
                  <c:v>667.84</c:v>
                </c:pt>
                <c:pt idx="80">
                  <c:v>666.76</c:v>
                </c:pt>
                <c:pt idx="81">
                  <c:v>665.67</c:v>
                </c:pt>
                <c:pt idx="82">
                  <c:v>664.59</c:v>
                </c:pt>
                <c:pt idx="83">
                  <c:v>663.5</c:v>
                </c:pt>
                <c:pt idx="84">
                  <c:v>662.42</c:v>
                </c:pt>
                <c:pt idx="85">
                  <c:v>661.33</c:v>
                </c:pt>
                <c:pt idx="86">
                  <c:v>660.24</c:v>
                </c:pt>
                <c:pt idx="87">
                  <c:v>659.15</c:v>
                </c:pt>
                <c:pt idx="88">
                  <c:v>658.06</c:v>
                </c:pt>
                <c:pt idx="89">
                  <c:v>656.97</c:v>
                </c:pt>
                <c:pt idx="90">
                  <c:v>655.87</c:v>
                </c:pt>
                <c:pt idx="91">
                  <c:v>654.78</c:v>
                </c:pt>
                <c:pt idx="92">
                  <c:v>653.69000000000005</c:v>
                </c:pt>
                <c:pt idx="93">
                  <c:v>652.59</c:v>
                </c:pt>
                <c:pt idx="94">
                  <c:v>651.49</c:v>
                </c:pt>
                <c:pt idx="95">
                  <c:v>650.39</c:v>
                </c:pt>
                <c:pt idx="96">
                  <c:v>649.29</c:v>
                </c:pt>
                <c:pt idx="97">
                  <c:v>648.19000000000005</c:v>
                </c:pt>
                <c:pt idx="98">
                  <c:v>647.09</c:v>
                </c:pt>
                <c:pt idx="99">
                  <c:v>645.99</c:v>
                </c:pt>
                <c:pt idx="100">
                  <c:v>644.88</c:v>
                </c:pt>
                <c:pt idx="101">
                  <c:v>643.78</c:v>
                </c:pt>
                <c:pt idx="102">
                  <c:v>642.66999999999996</c:v>
                </c:pt>
                <c:pt idx="103">
                  <c:v>641.57000000000005</c:v>
                </c:pt>
                <c:pt idx="104">
                  <c:v>640.46</c:v>
                </c:pt>
                <c:pt idx="105">
                  <c:v>639.35</c:v>
                </c:pt>
                <c:pt idx="106">
                  <c:v>638.24</c:v>
                </c:pt>
                <c:pt idx="107">
                  <c:v>637.13</c:v>
                </c:pt>
                <c:pt idx="108">
                  <c:v>636.01</c:v>
                </c:pt>
                <c:pt idx="109">
                  <c:v>634.9</c:v>
                </c:pt>
                <c:pt idx="110">
                  <c:v>633.78</c:v>
                </c:pt>
                <c:pt idx="111">
                  <c:v>632.66999999999996</c:v>
                </c:pt>
                <c:pt idx="112">
                  <c:v>631.54999999999995</c:v>
                </c:pt>
                <c:pt idx="113">
                  <c:v>630.42999999999995</c:v>
                </c:pt>
                <c:pt idx="114">
                  <c:v>629.30999999999995</c:v>
                </c:pt>
                <c:pt idx="115">
                  <c:v>628.19000000000005</c:v>
                </c:pt>
                <c:pt idx="116">
                  <c:v>627.07000000000005</c:v>
                </c:pt>
                <c:pt idx="117">
                  <c:v>625.95000000000005</c:v>
                </c:pt>
                <c:pt idx="118">
                  <c:v>624.82000000000005</c:v>
                </c:pt>
                <c:pt idx="119">
                  <c:v>623.70000000000005</c:v>
                </c:pt>
                <c:pt idx="120">
                  <c:v>622.57000000000005</c:v>
                </c:pt>
                <c:pt idx="121">
                  <c:v>621.44000000000005</c:v>
                </c:pt>
                <c:pt idx="122">
                  <c:v>620.30999999999995</c:v>
                </c:pt>
                <c:pt idx="123">
                  <c:v>619.19000000000005</c:v>
                </c:pt>
                <c:pt idx="124">
                  <c:v>618.04999999999995</c:v>
                </c:pt>
                <c:pt idx="125">
                  <c:v>616.91999999999996</c:v>
                </c:pt>
                <c:pt idx="126">
                  <c:v>615.79</c:v>
                </c:pt>
                <c:pt idx="127">
                  <c:v>614.66</c:v>
                </c:pt>
                <c:pt idx="128">
                  <c:v>613.52</c:v>
                </c:pt>
                <c:pt idx="129">
                  <c:v>612.38</c:v>
                </c:pt>
                <c:pt idx="130">
                  <c:v>611.25</c:v>
                </c:pt>
                <c:pt idx="131">
                  <c:v>610.11</c:v>
                </c:pt>
                <c:pt idx="132">
                  <c:v>608.97</c:v>
                </c:pt>
                <c:pt idx="133">
                  <c:v>607.83000000000004</c:v>
                </c:pt>
                <c:pt idx="134">
                  <c:v>606.67999999999995</c:v>
                </c:pt>
                <c:pt idx="135">
                  <c:v>605.54</c:v>
                </c:pt>
                <c:pt idx="136">
                  <c:v>604.4</c:v>
                </c:pt>
                <c:pt idx="137">
                  <c:v>603.25</c:v>
                </c:pt>
                <c:pt idx="138">
                  <c:v>602.1</c:v>
                </c:pt>
                <c:pt idx="139">
                  <c:v>600.96</c:v>
                </c:pt>
                <c:pt idx="140">
                  <c:v>599.80999999999995</c:v>
                </c:pt>
                <c:pt idx="141">
                  <c:v>598.66</c:v>
                </c:pt>
                <c:pt idx="142">
                  <c:v>597.51</c:v>
                </c:pt>
                <c:pt idx="143">
                  <c:v>596.35</c:v>
                </c:pt>
                <c:pt idx="144">
                  <c:v>595.20000000000005</c:v>
                </c:pt>
                <c:pt idx="145">
                  <c:v>594.04</c:v>
                </c:pt>
                <c:pt idx="146">
                  <c:v>592.89</c:v>
                </c:pt>
                <c:pt idx="147">
                  <c:v>591.73</c:v>
                </c:pt>
                <c:pt idx="148">
                  <c:v>590.57000000000005</c:v>
                </c:pt>
                <c:pt idx="149">
                  <c:v>589.41</c:v>
                </c:pt>
                <c:pt idx="150">
                  <c:v>588.25</c:v>
                </c:pt>
                <c:pt idx="151">
                  <c:v>587.09</c:v>
                </c:pt>
                <c:pt idx="152">
                  <c:v>585.92999999999995</c:v>
                </c:pt>
                <c:pt idx="153">
                  <c:v>584.76</c:v>
                </c:pt>
                <c:pt idx="154">
                  <c:v>583.6</c:v>
                </c:pt>
                <c:pt idx="155">
                  <c:v>582.42999999999995</c:v>
                </c:pt>
                <c:pt idx="156">
                  <c:v>581.26</c:v>
                </c:pt>
                <c:pt idx="157">
                  <c:v>580.1</c:v>
                </c:pt>
                <c:pt idx="158">
                  <c:v>578.92999999999995</c:v>
                </c:pt>
                <c:pt idx="159">
                  <c:v>577.76</c:v>
                </c:pt>
                <c:pt idx="160">
                  <c:v>576.58000000000004</c:v>
                </c:pt>
                <c:pt idx="161">
                  <c:v>575.41</c:v>
                </c:pt>
                <c:pt idx="162">
                  <c:v>574.23</c:v>
                </c:pt>
                <c:pt idx="163">
                  <c:v>573.05999999999995</c:v>
                </c:pt>
                <c:pt idx="164">
                  <c:v>571.88</c:v>
                </c:pt>
                <c:pt idx="165">
                  <c:v>570.70000000000005</c:v>
                </c:pt>
                <c:pt idx="166">
                  <c:v>569.52</c:v>
                </c:pt>
                <c:pt idx="167">
                  <c:v>568.34</c:v>
                </c:pt>
                <c:pt idx="168">
                  <c:v>567.16</c:v>
                </c:pt>
                <c:pt idx="169">
                  <c:v>565.98</c:v>
                </c:pt>
                <c:pt idx="170">
                  <c:v>564.79999999999995</c:v>
                </c:pt>
                <c:pt idx="171">
                  <c:v>563.61</c:v>
                </c:pt>
                <c:pt idx="172">
                  <c:v>562.41999999999996</c:v>
                </c:pt>
                <c:pt idx="173">
                  <c:v>561.24</c:v>
                </c:pt>
                <c:pt idx="174">
                  <c:v>560.04999999999995</c:v>
                </c:pt>
                <c:pt idx="175">
                  <c:v>558.86</c:v>
                </c:pt>
                <c:pt idx="176">
                  <c:v>557.66999999999996</c:v>
                </c:pt>
                <c:pt idx="177">
                  <c:v>556.47</c:v>
                </c:pt>
                <c:pt idx="178">
                  <c:v>555.28</c:v>
                </c:pt>
                <c:pt idx="179">
                  <c:v>554.09</c:v>
                </c:pt>
                <c:pt idx="180">
                  <c:v>552.89</c:v>
                </c:pt>
                <c:pt idx="181">
                  <c:v>551.69000000000005</c:v>
                </c:pt>
                <c:pt idx="182">
                  <c:v>550.49</c:v>
                </c:pt>
                <c:pt idx="183">
                  <c:v>549.29999999999995</c:v>
                </c:pt>
                <c:pt idx="184">
                  <c:v>548.09</c:v>
                </c:pt>
                <c:pt idx="185">
                  <c:v>546.89</c:v>
                </c:pt>
                <c:pt idx="186">
                  <c:v>545.69000000000005</c:v>
                </c:pt>
                <c:pt idx="187">
                  <c:v>544.49</c:v>
                </c:pt>
                <c:pt idx="188">
                  <c:v>543.28</c:v>
                </c:pt>
                <c:pt idx="189">
                  <c:v>542.07000000000005</c:v>
                </c:pt>
                <c:pt idx="190">
                  <c:v>540.87</c:v>
                </c:pt>
                <c:pt idx="191">
                  <c:v>539.66</c:v>
                </c:pt>
                <c:pt idx="192">
                  <c:v>538.45000000000005</c:v>
                </c:pt>
                <c:pt idx="193">
                  <c:v>537.23</c:v>
                </c:pt>
                <c:pt idx="194">
                  <c:v>536.02</c:v>
                </c:pt>
                <c:pt idx="195">
                  <c:v>534.80999999999995</c:v>
                </c:pt>
                <c:pt idx="196">
                  <c:v>533.59</c:v>
                </c:pt>
                <c:pt idx="197">
                  <c:v>532.38</c:v>
                </c:pt>
                <c:pt idx="198">
                  <c:v>531.16</c:v>
                </c:pt>
                <c:pt idx="199">
                  <c:v>529.94000000000005</c:v>
                </c:pt>
                <c:pt idx="200">
                  <c:v>528.72</c:v>
                </c:pt>
                <c:pt idx="201">
                  <c:v>527.5</c:v>
                </c:pt>
                <c:pt idx="202">
                  <c:v>526.28</c:v>
                </c:pt>
                <c:pt idx="203">
                  <c:v>525.04999999999995</c:v>
                </c:pt>
                <c:pt idx="204">
                  <c:v>523.83000000000004</c:v>
                </c:pt>
                <c:pt idx="205">
                  <c:v>522.6</c:v>
                </c:pt>
                <c:pt idx="206">
                  <c:v>521.37</c:v>
                </c:pt>
                <c:pt idx="207">
                  <c:v>520.14</c:v>
                </c:pt>
                <c:pt idx="208">
                  <c:v>518.91</c:v>
                </c:pt>
                <c:pt idx="209">
                  <c:v>517.67999999999995</c:v>
                </c:pt>
                <c:pt idx="210">
                  <c:v>516.45000000000005</c:v>
                </c:pt>
                <c:pt idx="211">
                  <c:v>515.22</c:v>
                </c:pt>
                <c:pt idx="212">
                  <c:v>513.98</c:v>
                </c:pt>
                <c:pt idx="213">
                  <c:v>512.75</c:v>
                </c:pt>
                <c:pt idx="214">
                  <c:v>511.51</c:v>
                </c:pt>
                <c:pt idx="215">
                  <c:v>510.27</c:v>
                </c:pt>
                <c:pt idx="216">
                  <c:v>509.03</c:v>
                </c:pt>
                <c:pt idx="217">
                  <c:v>507.79</c:v>
                </c:pt>
                <c:pt idx="218">
                  <c:v>506.55</c:v>
                </c:pt>
                <c:pt idx="219">
                  <c:v>505.3</c:v>
                </c:pt>
                <c:pt idx="220">
                  <c:v>504.06</c:v>
                </c:pt>
                <c:pt idx="221">
                  <c:v>502.81</c:v>
                </c:pt>
                <c:pt idx="222">
                  <c:v>501.57</c:v>
                </c:pt>
                <c:pt idx="223">
                  <c:v>500.32</c:v>
                </c:pt>
                <c:pt idx="224">
                  <c:v>499.07</c:v>
                </c:pt>
                <c:pt idx="225">
                  <c:v>497.82</c:v>
                </c:pt>
                <c:pt idx="226">
                  <c:v>496.57</c:v>
                </c:pt>
                <c:pt idx="227">
                  <c:v>495.31</c:v>
                </c:pt>
                <c:pt idx="228">
                  <c:v>494.06</c:v>
                </c:pt>
                <c:pt idx="229">
                  <c:v>492.8</c:v>
                </c:pt>
                <c:pt idx="230">
                  <c:v>491.54</c:v>
                </c:pt>
                <c:pt idx="231">
                  <c:v>490.29</c:v>
                </c:pt>
                <c:pt idx="232">
                  <c:v>489.03</c:v>
                </c:pt>
                <c:pt idx="233">
                  <c:v>487.77</c:v>
                </c:pt>
                <c:pt idx="234">
                  <c:v>486.5</c:v>
                </c:pt>
                <c:pt idx="235">
                  <c:v>485.24</c:v>
                </c:pt>
                <c:pt idx="236">
                  <c:v>483.98</c:v>
                </c:pt>
                <c:pt idx="237">
                  <c:v>482.71</c:v>
                </c:pt>
                <c:pt idx="238">
                  <c:v>481.44</c:v>
                </c:pt>
                <c:pt idx="239">
                  <c:v>480.17</c:v>
                </c:pt>
                <c:pt idx="240">
                  <c:v>478.9</c:v>
                </c:pt>
                <c:pt idx="241">
                  <c:v>477.63</c:v>
                </c:pt>
                <c:pt idx="242">
                  <c:v>476.36</c:v>
                </c:pt>
                <c:pt idx="243">
                  <c:v>475.09</c:v>
                </c:pt>
                <c:pt idx="244">
                  <c:v>473.81</c:v>
                </c:pt>
                <c:pt idx="245">
                  <c:v>472.54</c:v>
                </c:pt>
                <c:pt idx="246">
                  <c:v>471.26</c:v>
                </c:pt>
                <c:pt idx="247">
                  <c:v>469.98</c:v>
                </c:pt>
                <c:pt idx="248">
                  <c:v>468.7</c:v>
                </c:pt>
                <c:pt idx="249">
                  <c:v>467.42</c:v>
                </c:pt>
                <c:pt idx="250">
                  <c:v>466.14</c:v>
                </c:pt>
                <c:pt idx="251">
                  <c:v>464.85</c:v>
                </c:pt>
                <c:pt idx="252">
                  <c:v>463.57</c:v>
                </c:pt>
                <c:pt idx="253">
                  <c:v>462.28</c:v>
                </c:pt>
                <c:pt idx="254">
                  <c:v>460.99</c:v>
                </c:pt>
                <c:pt idx="255">
                  <c:v>459.7</c:v>
                </c:pt>
                <c:pt idx="256">
                  <c:v>458.41</c:v>
                </c:pt>
                <c:pt idx="257">
                  <c:v>457.12</c:v>
                </c:pt>
                <c:pt idx="258">
                  <c:v>455.83</c:v>
                </c:pt>
                <c:pt idx="259">
                  <c:v>454.53</c:v>
                </c:pt>
                <c:pt idx="260">
                  <c:v>453.24</c:v>
                </c:pt>
                <c:pt idx="261">
                  <c:v>451.94</c:v>
                </c:pt>
                <c:pt idx="262">
                  <c:v>450.64</c:v>
                </c:pt>
                <c:pt idx="263">
                  <c:v>449.34</c:v>
                </c:pt>
                <c:pt idx="264">
                  <c:v>448.04</c:v>
                </c:pt>
                <c:pt idx="265">
                  <c:v>446.74</c:v>
                </c:pt>
                <c:pt idx="266">
                  <c:v>445.44</c:v>
                </c:pt>
                <c:pt idx="267">
                  <c:v>444.13</c:v>
                </c:pt>
                <c:pt idx="268">
                  <c:v>442.83</c:v>
                </c:pt>
                <c:pt idx="269">
                  <c:v>441.52</c:v>
                </c:pt>
                <c:pt idx="270">
                  <c:v>440.21</c:v>
                </c:pt>
                <c:pt idx="271">
                  <c:v>438.9</c:v>
                </c:pt>
                <c:pt idx="272">
                  <c:v>437.59</c:v>
                </c:pt>
                <c:pt idx="273">
                  <c:v>436.28</c:v>
                </c:pt>
                <c:pt idx="274">
                  <c:v>434.97</c:v>
                </c:pt>
                <c:pt idx="275">
                  <c:v>433.65</c:v>
                </c:pt>
                <c:pt idx="276">
                  <c:v>432.33</c:v>
                </c:pt>
                <c:pt idx="277">
                  <c:v>431.02</c:v>
                </c:pt>
                <c:pt idx="278">
                  <c:v>429.7</c:v>
                </c:pt>
                <c:pt idx="279">
                  <c:v>428.38</c:v>
                </c:pt>
                <c:pt idx="280">
                  <c:v>427.06</c:v>
                </c:pt>
                <c:pt idx="281">
                  <c:v>425.73</c:v>
                </c:pt>
                <c:pt idx="282">
                  <c:v>424.41</c:v>
                </c:pt>
                <c:pt idx="283">
                  <c:v>423.08</c:v>
                </c:pt>
                <c:pt idx="284">
                  <c:v>421.76</c:v>
                </c:pt>
                <c:pt idx="285">
                  <c:v>420.43</c:v>
                </c:pt>
                <c:pt idx="286">
                  <c:v>419.1</c:v>
                </c:pt>
                <c:pt idx="287">
                  <c:v>417.77</c:v>
                </c:pt>
                <c:pt idx="288">
                  <c:v>416.43</c:v>
                </c:pt>
                <c:pt idx="289">
                  <c:v>415.1</c:v>
                </c:pt>
                <c:pt idx="290">
                  <c:v>413.77</c:v>
                </c:pt>
                <c:pt idx="291">
                  <c:v>412.43</c:v>
                </c:pt>
                <c:pt idx="292">
                  <c:v>411.09</c:v>
                </c:pt>
                <c:pt idx="293">
                  <c:v>409.75</c:v>
                </c:pt>
                <c:pt idx="294">
                  <c:v>408.41</c:v>
                </c:pt>
                <c:pt idx="295">
                  <c:v>407.07</c:v>
                </c:pt>
                <c:pt idx="296">
                  <c:v>405.73</c:v>
                </c:pt>
                <c:pt idx="297">
                  <c:v>404.38</c:v>
                </c:pt>
                <c:pt idx="298">
                  <c:v>403.04</c:v>
                </c:pt>
                <c:pt idx="299">
                  <c:v>401.69</c:v>
                </c:pt>
                <c:pt idx="300">
                  <c:v>400.34</c:v>
                </c:pt>
                <c:pt idx="301">
                  <c:v>398.99</c:v>
                </c:pt>
                <c:pt idx="302">
                  <c:v>397.64</c:v>
                </c:pt>
                <c:pt idx="303">
                  <c:v>396.29</c:v>
                </c:pt>
                <c:pt idx="304">
                  <c:v>394.94</c:v>
                </c:pt>
                <c:pt idx="305">
                  <c:v>393.58</c:v>
                </c:pt>
                <c:pt idx="306">
                  <c:v>392.23</c:v>
                </c:pt>
                <c:pt idx="307">
                  <c:v>390.87</c:v>
                </c:pt>
                <c:pt idx="308">
                  <c:v>389.51</c:v>
                </c:pt>
                <c:pt idx="309">
                  <c:v>388.15</c:v>
                </c:pt>
                <c:pt idx="310">
                  <c:v>386.79</c:v>
                </c:pt>
                <c:pt idx="311">
                  <c:v>385.42</c:v>
                </c:pt>
                <c:pt idx="312">
                  <c:v>384.06</c:v>
                </c:pt>
                <c:pt idx="313">
                  <c:v>382.69</c:v>
                </c:pt>
                <c:pt idx="314">
                  <c:v>381.33</c:v>
                </c:pt>
                <c:pt idx="315">
                  <c:v>379.96</c:v>
                </c:pt>
                <c:pt idx="316">
                  <c:v>378.59</c:v>
                </c:pt>
                <c:pt idx="317">
                  <c:v>377.21</c:v>
                </c:pt>
                <c:pt idx="318">
                  <c:v>375.84</c:v>
                </c:pt>
                <c:pt idx="319">
                  <c:v>375</c:v>
                </c:pt>
                <c:pt idx="320">
                  <c:v>372.16</c:v>
                </c:pt>
                <c:pt idx="321">
                  <c:v>368.79</c:v>
                </c:pt>
                <c:pt idx="322">
                  <c:v>365.43</c:v>
                </c:pt>
                <c:pt idx="323">
                  <c:v>362.06</c:v>
                </c:pt>
                <c:pt idx="324">
                  <c:v>358.71</c:v>
                </c:pt>
                <c:pt idx="325">
                  <c:v>355.35</c:v>
                </c:pt>
                <c:pt idx="326">
                  <c:v>352</c:v>
                </c:pt>
                <c:pt idx="327">
                  <c:v>348.65</c:v>
                </c:pt>
                <c:pt idx="328">
                  <c:v>345.3</c:v>
                </c:pt>
                <c:pt idx="329">
                  <c:v>341.96</c:v>
                </c:pt>
                <c:pt idx="330">
                  <c:v>338.62</c:v>
                </c:pt>
                <c:pt idx="331">
                  <c:v>335.29</c:v>
                </c:pt>
                <c:pt idx="332">
                  <c:v>331.96</c:v>
                </c:pt>
                <c:pt idx="333">
                  <c:v>328.63</c:v>
                </c:pt>
                <c:pt idx="334">
                  <c:v>325.3</c:v>
                </c:pt>
                <c:pt idx="335">
                  <c:v>321.98</c:v>
                </c:pt>
                <c:pt idx="336">
                  <c:v>318.66000000000003</c:v>
                </c:pt>
                <c:pt idx="337">
                  <c:v>315.35000000000002</c:v>
                </c:pt>
                <c:pt idx="338">
                  <c:v>312.04000000000002</c:v>
                </c:pt>
                <c:pt idx="339">
                  <c:v>308.73</c:v>
                </c:pt>
                <c:pt idx="340">
                  <c:v>305.42</c:v>
                </c:pt>
                <c:pt idx="341">
                  <c:v>302.12</c:v>
                </c:pt>
                <c:pt idx="342">
                  <c:v>298.82</c:v>
                </c:pt>
                <c:pt idx="343">
                  <c:v>295.52</c:v>
                </c:pt>
                <c:pt idx="344">
                  <c:v>292.23</c:v>
                </c:pt>
                <c:pt idx="345">
                  <c:v>288.94</c:v>
                </c:pt>
                <c:pt idx="346">
                  <c:v>285.66000000000003</c:v>
                </c:pt>
                <c:pt idx="347">
                  <c:v>282.38</c:v>
                </c:pt>
                <c:pt idx="348">
                  <c:v>279.10000000000002</c:v>
                </c:pt>
                <c:pt idx="349">
                  <c:v>275.82</c:v>
                </c:pt>
                <c:pt idx="350">
                  <c:v>272.55</c:v>
                </c:pt>
                <c:pt idx="351">
                  <c:v>269.27999999999997</c:v>
                </c:pt>
                <c:pt idx="352">
                  <c:v>266.01</c:v>
                </c:pt>
                <c:pt idx="353">
                  <c:v>262.75</c:v>
                </c:pt>
                <c:pt idx="354">
                  <c:v>259.49</c:v>
                </c:pt>
                <c:pt idx="355">
                  <c:v>256.23</c:v>
                </c:pt>
                <c:pt idx="356">
                  <c:v>252.98</c:v>
                </c:pt>
                <c:pt idx="357">
                  <c:v>249.73</c:v>
                </c:pt>
                <c:pt idx="358">
                  <c:v>246.48</c:v>
                </c:pt>
                <c:pt idx="359">
                  <c:v>243.24</c:v>
                </c:pt>
                <c:pt idx="360">
                  <c:v>240</c:v>
                </c:pt>
                <c:pt idx="361">
                  <c:v>236.76</c:v>
                </c:pt>
                <c:pt idx="362">
                  <c:v>233.53</c:v>
                </c:pt>
                <c:pt idx="363">
                  <c:v>230.3</c:v>
                </c:pt>
                <c:pt idx="364">
                  <c:v>227.07</c:v>
                </c:pt>
                <c:pt idx="365">
                  <c:v>223.85</c:v>
                </c:pt>
                <c:pt idx="366">
                  <c:v>220.63</c:v>
                </c:pt>
                <c:pt idx="367">
                  <c:v>217.41</c:v>
                </c:pt>
                <c:pt idx="368">
                  <c:v>214.2</c:v>
                </c:pt>
                <c:pt idx="369">
                  <c:v>210.99</c:v>
                </c:pt>
                <c:pt idx="370">
                  <c:v>207.78</c:v>
                </c:pt>
                <c:pt idx="371">
                  <c:v>204.57</c:v>
                </c:pt>
                <c:pt idx="372">
                  <c:v>201.37</c:v>
                </c:pt>
                <c:pt idx="373">
                  <c:v>198.17</c:v>
                </c:pt>
                <c:pt idx="374">
                  <c:v>194.98</c:v>
                </c:pt>
                <c:pt idx="375">
                  <c:v>191.79</c:v>
                </c:pt>
                <c:pt idx="376">
                  <c:v>188.6</c:v>
                </c:pt>
                <c:pt idx="377">
                  <c:v>185.41</c:v>
                </c:pt>
                <c:pt idx="378">
                  <c:v>182.23</c:v>
                </c:pt>
                <c:pt idx="379">
                  <c:v>179.05</c:v>
                </c:pt>
                <c:pt idx="380">
                  <c:v>175.88</c:v>
                </c:pt>
                <c:pt idx="381">
                  <c:v>172.7</c:v>
                </c:pt>
                <c:pt idx="382">
                  <c:v>169.53</c:v>
                </c:pt>
                <c:pt idx="383">
                  <c:v>166.37</c:v>
                </c:pt>
                <c:pt idx="384">
                  <c:v>163.21</c:v>
                </c:pt>
                <c:pt idx="385">
                  <c:v>160.05000000000001</c:v>
                </c:pt>
                <c:pt idx="386">
                  <c:v>156.88999999999999</c:v>
                </c:pt>
                <c:pt idx="387">
                  <c:v>153.72999999999999</c:v>
                </c:pt>
                <c:pt idx="388">
                  <c:v>150.58000000000001</c:v>
                </c:pt>
                <c:pt idx="389">
                  <c:v>147.44</c:v>
                </c:pt>
                <c:pt idx="390">
                  <c:v>144.29</c:v>
                </c:pt>
                <c:pt idx="391">
                  <c:v>141.15</c:v>
                </c:pt>
                <c:pt idx="392">
                  <c:v>138.01</c:v>
                </c:pt>
                <c:pt idx="393">
                  <c:v>134.88</c:v>
                </c:pt>
                <c:pt idx="394">
                  <c:v>131.75</c:v>
                </c:pt>
                <c:pt idx="395">
                  <c:v>128.62</c:v>
                </c:pt>
                <c:pt idx="396">
                  <c:v>125.49</c:v>
                </c:pt>
                <c:pt idx="397">
                  <c:v>122.37</c:v>
                </c:pt>
                <c:pt idx="398">
                  <c:v>119.25</c:v>
                </c:pt>
                <c:pt idx="399">
                  <c:v>116.13</c:v>
                </c:pt>
                <c:pt idx="400">
                  <c:v>113.02</c:v>
                </c:pt>
                <c:pt idx="401">
                  <c:v>109.91</c:v>
                </c:pt>
                <c:pt idx="402">
                  <c:v>106.8</c:v>
                </c:pt>
                <c:pt idx="403">
                  <c:v>103.7</c:v>
                </c:pt>
                <c:pt idx="404">
                  <c:v>100.6</c:v>
                </c:pt>
                <c:pt idx="405">
                  <c:v>97.5</c:v>
                </c:pt>
                <c:pt idx="406">
                  <c:v>94.41</c:v>
                </c:pt>
                <c:pt idx="407">
                  <c:v>91.32</c:v>
                </c:pt>
                <c:pt idx="408">
                  <c:v>88.23</c:v>
                </c:pt>
                <c:pt idx="409">
                  <c:v>85.14</c:v>
                </c:pt>
                <c:pt idx="410">
                  <c:v>82.06</c:v>
                </c:pt>
                <c:pt idx="411">
                  <c:v>78.98</c:v>
                </c:pt>
                <c:pt idx="412">
                  <c:v>75.91</c:v>
                </c:pt>
                <c:pt idx="413">
                  <c:v>72.83</c:v>
                </c:pt>
                <c:pt idx="414">
                  <c:v>69.760000000000005</c:v>
                </c:pt>
                <c:pt idx="415">
                  <c:v>66.7</c:v>
                </c:pt>
                <c:pt idx="416">
                  <c:v>63.63</c:v>
                </c:pt>
                <c:pt idx="417">
                  <c:v>60.57</c:v>
                </c:pt>
                <c:pt idx="418">
                  <c:v>57.52</c:v>
                </c:pt>
                <c:pt idx="419">
                  <c:v>54.46</c:v>
                </c:pt>
                <c:pt idx="420">
                  <c:v>51.41</c:v>
                </c:pt>
                <c:pt idx="421">
                  <c:v>48.36</c:v>
                </c:pt>
                <c:pt idx="422">
                  <c:v>45.32</c:v>
                </c:pt>
                <c:pt idx="423">
                  <c:v>42.27</c:v>
                </c:pt>
                <c:pt idx="424">
                  <c:v>39.229999999999997</c:v>
                </c:pt>
                <c:pt idx="425">
                  <c:v>36.200000000000003</c:v>
                </c:pt>
                <c:pt idx="426">
                  <c:v>33.17</c:v>
                </c:pt>
                <c:pt idx="427">
                  <c:v>30.14</c:v>
                </c:pt>
                <c:pt idx="428">
                  <c:v>27.11</c:v>
                </c:pt>
                <c:pt idx="429">
                  <c:v>24.08</c:v>
                </c:pt>
                <c:pt idx="430">
                  <c:v>21.06</c:v>
                </c:pt>
                <c:pt idx="431">
                  <c:v>18.05</c:v>
                </c:pt>
                <c:pt idx="432">
                  <c:v>15.03</c:v>
                </c:pt>
                <c:pt idx="433">
                  <c:v>12.02</c:v>
                </c:pt>
                <c:pt idx="434">
                  <c:v>9.01</c:v>
                </c:pt>
                <c:pt idx="435">
                  <c:v>6</c:v>
                </c:pt>
                <c:pt idx="436">
                  <c:v>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5B6-4542-A97C-D3718E3F7F51}"/>
            </c:ext>
          </c:extLst>
        </c:ser>
        <c:ser>
          <c:idx val="1"/>
          <c:order val="1"/>
          <c:tx>
            <c:v>Numerical Solution Day 3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BM_STUDY_PHREEQCRM_MU_GAMMA!$G$877:$G$1313</c:f>
              <c:numCache>
                <c:formatCode>General</c:formatCode>
                <c:ptCount val="437"/>
                <c:pt idx="0">
                  <c:v>0.99944999999999995</c:v>
                </c:pt>
                <c:pt idx="1">
                  <c:v>0.99765999999999999</c:v>
                </c:pt>
                <c:pt idx="2">
                  <c:v>0.99585000000000001</c:v>
                </c:pt>
                <c:pt idx="3">
                  <c:v>0.99404999999999999</c:v>
                </c:pt>
                <c:pt idx="4">
                  <c:v>0.99224999999999997</c:v>
                </c:pt>
                <c:pt idx="5">
                  <c:v>0.99048000000000003</c:v>
                </c:pt>
                <c:pt idx="6">
                  <c:v>0.98870999999999998</c:v>
                </c:pt>
                <c:pt idx="7">
                  <c:v>0.98695999999999995</c:v>
                </c:pt>
                <c:pt idx="8">
                  <c:v>0.98521000000000003</c:v>
                </c:pt>
                <c:pt idx="9">
                  <c:v>0.98346</c:v>
                </c:pt>
                <c:pt idx="10">
                  <c:v>0.98172000000000004</c:v>
                </c:pt>
                <c:pt idx="11">
                  <c:v>0.97999000000000003</c:v>
                </c:pt>
                <c:pt idx="12">
                  <c:v>0.97824999999999995</c:v>
                </c:pt>
                <c:pt idx="13">
                  <c:v>0.97653000000000001</c:v>
                </c:pt>
                <c:pt idx="14">
                  <c:v>0.9748</c:v>
                </c:pt>
                <c:pt idx="15">
                  <c:v>0.97306999999999999</c:v>
                </c:pt>
                <c:pt idx="16">
                  <c:v>0.97135000000000005</c:v>
                </c:pt>
                <c:pt idx="17">
                  <c:v>0.96962000000000004</c:v>
                </c:pt>
                <c:pt idx="18">
                  <c:v>0.96792</c:v>
                </c:pt>
                <c:pt idx="19">
                  <c:v>0.96619999999999995</c:v>
                </c:pt>
                <c:pt idx="20">
                  <c:v>0.96448</c:v>
                </c:pt>
                <c:pt idx="21">
                  <c:v>0.96277000000000001</c:v>
                </c:pt>
                <c:pt idx="22">
                  <c:v>0.96106999999999998</c:v>
                </c:pt>
                <c:pt idx="23">
                  <c:v>0.95936999999999995</c:v>
                </c:pt>
                <c:pt idx="24">
                  <c:v>0.95765</c:v>
                </c:pt>
                <c:pt idx="25">
                  <c:v>0.95596000000000003</c:v>
                </c:pt>
                <c:pt idx="26">
                  <c:v>0.95425000000000004</c:v>
                </c:pt>
                <c:pt idx="27">
                  <c:v>0.95257000000000003</c:v>
                </c:pt>
                <c:pt idx="28">
                  <c:v>0.95086999999999999</c:v>
                </c:pt>
                <c:pt idx="29">
                  <c:v>0.94918000000000002</c:v>
                </c:pt>
                <c:pt idx="30">
                  <c:v>0.94749000000000005</c:v>
                </c:pt>
                <c:pt idx="31">
                  <c:v>0.94581000000000004</c:v>
                </c:pt>
                <c:pt idx="32">
                  <c:v>0.94413000000000002</c:v>
                </c:pt>
                <c:pt idx="33">
                  <c:v>0.94245000000000001</c:v>
                </c:pt>
                <c:pt idx="34">
                  <c:v>0.94076000000000004</c:v>
                </c:pt>
                <c:pt idx="35">
                  <c:v>0.93908999999999998</c:v>
                </c:pt>
                <c:pt idx="36">
                  <c:v>0.93740999999999997</c:v>
                </c:pt>
                <c:pt idx="37">
                  <c:v>0.93574999999999997</c:v>
                </c:pt>
                <c:pt idx="38">
                  <c:v>0.93408000000000002</c:v>
                </c:pt>
                <c:pt idx="39">
                  <c:v>0.93242000000000003</c:v>
                </c:pt>
                <c:pt idx="40">
                  <c:v>0.93074999999999997</c:v>
                </c:pt>
                <c:pt idx="41">
                  <c:v>0.92908999999999997</c:v>
                </c:pt>
                <c:pt idx="42">
                  <c:v>0.92744000000000004</c:v>
                </c:pt>
                <c:pt idx="43">
                  <c:v>0.92576999999999998</c:v>
                </c:pt>
                <c:pt idx="44">
                  <c:v>0.92412000000000005</c:v>
                </c:pt>
                <c:pt idx="45">
                  <c:v>0.92247999999999997</c:v>
                </c:pt>
                <c:pt idx="46">
                  <c:v>0.92081999999999997</c:v>
                </c:pt>
                <c:pt idx="47">
                  <c:v>0.91917000000000004</c:v>
                </c:pt>
                <c:pt idx="48">
                  <c:v>0.91752</c:v>
                </c:pt>
                <c:pt idx="49">
                  <c:v>0.91588999999999998</c:v>
                </c:pt>
                <c:pt idx="50">
                  <c:v>0.91425000000000001</c:v>
                </c:pt>
                <c:pt idx="51">
                  <c:v>0.91259999999999997</c:v>
                </c:pt>
                <c:pt idx="52">
                  <c:v>0.91095999999999999</c:v>
                </c:pt>
                <c:pt idx="53">
                  <c:v>0.90932999999999997</c:v>
                </c:pt>
                <c:pt idx="54">
                  <c:v>0.90769</c:v>
                </c:pt>
                <c:pt idx="55">
                  <c:v>0.90607000000000004</c:v>
                </c:pt>
                <c:pt idx="56">
                  <c:v>0.90442999999999996</c:v>
                </c:pt>
                <c:pt idx="57">
                  <c:v>0.90280000000000005</c:v>
                </c:pt>
                <c:pt idx="58">
                  <c:v>0.90117999999999998</c:v>
                </c:pt>
                <c:pt idx="59">
                  <c:v>0.89956000000000003</c:v>
                </c:pt>
                <c:pt idx="60">
                  <c:v>0.89793999999999996</c:v>
                </c:pt>
                <c:pt idx="61">
                  <c:v>0.89629999999999999</c:v>
                </c:pt>
                <c:pt idx="62">
                  <c:v>0.89468999999999999</c:v>
                </c:pt>
                <c:pt idx="63">
                  <c:v>0.89307000000000003</c:v>
                </c:pt>
                <c:pt idx="64">
                  <c:v>0.89144999999999996</c:v>
                </c:pt>
                <c:pt idx="65">
                  <c:v>0.88983999999999996</c:v>
                </c:pt>
                <c:pt idx="66">
                  <c:v>0.88822000000000001</c:v>
                </c:pt>
                <c:pt idx="67">
                  <c:v>0.88660000000000005</c:v>
                </c:pt>
                <c:pt idx="68">
                  <c:v>0.88499000000000005</c:v>
                </c:pt>
                <c:pt idx="69">
                  <c:v>0.88338000000000005</c:v>
                </c:pt>
                <c:pt idx="70">
                  <c:v>0.88177000000000005</c:v>
                </c:pt>
                <c:pt idx="71">
                  <c:v>0.88016000000000005</c:v>
                </c:pt>
                <c:pt idx="72">
                  <c:v>0.87855000000000005</c:v>
                </c:pt>
                <c:pt idx="73">
                  <c:v>0.87695000000000001</c:v>
                </c:pt>
                <c:pt idx="74">
                  <c:v>0.87533000000000005</c:v>
                </c:pt>
                <c:pt idx="75">
                  <c:v>0.87373000000000001</c:v>
                </c:pt>
                <c:pt idx="76">
                  <c:v>0.87212999999999996</c:v>
                </c:pt>
                <c:pt idx="77">
                  <c:v>0.87051999999999996</c:v>
                </c:pt>
                <c:pt idx="78">
                  <c:v>0.86890999999999996</c:v>
                </c:pt>
                <c:pt idx="79">
                  <c:v>0.86731000000000003</c:v>
                </c:pt>
                <c:pt idx="80">
                  <c:v>0.86570999999999998</c:v>
                </c:pt>
                <c:pt idx="81">
                  <c:v>0.86409999999999998</c:v>
                </c:pt>
                <c:pt idx="82">
                  <c:v>0.86250000000000004</c:v>
                </c:pt>
                <c:pt idx="83">
                  <c:v>0.86089000000000004</c:v>
                </c:pt>
                <c:pt idx="84">
                  <c:v>0.85929</c:v>
                </c:pt>
                <c:pt idx="85">
                  <c:v>0.85768999999999995</c:v>
                </c:pt>
                <c:pt idx="86">
                  <c:v>0.85607999999999995</c:v>
                </c:pt>
                <c:pt idx="87">
                  <c:v>0.85446999999999995</c:v>
                </c:pt>
                <c:pt idx="88">
                  <c:v>0.85287000000000002</c:v>
                </c:pt>
                <c:pt idx="89">
                  <c:v>0.85126999999999997</c:v>
                </c:pt>
                <c:pt idx="90">
                  <c:v>0.84965000000000002</c:v>
                </c:pt>
                <c:pt idx="91">
                  <c:v>0.84804999999999997</c:v>
                </c:pt>
                <c:pt idx="92">
                  <c:v>0.84645000000000004</c:v>
                </c:pt>
                <c:pt idx="93">
                  <c:v>0.84482999999999997</c:v>
                </c:pt>
                <c:pt idx="94">
                  <c:v>0.84321999999999997</c:v>
                </c:pt>
                <c:pt idx="95">
                  <c:v>0.84160000000000001</c:v>
                </c:pt>
                <c:pt idx="96">
                  <c:v>0.83999000000000001</c:v>
                </c:pt>
                <c:pt idx="97">
                  <c:v>0.83838000000000001</c:v>
                </c:pt>
                <c:pt idx="98">
                  <c:v>0.83675999999999995</c:v>
                </c:pt>
                <c:pt idx="99">
                  <c:v>0.83514999999999995</c:v>
                </c:pt>
                <c:pt idx="100">
                  <c:v>0.83352000000000004</c:v>
                </c:pt>
                <c:pt idx="101">
                  <c:v>0.83191000000000004</c:v>
                </c:pt>
                <c:pt idx="102">
                  <c:v>0.83028000000000002</c:v>
                </c:pt>
                <c:pt idx="103">
                  <c:v>0.82865999999999995</c:v>
                </c:pt>
                <c:pt idx="104">
                  <c:v>0.82703000000000004</c:v>
                </c:pt>
                <c:pt idx="105">
                  <c:v>0.82540000000000002</c:v>
                </c:pt>
                <c:pt idx="106">
                  <c:v>0.82376000000000005</c:v>
                </c:pt>
                <c:pt idx="107">
                  <c:v>0.82213000000000003</c:v>
                </c:pt>
                <c:pt idx="108">
                  <c:v>0.82047999999999999</c:v>
                </c:pt>
                <c:pt idx="109">
                  <c:v>0.81884000000000001</c:v>
                </c:pt>
                <c:pt idx="110">
                  <c:v>0.81718000000000002</c:v>
                </c:pt>
                <c:pt idx="111">
                  <c:v>0.81554000000000004</c:v>
                </c:pt>
                <c:pt idx="112">
                  <c:v>0.81388000000000005</c:v>
                </c:pt>
                <c:pt idx="113">
                  <c:v>0.81222000000000005</c:v>
                </c:pt>
                <c:pt idx="114">
                  <c:v>0.81055999999999995</c:v>
                </c:pt>
                <c:pt idx="115">
                  <c:v>0.80889</c:v>
                </c:pt>
                <c:pt idx="116">
                  <c:v>0.80722000000000005</c:v>
                </c:pt>
                <c:pt idx="117">
                  <c:v>0.80554999999999999</c:v>
                </c:pt>
                <c:pt idx="118">
                  <c:v>0.80386000000000002</c:v>
                </c:pt>
                <c:pt idx="119">
                  <c:v>0.80218</c:v>
                </c:pt>
                <c:pt idx="120">
                  <c:v>0.80049000000000003</c:v>
                </c:pt>
                <c:pt idx="121">
                  <c:v>0.79879</c:v>
                </c:pt>
                <c:pt idx="122">
                  <c:v>0.79708000000000001</c:v>
                </c:pt>
                <c:pt idx="123">
                  <c:v>0.79539000000000004</c:v>
                </c:pt>
                <c:pt idx="124">
                  <c:v>0.79366000000000003</c:v>
                </c:pt>
                <c:pt idx="125">
                  <c:v>0.79193999999999998</c:v>
                </c:pt>
                <c:pt idx="126">
                  <c:v>0.79022000000000003</c:v>
                </c:pt>
                <c:pt idx="127">
                  <c:v>0.78849999999999998</c:v>
                </c:pt>
                <c:pt idx="128">
                  <c:v>0.78674999999999995</c:v>
                </c:pt>
                <c:pt idx="129">
                  <c:v>0.78500000000000003</c:v>
                </c:pt>
                <c:pt idx="130">
                  <c:v>0.78325</c:v>
                </c:pt>
                <c:pt idx="131">
                  <c:v>0.78149000000000002</c:v>
                </c:pt>
                <c:pt idx="132">
                  <c:v>0.77971999999999997</c:v>
                </c:pt>
                <c:pt idx="133">
                  <c:v>0.77795000000000003</c:v>
                </c:pt>
                <c:pt idx="134">
                  <c:v>0.77615000000000001</c:v>
                </c:pt>
                <c:pt idx="135">
                  <c:v>0.77436000000000005</c:v>
                </c:pt>
                <c:pt idx="136">
                  <c:v>0.77256000000000002</c:v>
                </c:pt>
                <c:pt idx="137">
                  <c:v>0.77075000000000005</c:v>
                </c:pt>
                <c:pt idx="138">
                  <c:v>0.76892000000000005</c:v>
                </c:pt>
                <c:pt idx="139">
                  <c:v>0.7671</c:v>
                </c:pt>
                <c:pt idx="140">
                  <c:v>0.76526000000000005</c:v>
                </c:pt>
                <c:pt idx="141">
                  <c:v>0.76341000000000003</c:v>
                </c:pt>
                <c:pt idx="142">
                  <c:v>0.76156000000000001</c:v>
                </c:pt>
                <c:pt idx="143">
                  <c:v>0.75968000000000002</c:v>
                </c:pt>
                <c:pt idx="144">
                  <c:v>0.75780000000000003</c:v>
                </c:pt>
                <c:pt idx="145">
                  <c:v>0.75590000000000002</c:v>
                </c:pt>
                <c:pt idx="146">
                  <c:v>0.75400999999999996</c:v>
                </c:pt>
                <c:pt idx="147">
                  <c:v>0.75209000000000004</c:v>
                </c:pt>
                <c:pt idx="148">
                  <c:v>0.75017</c:v>
                </c:pt>
                <c:pt idx="149">
                  <c:v>0.74822999999999995</c:v>
                </c:pt>
                <c:pt idx="150">
                  <c:v>0.74628000000000005</c:v>
                </c:pt>
                <c:pt idx="151">
                  <c:v>0.74433000000000005</c:v>
                </c:pt>
                <c:pt idx="152">
                  <c:v>0.74236000000000002</c:v>
                </c:pt>
                <c:pt idx="153">
                  <c:v>0.74036999999999997</c:v>
                </c:pt>
                <c:pt idx="154">
                  <c:v>0.73838000000000004</c:v>
                </c:pt>
                <c:pt idx="155">
                  <c:v>0.73636000000000001</c:v>
                </c:pt>
                <c:pt idx="156">
                  <c:v>0.73433000000000004</c:v>
                </c:pt>
                <c:pt idx="157">
                  <c:v>0.73231000000000002</c:v>
                </c:pt>
                <c:pt idx="158">
                  <c:v>0.73026000000000002</c:v>
                </c:pt>
                <c:pt idx="159">
                  <c:v>0.72819</c:v>
                </c:pt>
                <c:pt idx="160">
                  <c:v>0.72609999999999997</c:v>
                </c:pt>
                <c:pt idx="161">
                  <c:v>0.72401000000000004</c:v>
                </c:pt>
                <c:pt idx="162">
                  <c:v>0.72189000000000003</c:v>
                </c:pt>
                <c:pt idx="163">
                  <c:v>0.71977999999999998</c:v>
                </c:pt>
                <c:pt idx="164">
                  <c:v>0.71763999999999994</c:v>
                </c:pt>
                <c:pt idx="165">
                  <c:v>0.71548</c:v>
                </c:pt>
                <c:pt idx="166">
                  <c:v>0.71331</c:v>
                </c:pt>
                <c:pt idx="167">
                  <c:v>0.71111999999999997</c:v>
                </c:pt>
                <c:pt idx="168">
                  <c:v>0.70891999999999999</c:v>
                </c:pt>
                <c:pt idx="169">
                  <c:v>0.70670999999999995</c:v>
                </c:pt>
                <c:pt idx="170">
                  <c:v>0.70448</c:v>
                </c:pt>
                <c:pt idx="171">
                  <c:v>0.70221999999999996</c:v>
                </c:pt>
                <c:pt idx="172">
                  <c:v>0.69994999999999996</c:v>
                </c:pt>
                <c:pt idx="173">
                  <c:v>0.69767999999999997</c:v>
                </c:pt>
                <c:pt idx="174">
                  <c:v>0.69537000000000004</c:v>
                </c:pt>
                <c:pt idx="175">
                  <c:v>0.69306000000000001</c:v>
                </c:pt>
                <c:pt idx="176">
                  <c:v>0.69072</c:v>
                </c:pt>
                <c:pt idx="177">
                  <c:v>0.68835000000000002</c:v>
                </c:pt>
                <c:pt idx="178">
                  <c:v>0.68598999999999999</c:v>
                </c:pt>
                <c:pt idx="179">
                  <c:v>0.68359999999999999</c:v>
                </c:pt>
                <c:pt idx="180">
                  <c:v>0.68118999999999996</c:v>
                </c:pt>
                <c:pt idx="181">
                  <c:v>0.67876000000000003</c:v>
                </c:pt>
                <c:pt idx="182">
                  <c:v>0.67630999999999997</c:v>
                </c:pt>
                <c:pt idx="183">
                  <c:v>0.67386000000000001</c:v>
                </c:pt>
                <c:pt idx="184">
                  <c:v>0.67135999999999996</c:v>
                </c:pt>
                <c:pt idx="185">
                  <c:v>0.66886000000000001</c:v>
                </c:pt>
                <c:pt idx="186">
                  <c:v>0.66635</c:v>
                </c:pt>
                <c:pt idx="187">
                  <c:v>0.66381999999999997</c:v>
                </c:pt>
                <c:pt idx="188">
                  <c:v>0.66125</c:v>
                </c:pt>
                <c:pt idx="189">
                  <c:v>0.65866999999999998</c:v>
                </c:pt>
                <c:pt idx="190">
                  <c:v>0.65608999999999995</c:v>
                </c:pt>
                <c:pt idx="191">
                  <c:v>0.65347</c:v>
                </c:pt>
                <c:pt idx="192">
                  <c:v>0.65083999999999997</c:v>
                </c:pt>
                <c:pt idx="193">
                  <c:v>0.64817000000000002</c:v>
                </c:pt>
                <c:pt idx="194">
                  <c:v>0.64549999999999996</c:v>
                </c:pt>
                <c:pt idx="195">
                  <c:v>0.64281999999999995</c:v>
                </c:pt>
                <c:pt idx="196">
                  <c:v>0.64009000000000005</c:v>
                </c:pt>
                <c:pt idx="197">
                  <c:v>0.63737999999999995</c:v>
                </c:pt>
                <c:pt idx="198">
                  <c:v>0.63461999999999996</c:v>
                </c:pt>
                <c:pt idx="199">
                  <c:v>0.63185000000000002</c:v>
                </c:pt>
                <c:pt idx="200">
                  <c:v>0.62905999999999995</c:v>
                </c:pt>
                <c:pt idx="201">
                  <c:v>0.62624999999999997</c:v>
                </c:pt>
                <c:pt idx="202">
                  <c:v>0.62343000000000004</c:v>
                </c:pt>
                <c:pt idx="203">
                  <c:v>0.62056999999999995</c:v>
                </c:pt>
                <c:pt idx="204">
                  <c:v>0.61772000000000005</c:v>
                </c:pt>
                <c:pt idx="205">
                  <c:v>0.61482000000000003</c:v>
                </c:pt>
                <c:pt idx="206">
                  <c:v>0.61190999999999995</c:v>
                </c:pt>
                <c:pt idx="207">
                  <c:v>0.60899000000000003</c:v>
                </c:pt>
                <c:pt idx="208">
                  <c:v>0.60604000000000002</c:v>
                </c:pt>
                <c:pt idx="209">
                  <c:v>0.60309000000000001</c:v>
                </c:pt>
                <c:pt idx="210">
                  <c:v>0.60011999999999999</c:v>
                </c:pt>
                <c:pt idx="211">
                  <c:v>0.59713000000000005</c:v>
                </c:pt>
                <c:pt idx="212">
                  <c:v>0.59409999999999996</c:v>
                </c:pt>
                <c:pt idx="213">
                  <c:v>0.59108000000000005</c:v>
                </c:pt>
                <c:pt idx="214">
                  <c:v>0.58803000000000005</c:v>
                </c:pt>
                <c:pt idx="215">
                  <c:v>0.58496000000000004</c:v>
                </c:pt>
                <c:pt idx="216">
                  <c:v>0.58187</c:v>
                </c:pt>
                <c:pt idx="217">
                  <c:v>0.57877999999999996</c:v>
                </c:pt>
                <c:pt idx="218">
                  <c:v>0.57565999999999995</c:v>
                </c:pt>
                <c:pt idx="219">
                  <c:v>0.57250999999999996</c:v>
                </c:pt>
                <c:pt idx="220">
                  <c:v>0.56938</c:v>
                </c:pt>
                <c:pt idx="221">
                  <c:v>0.56620000000000004</c:v>
                </c:pt>
                <c:pt idx="222">
                  <c:v>0.56303999999999998</c:v>
                </c:pt>
                <c:pt idx="223">
                  <c:v>0.55984</c:v>
                </c:pt>
                <c:pt idx="224">
                  <c:v>0.55662999999999996</c:v>
                </c:pt>
                <c:pt idx="225">
                  <c:v>0.5534</c:v>
                </c:pt>
                <c:pt idx="226">
                  <c:v>0.55017000000000005</c:v>
                </c:pt>
                <c:pt idx="227">
                  <c:v>0.54690000000000005</c:v>
                </c:pt>
                <c:pt idx="228">
                  <c:v>0.54364999999999997</c:v>
                </c:pt>
                <c:pt idx="229">
                  <c:v>0.54035999999999995</c:v>
                </c:pt>
                <c:pt idx="230">
                  <c:v>0.53705999999999998</c:v>
                </c:pt>
                <c:pt idx="231">
                  <c:v>0.53378000000000003</c:v>
                </c:pt>
                <c:pt idx="232">
                  <c:v>0.53046000000000004</c:v>
                </c:pt>
                <c:pt idx="233">
                  <c:v>0.52714000000000005</c:v>
                </c:pt>
                <c:pt idx="234">
                  <c:v>0.52378000000000002</c:v>
                </c:pt>
                <c:pt idx="235">
                  <c:v>0.52044000000000001</c:v>
                </c:pt>
                <c:pt idx="236">
                  <c:v>0.5171</c:v>
                </c:pt>
                <c:pt idx="237">
                  <c:v>0.51371999999999995</c:v>
                </c:pt>
                <c:pt idx="238">
                  <c:v>0.51034000000000002</c:v>
                </c:pt>
                <c:pt idx="239">
                  <c:v>0.50695000000000001</c:v>
                </c:pt>
                <c:pt idx="240">
                  <c:v>0.50356000000000001</c:v>
                </c:pt>
                <c:pt idx="241">
                  <c:v>0.50017</c:v>
                </c:pt>
                <c:pt idx="242">
                  <c:v>0.49676999999999999</c:v>
                </c:pt>
                <c:pt idx="243">
                  <c:v>0.49336999999999998</c:v>
                </c:pt>
                <c:pt idx="244">
                  <c:v>0.48993999999999999</c:v>
                </c:pt>
                <c:pt idx="245">
                  <c:v>0.48653999999999997</c:v>
                </c:pt>
                <c:pt idx="246">
                  <c:v>0.48309999999999997</c:v>
                </c:pt>
                <c:pt idx="247">
                  <c:v>0.47966999999999999</c:v>
                </c:pt>
                <c:pt idx="248">
                  <c:v>0.47624</c:v>
                </c:pt>
                <c:pt idx="249">
                  <c:v>0.47281000000000001</c:v>
                </c:pt>
                <c:pt idx="250">
                  <c:v>0.46938000000000002</c:v>
                </c:pt>
                <c:pt idx="251">
                  <c:v>0.46593000000000001</c:v>
                </c:pt>
                <c:pt idx="252">
                  <c:v>0.46250999999999998</c:v>
                </c:pt>
                <c:pt idx="253">
                  <c:v>0.45906000000000002</c:v>
                </c:pt>
                <c:pt idx="254">
                  <c:v>0.45562000000000002</c:v>
                </c:pt>
                <c:pt idx="255">
                  <c:v>0.45218000000000003</c:v>
                </c:pt>
                <c:pt idx="256">
                  <c:v>0.44874999999999998</c:v>
                </c:pt>
                <c:pt idx="257">
                  <c:v>0.44531999999999999</c:v>
                </c:pt>
                <c:pt idx="258">
                  <c:v>0.44190000000000002</c:v>
                </c:pt>
                <c:pt idx="259">
                  <c:v>0.43846000000000002</c:v>
                </c:pt>
                <c:pt idx="260">
                  <c:v>0.43506</c:v>
                </c:pt>
                <c:pt idx="261">
                  <c:v>0.43164000000000002</c:v>
                </c:pt>
                <c:pt idx="262">
                  <c:v>0.42821999999999999</c:v>
                </c:pt>
                <c:pt idx="263">
                  <c:v>0.42481999999999998</c:v>
                </c:pt>
                <c:pt idx="264">
                  <c:v>0.42143000000000003</c:v>
                </c:pt>
                <c:pt idx="265">
                  <c:v>0.41804999999999998</c:v>
                </c:pt>
                <c:pt idx="266">
                  <c:v>0.41467999999999999</c:v>
                </c:pt>
                <c:pt idx="267">
                  <c:v>0.4113</c:v>
                </c:pt>
                <c:pt idx="268">
                  <c:v>0.40795999999999999</c:v>
                </c:pt>
                <c:pt idx="269">
                  <c:v>0.40461000000000003</c:v>
                </c:pt>
                <c:pt idx="270">
                  <c:v>0.40127000000000002</c:v>
                </c:pt>
                <c:pt idx="271">
                  <c:v>0.39795000000000003</c:v>
                </c:pt>
                <c:pt idx="272">
                  <c:v>0.39463999999999999</c:v>
                </c:pt>
                <c:pt idx="273">
                  <c:v>0.39134999999999998</c:v>
                </c:pt>
                <c:pt idx="274">
                  <c:v>0.38807999999999998</c:v>
                </c:pt>
                <c:pt idx="275">
                  <c:v>0.38479999999999998</c:v>
                </c:pt>
                <c:pt idx="276">
                  <c:v>0.38153999999999999</c:v>
                </c:pt>
                <c:pt idx="277">
                  <c:v>0.37831999999999999</c:v>
                </c:pt>
                <c:pt idx="278">
                  <c:v>0.37509999999999999</c:v>
                </c:pt>
                <c:pt idx="279">
                  <c:v>0.37190000000000001</c:v>
                </c:pt>
                <c:pt idx="280">
                  <c:v>0.36871999999999999</c:v>
                </c:pt>
                <c:pt idx="281">
                  <c:v>0.36553000000000002</c:v>
                </c:pt>
                <c:pt idx="282">
                  <c:v>0.3624</c:v>
                </c:pt>
                <c:pt idx="283">
                  <c:v>0.35926000000000002</c:v>
                </c:pt>
                <c:pt idx="284">
                  <c:v>0.35616999999999999</c:v>
                </c:pt>
                <c:pt idx="285">
                  <c:v>0.35308</c:v>
                </c:pt>
                <c:pt idx="286">
                  <c:v>0.35000999999999999</c:v>
                </c:pt>
                <c:pt idx="287">
                  <c:v>0.34697</c:v>
                </c:pt>
                <c:pt idx="288">
                  <c:v>0.34394000000000002</c:v>
                </c:pt>
                <c:pt idx="289">
                  <c:v>0.34094999999999998</c:v>
                </c:pt>
                <c:pt idx="290">
                  <c:v>0.33799000000000001</c:v>
                </c:pt>
                <c:pt idx="291">
                  <c:v>0.33502999999999999</c:v>
                </c:pt>
                <c:pt idx="292">
                  <c:v>0.33210000000000001</c:v>
                </c:pt>
                <c:pt idx="293">
                  <c:v>0.32919999999999999</c:v>
                </c:pt>
                <c:pt idx="294">
                  <c:v>0.32633000000000001</c:v>
                </c:pt>
                <c:pt idx="295">
                  <c:v>0.32347999999999999</c:v>
                </c:pt>
                <c:pt idx="296">
                  <c:v>0.32067000000000001</c:v>
                </c:pt>
                <c:pt idx="297">
                  <c:v>0.31785999999999998</c:v>
                </c:pt>
                <c:pt idx="298">
                  <c:v>0.31511</c:v>
                </c:pt>
                <c:pt idx="299">
                  <c:v>0.31236000000000003</c:v>
                </c:pt>
                <c:pt idx="300">
                  <c:v>0.30964999999999998</c:v>
                </c:pt>
                <c:pt idx="301">
                  <c:v>0.30697000000000002</c:v>
                </c:pt>
                <c:pt idx="302">
                  <c:v>0.30431999999999998</c:v>
                </c:pt>
                <c:pt idx="303">
                  <c:v>0.30170000000000002</c:v>
                </c:pt>
                <c:pt idx="304">
                  <c:v>0.29910999999999999</c:v>
                </c:pt>
                <c:pt idx="305">
                  <c:v>0.29654000000000003</c:v>
                </c:pt>
                <c:pt idx="306">
                  <c:v>0.29400999999999999</c:v>
                </c:pt>
                <c:pt idx="307">
                  <c:v>0.29149999999999998</c:v>
                </c:pt>
                <c:pt idx="308">
                  <c:v>0.28903000000000001</c:v>
                </c:pt>
                <c:pt idx="309">
                  <c:v>0.28659000000000001</c:v>
                </c:pt>
                <c:pt idx="310">
                  <c:v>0.28417999999999999</c:v>
                </c:pt>
                <c:pt idx="311">
                  <c:v>0.28178999999999998</c:v>
                </c:pt>
                <c:pt idx="312">
                  <c:v>0.27944999999999998</c:v>
                </c:pt>
                <c:pt idx="313">
                  <c:v>0.27711999999999998</c:v>
                </c:pt>
                <c:pt idx="314" formatCode="0.00E+00">
                  <c:v>0.27484999999999998</c:v>
                </c:pt>
                <c:pt idx="315" formatCode="0.00E+00">
                  <c:v>0.27259</c:v>
                </c:pt>
                <c:pt idx="316" formatCode="0.00E+00">
                  <c:v>0.27037</c:v>
                </c:pt>
                <c:pt idx="317" formatCode="0.00E+00">
                  <c:v>0.26817000000000002</c:v>
                </c:pt>
                <c:pt idx="318" formatCode="0.00E+00">
                  <c:v>0.26601000000000002</c:v>
                </c:pt>
                <c:pt idx="319" formatCode="0.00E+00">
                  <c:v>0.26471</c:v>
                </c:pt>
                <c:pt idx="320" formatCode="0.00E+00">
                  <c:v>0.26040000000000002</c:v>
                </c:pt>
                <c:pt idx="321" formatCode="0.00E+00">
                  <c:v>0.25548999999999999</c:v>
                </c:pt>
                <c:pt idx="322" formatCode="0.00E+00">
                  <c:v>0.25080000000000002</c:v>
                </c:pt>
                <c:pt idx="323" formatCode="0.00E+00">
                  <c:v>0.24629999999999999</c:v>
                </c:pt>
                <c:pt idx="324" formatCode="0.00E+00">
                  <c:v>0.24203</c:v>
                </c:pt>
                <c:pt idx="325" formatCode="0.00E+00">
                  <c:v>0.23794000000000001</c:v>
                </c:pt>
                <c:pt idx="326" formatCode="0.00E+00">
                  <c:v>0.23405999999999999</c:v>
                </c:pt>
                <c:pt idx="327" formatCode="0.00E+00">
                  <c:v>0.23036000000000001</c:v>
                </c:pt>
                <c:pt idx="328" formatCode="0.00E+00">
                  <c:v>0.22686000000000001</c:v>
                </c:pt>
                <c:pt idx="329" formatCode="0.00E+00">
                  <c:v>0.22353999999999999</c:v>
                </c:pt>
                <c:pt idx="330" formatCode="0.00E+00">
                  <c:v>0.22040999999999999</c:v>
                </c:pt>
                <c:pt idx="331" formatCode="0.00E+00">
                  <c:v>0.21745</c:v>
                </c:pt>
                <c:pt idx="332" formatCode="0.00E+00">
                  <c:v>0.21465000000000001</c:v>
                </c:pt>
                <c:pt idx="333" formatCode="0.00E+00">
                  <c:v>0.21201999999999999</c:v>
                </c:pt>
                <c:pt idx="334" formatCode="0.00E+00">
                  <c:v>0.20954</c:v>
                </c:pt>
                <c:pt idx="335" formatCode="0.00E+00">
                  <c:v>0.20721999999999999</c:v>
                </c:pt>
                <c:pt idx="336" formatCode="0.00E+00">
                  <c:v>0.20502999999999999</c:v>
                </c:pt>
                <c:pt idx="337" formatCode="0.00E+00">
                  <c:v>0.20299</c:v>
                </c:pt>
                <c:pt idx="338" formatCode="0.00E+00">
                  <c:v>0.20108000000000001</c:v>
                </c:pt>
                <c:pt idx="339" formatCode="0.00E+00">
                  <c:v>0.1993</c:v>
                </c:pt>
                <c:pt idx="340" formatCode="0.00E+00">
                  <c:v>0.19763</c:v>
                </c:pt>
                <c:pt idx="341" formatCode="0.00E+00">
                  <c:v>0.19608</c:v>
                </c:pt>
                <c:pt idx="342" formatCode="0.00E+00">
                  <c:v>0.19463</c:v>
                </c:pt>
                <c:pt idx="343" formatCode="0.00E+00">
                  <c:v>0.19328999999999999</c:v>
                </c:pt>
                <c:pt idx="344" formatCode="0.00E+00">
                  <c:v>0.19203999999999999</c:v>
                </c:pt>
                <c:pt idx="345" formatCode="0.00E+00">
                  <c:v>0.19089</c:v>
                </c:pt>
                <c:pt idx="346" formatCode="0.00E+00">
                  <c:v>0.18981999999999999</c:v>
                </c:pt>
                <c:pt idx="347" formatCode="0.00E+00">
                  <c:v>0.18884000000000001</c:v>
                </c:pt>
                <c:pt idx="348" formatCode="0.00E+00">
                  <c:v>0.18793000000000001</c:v>
                </c:pt>
                <c:pt idx="349" formatCode="0.00E+00">
                  <c:v>0.18708</c:v>
                </c:pt>
                <c:pt idx="350" formatCode="0.00E+00">
                  <c:v>0.18631</c:v>
                </c:pt>
                <c:pt idx="351" formatCode="0.00E+00">
                  <c:v>0.18559999999999999</c:v>
                </c:pt>
                <c:pt idx="352" formatCode="0.00E+00">
                  <c:v>0.18493999999999999</c:v>
                </c:pt>
                <c:pt idx="353" formatCode="0.00E+00">
                  <c:v>0.18434</c:v>
                </c:pt>
                <c:pt idx="354" formatCode="0.00E+00">
                  <c:v>0.18379000000000001</c:v>
                </c:pt>
                <c:pt idx="355" formatCode="0.00E+00">
                  <c:v>0.18329000000000001</c:v>
                </c:pt>
                <c:pt idx="356" formatCode="0.00E+00">
                  <c:v>0.18282000000000001</c:v>
                </c:pt>
                <c:pt idx="357" formatCode="0.00E+00">
                  <c:v>0.18240000000000001</c:v>
                </c:pt>
                <c:pt idx="358" formatCode="0.00E+00">
                  <c:v>0.18201000000000001</c:v>
                </c:pt>
                <c:pt idx="359" formatCode="0.00E+00">
                  <c:v>0.18165999999999999</c:v>
                </c:pt>
                <c:pt idx="360" formatCode="0.00E+00">
                  <c:v>0.18134</c:v>
                </c:pt>
                <c:pt idx="361" formatCode="0.00E+00">
                  <c:v>0.18104999999999999</c:v>
                </c:pt>
                <c:pt idx="362" formatCode="0.00E+00">
                  <c:v>0.18078</c:v>
                </c:pt>
                <c:pt idx="363" formatCode="0.00E+00">
                  <c:v>0.18054000000000001</c:v>
                </c:pt>
                <c:pt idx="364" formatCode="0.00E+00">
                  <c:v>0.18032000000000001</c:v>
                </c:pt>
                <c:pt idx="365" formatCode="0.00E+00">
                  <c:v>0.18012</c:v>
                </c:pt>
                <c:pt idx="366" formatCode="0.00E+00">
                  <c:v>0.17993000000000001</c:v>
                </c:pt>
                <c:pt idx="367" formatCode="0.00E+00">
                  <c:v>0.17977000000000001</c:v>
                </c:pt>
                <c:pt idx="368" formatCode="0.00E+00">
                  <c:v>0.17962</c:v>
                </c:pt>
                <c:pt idx="369" formatCode="0.00E+00">
                  <c:v>0.17948</c:v>
                </c:pt>
                <c:pt idx="370" formatCode="0.00E+00">
                  <c:v>0.17935000000000001</c:v>
                </c:pt>
                <c:pt idx="371" formatCode="0.00E+00">
                  <c:v>0.17924000000000001</c:v>
                </c:pt>
                <c:pt idx="372" formatCode="0.00E+00">
                  <c:v>0.17913000000000001</c:v>
                </c:pt>
                <c:pt idx="373" formatCode="0.00E+00">
                  <c:v>0.17904</c:v>
                </c:pt>
                <c:pt idx="374" formatCode="0.00E+00">
                  <c:v>0.17895</c:v>
                </c:pt>
                <c:pt idx="375" formatCode="0.00E+00">
                  <c:v>0.17887</c:v>
                </c:pt>
                <c:pt idx="376" formatCode="0.00E+00">
                  <c:v>0.17879999999999999</c:v>
                </c:pt>
                <c:pt idx="377" formatCode="0.00E+00">
                  <c:v>0.17873</c:v>
                </c:pt>
                <c:pt idx="378" formatCode="0.00E+00">
                  <c:v>0.17867</c:v>
                </c:pt>
                <c:pt idx="379" formatCode="0.00E+00">
                  <c:v>0.17862</c:v>
                </c:pt>
                <c:pt idx="380" formatCode="0.00E+00">
                  <c:v>0.17856</c:v>
                </c:pt>
                <c:pt idx="381" formatCode="0.00E+00">
                  <c:v>0.17852000000000001</c:v>
                </c:pt>
                <c:pt idx="382" formatCode="0.00E+00">
                  <c:v>0.17846999999999999</c:v>
                </c:pt>
                <c:pt idx="383" formatCode="0.00E+00">
                  <c:v>0.17843000000000001</c:v>
                </c:pt>
                <c:pt idx="384" formatCode="0.00E+00">
                  <c:v>0.17838999999999999</c:v>
                </c:pt>
                <c:pt idx="385" formatCode="0.00E+00">
                  <c:v>0.17835000000000001</c:v>
                </c:pt>
                <c:pt idx="386" formatCode="0.00E+00">
                  <c:v>0.17832000000000001</c:v>
                </c:pt>
                <c:pt idx="387" formatCode="0.00E+00">
                  <c:v>0.17827999999999999</c:v>
                </c:pt>
                <c:pt idx="388" formatCode="0.00E+00">
                  <c:v>0.17824999999999999</c:v>
                </c:pt>
                <c:pt idx="389" formatCode="0.00E+00">
                  <c:v>0.17821999999999999</c:v>
                </c:pt>
                <c:pt idx="390" formatCode="0.00E+00">
                  <c:v>0.17818999999999999</c:v>
                </c:pt>
                <c:pt idx="391" formatCode="0.00E+00">
                  <c:v>0.17817</c:v>
                </c:pt>
                <c:pt idx="392" formatCode="0.00E+00">
                  <c:v>0.17813999999999999</c:v>
                </c:pt>
                <c:pt idx="393" formatCode="0.00E+00">
                  <c:v>0.17812</c:v>
                </c:pt>
                <c:pt idx="394" formatCode="0.00E+00">
                  <c:v>0.17809</c:v>
                </c:pt>
                <c:pt idx="395" formatCode="0.00E+00">
                  <c:v>0.17807000000000001</c:v>
                </c:pt>
                <c:pt idx="396" formatCode="0.00E+00">
                  <c:v>0.17804</c:v>
                </c:pt>
                <c:pt idx="397" formatCode="0.00E+00">
                  <c:v>0.17802000000000001</c:v>
                </c:pt>
                <c:pt idx="398" formatCode="0.00E+00">
                  <c:v>0.17799999999999999</c:v>
                </c:pt>
                <c:pt idx="399" formatCode="0.00E+00">
                  <c:v>0.17798</c:v>
                </c:pt>
                <c:pt idx="400" formatCode="0.00E+00">
                  <c:v>0.17795</c:v>
                </c:pt>
                <c:pt idx="401" formatCode="0.00E+00">
                  <c:v>0.17793</c:v>
                </c:pt>
                <c:pt idx="402" formatCode="0.00E+00">
                  <c:v>0.17791000000000001</c:v>
                </c:pt>
                <c:pt idx="403" formatCode="0.00E+00">
                  <c:v>0.17788999999999999</c:v>
                </c:pt>
                <c:pt idx="404" formatCode="0.00E+00">
                  <c:v>0.17787</c:v>
                </c:pt>
                <c:pt idx="405" formatCode="0.00E+00">
                  <c:v>0.17785000000000001</c:v>
                </c:pt>
                <c:pt idx="406" formatCode="0.00E+00">
                  <c:v>0.17782999999999999</c:v>
                </c:pt>
                <c:pt idx="407" formatCode="0.00E+00">
                  <c:v>0.17781</c:v>
                </c:pt>
                <c:pt idx="408" formatCode="0.00E+00">
                  <c:v>0.17779</c:v>
                </c:pt>
                <c:pt idx="409" formatCode="0.00E+00">
                  <c:v>0.17777000000000001</c:v>
                </c:pt>
                <c:pt idx="410" formatCode="0.00E+00">
                  <c:v>0.17774999999999999</c:v>
                </c:pt>
                <c:pt idx="411" formatCode="0.00E+00">
                  <c:v>0.17773</c:v>
                </c:pt>
                <c:pt idx="412" formatCode="0.00E+00">
                  <c:v>0.17771000000000001</c:v>
                </c:pt>
                <c:pt idx="413" formatCode="0.00E+00">
                  <c:v>0.17768999999999999</c:v>
                </c:pt>
                <c:pt idx="414" formatCode="0.00E+00">
                  <c:v>0.17766999999999999</c:v>
                </c:pt>
                <c:pt idx="415" formatCode="0.00E+00">
                  <c:v>0.17765</c:v>
                </c:pt>
                <c:pt idx="416" formatCode="0.00E+00">
                  <c:v>0.17763999999999999</c:v>
                </c:pt>
                <c:pt idx="417" formatCode="0.00E+00">
                  <c:v>0.17762</c:v>
                </c:pt>
                <c:pt idx="418" formatCode="0.00E+00">
                  <c:v>0.17760000000000001</c:v>
                </c:pt>
                <c:pt idx="419" formatCode="0.00E+00">
                  <c:v>0.17757999999999999</c:v>
                </c:pt>
                <c:pt idx="420" formatCode="0.00E+00">
                  <c:v>0.17756</c:v>
                </c:pt>
                <c:pt idx="421" formatCode="0.00E+00">
                  <c:v>0.17754</c:v>
                </c:pt>
                <c:pt idx="422" formatCode="0.00E+00">
                  <c:v>0.17752999999999999</c:v>
                </c:pt>
                <c:pt idx="423" formatCode="0.00E+00">
                  <c:v>0.17751</c:v>
                </c:pt>
                <c:pt idx="424" formatCode="0.00E+00">
                  <c:v>0.17749000000000001</c:v>
                </c:pt>
                <c:pt idx="425" formatCode="0.00E+00">
                  <c:v>0.17746999999999999</c:v>
                </c:pt>
                <c:pt idx="426" formatCode="0.00E+00">
                  <c:v>0.17746000000000001</c:v>
                </c:pt>
                <c:pt idx="427" formatCode="0.00E+00">
                  <c:v>0.17743999999999999</c:v>
                </c:pt>
                <c:pt idx="428" formatCode="0.00E+00">
                  <c:v>0.17741999999999999</c:v>
                </c:pt>
                <c:pt idx="429" formatCode="0.00E+00">
                  <c:v>0.17741000000000001</c:v>
                </c:pt>
                <c:pt idx="430" formatCode="0.00E+00">
                  <c:v>0.17738999999999999</c:v>
                </c:pt>
                <c:pt idx="431" formatCode="0.00E+00">
                  <c:v>0.17738000000000001</c:v>
                </c:pt>
                <c:pt idx="432" formatCode="0.00E+00">
                  <c:v>0.17737</c:v>
                </c:pt>
                <c:pt idx="433" formatCode="0.00E+00">
                  <c:v>0.17735999999999999</c:v>
                </c:pt>
                <c:pt idx="434" formatCode="0.00E+00">
                  <c:v>0.17735000000000001</c:v>
                </c:pt>
                <c:pt idx="435" formatCode="0.00E+00">
                  <c:v>0.17734</c:v>
                </c:pt>
                <c:pt idx="436" formatCode="0.00E+00">
                  <c:v>0.17734</c:v>
                </c:pt>
              </c:numCache>
            </c:numRef>
          </c:xVal>
          <c:yVal>
            <c:numRef>
              <c:f>BM_STUDY_PHREEQCRM_MU_GAMMA!$F$877:$F$1313</c:f>
              <c:numCache>
                <c:formatCode>General</c:formatCode>
                <c:ptCount val="437"/>
                <c:pt idx="0">
                  <c:v>750</c:v>
                </c:pt>
                <c:pt idx="1">
                  <c:v>749</c:v>
                </c:pt>
                <c:pt idx="2">
                  <c:v>748</c:v>
                </c:pt>
                <c:pt idx="3">
                  <c:v>747</c:v>
                </c:pt>
                <c:pt idx="4">
                  <c:v>745.99</c:v>
                </c:pt>
                <c:pt idx="5">
                  <c:v>744.99</c:v>
                </c:pt>
                <c:pt idx="6">
                  <c:v>743.98</c:v>
                </c:pt>
                <c:pt idx="7">
                  <c:v>742.98</c:v>
                </c:pt>
                <c:pt idx="8">
                  <c:v>741.97</c:v>
                </c:pt>
                <c:pt idx="9">
                  <c:v>740.96</c:v>
                </c:pt>
                <c:pt idx="10">
                  <c:v>739.95</c:v>
                </c:pt>
                <c:pt idx="11">
                  <c:v>738.94</c:v>
                </c:pt>
                <c:pt idx="12">
                  <c:v>737.93</c:v>
                </c:pt>
                <c:pt idx="13">
                  <c:v>736.92</c:v>
                </c:pt>
                <c:pt idx="14">
                  <c:v>735.91</c:v>
                </c:pt>
                <c:pt idx="15">
                  <c:v>734.89</c:v>
                </c:pt>
                <c:pt idx="16">
                  <c:v>733.88</c:v>
                </c:pt>
                <c:pt idx="17">
                  <c:v>732.86</c:v>
                </c:pt>
                <c:pt idx="18">
                  <c:v>731.85</c:v>
                </c:pt>
                <c:pt idx="19">
                  <c:v>730.83</c:v>
                </c:pt>
                <c:pt idx="20">
                  <c:v>729.81</c:v>
                </c:pt>
                <c:pt idx="21">
                  <c:v>728.79</c:v>
                </c:pt>
                <c:pt idx="22">
                  <c:v>727.77</c:v>
                </c:pt>
                <c:pt idx="23">
                  <c:v>726.75</c:v>
                </c:pt>
                <c:pt idx="24">
                  <c:v>725.72</c:v>
                </c:pt>
                <c:pt idx="25">
                  <c:v>724.7</c:v>
                </c:pt>
                <c:pt idx="26">
                  <c:v>723.67</c:v>
                </c:pt>
                <c:pt idx="27">
                  <c:v>722.65</c:v>
                </c:pt>
                <c:pt idx="28">
                  <c:v>721.62</c:v>
                </c:pt>
                <c:pt idx="29">
                  <c:v>720.59</c:v>
                </c:pt>
                <c:pt idx="30">
                  <c:v>719.56</c:v>
                </c:pt>
                <c:pt idx="31">
                  <c:v>718.53</c:v>
                </c:pt>
                <c:pt idx="32">
                  <c:v>717.5</c:v>
                </c:pt>
                <c:pt idx="33">
                  <c:v>716.47</c:v>
                </c:pt>
                <c:pt idx="34">
                  <c:v>715.43</c:v>
                </c:pt>
                <c:pt idx="35">
                  <c:v>714.4</c:v>
                </c:pt>
                <c:pt idx="36">
                  <c:v>713.36</c:v>
                </c:pt>
                <c:pt idx="37">
                  <c:v>712.33</c:v>
                </c:pt>
                <c:pt idx="38">
                  <c:v>711.29</c:v>
                </c:pt>
                <c:pt idx="39">
                  <c:v>710.25</c:v>
                </c:pt>
                <c:pt idx="40">
                  <c:v>709.21</c:v>
                </c:pt>
                <c:pt idx="41">
                  <c:v>708.17</c:v>
                </c:pt>
                <c:pt idx="42">
                  <c:v>707.13</c:v>
                </c:pt>
                <c:pt idx="43">
                  <c:v>706.08</c:v>
                </c:pt>
                <c:pt idx="44">
                  <c:v>705.04</c:v>
                </c:pt>
                <c:pt idx="45">
                  <c:v>704</c:v>
                </c:pt>
                <c:pt idx="46">
                  <c:v>702.95</c:v>
                </c:pt>
                <c:pt idx="47">
                  <c:v>701.9</c:v>
                </c:pt>
                <c:pt idx="48">
                  <c:v>700.85</c:v>
                </c:pt>
                <c:pt idx="49">
                  <c:v>699.81</c:v>
                </c:pt>
                <c:pt idx="50">
                  <c:v>698.76</c:v>
                </c:pt>
                <c:pt idx="51">
                  <c:v>697.7</c:v>
                </c:pt>
                <c:pt idx="52">
                  <c:v>696.65</c:v>
                </c:pt>
                <c:pt idx="53">
                  <c:v>695.6</c:v>
                </c:pt>
                <c:pt idx="54">
                  <c:v>694.54</c:v>
                </c:pt>
                <c:pt idx="55">
                  <c:v>693.49</c:v>
                </c:pt>
                <c:pt idx="56">
                  <c:v>692.43</c:v>
                </c:pt>
                <c:pt idx="57">
                  <c:v>691.37</c:v>
                </c:pt>
                <c:pt idx="58">
                  <c:v>690.32</c:v>
                </c:pt>
                <c:pt idx="59">
                  <c:v>689.26</c:v>
                </c:pt>
                <c:pt idx="60">
                  <c:v>688.2</c:v>
                </c:pt>
                <c:pt idx="61">
                  <c:v>687.13</c:v>
                </c:pt>
                <c:pt idx="62">
                  <c:v>686.07</c:v>
                </c:pt>
                <c:pt idx="63">
                  <c:v>685.01</c:v>
                </c:pt>
                <c:pt idx="64">
                  <c:v>683.94</c:v>
                </c:pt>
                <c:pt idx="65">
                  <c:v>682.88</c:v>
                </c:pt>
                <c:pt idx="66">
                  <c:v>681.81</c:v>
                </c:pt>
                <c:pt idx="67">
                  <c:v>680.74</c:v>
                </c:pt>
                <c:pt idx="68">
                  <c:v>679.67</c:v>
                </c:pt>
                <c:pt idx="69">
                  <c:v>678.6</c:v>
                </c:pt>
                <c:pt idx="70">
                  <c:v>677.53</c:v>
                </c:pt>
                <c:pt idx="71">
                  <c:v>676.46</c:v>
                </c:pt>
                <c:pt idx="72">
                  <c:v>675.38</c:v>
                </c:pt>
                <c:pt idx="73">
                  <c:v>674.31</c:v>
                </c:pt>
                <c:pt idx="74">
                  <c:v>673.23</c:v>
                </c:pt>
                <c:pt idx="75">
                  <c:v>672.16</c:v>
                </c:pt>
                <c:pt idx="76">
                  <c:v>671.08</c:v>
                </c:pt>
                <c:pt idx="77">
                  <c:v>670</c:v>
                </c:pt>
                <c:pt idx="78">
                  <c:v>668.92</c:v>
                </c:pt>
                <c:pt idx="79">
                  <c:v>667.84</c:v>
                </c:pt>
                <c:pt idx="80">
                  <c:v>666.76</c:v>
                </c:pt>
                <c:pt idx="81">
                  <c:v>665.67</c:v>
                </c:pt>
                <c:pt idx="82">
                  <c:v>664.59</c:v>
                </c:pt>
                <c:pt idx="83">
                  <c:v>663.5</c:v>
                </c:pt>
                <c:pt idx="84">
                  <c:v>662.42</c:v>
                </c:pt>
                <c:pt idx="85">
                  <c:v>661.33</c:v>
                </c:pt>
                <c:pt idx="86">
                  <c:v>660.24</c:v>
                </c:pt>
                <c:pt idx="87">
                  <c:v>659.15</c:v>
                </c:pt>
                <c:pt idx="88">
                  <c:v>658.06</c:v>
                </c:pt>
                <c:pt idx="89">
                  <c:v>656.97</c:v>
                </c:pt>
                <c:pt idx="90">
                  <c:v>655.87</c:v>
                </c:pt>
                <c:pt idx="91">
                  <c:v>654.78</c:v>
                </c:pt>
                <c:pt idx="92">
                  <c:v>653.69000000000005</c:v>
                </c:pt>
                <c:pt idx="93">
                  <c:v>652.59</c:v>
                </c:pt>
                <c:pt idx="94">
                  <c:v>651.49</c:v>
                </c:pt>
                <c:pt idx="95">
                  <c:v>650.39</c:v>
                </c:pt>
                <c:pt idx="96">
                  <c:v>649.29</c:v>
                </c:pt>
                <c:pt idx="97">
                  <c:v>648.19000000000005</c:v>
                </c:pt>
                <c:pt idx="98">
                  <c:v>647.09</c:v>
                </c:pt>
                <c:pt idx="99">
                  <c:v>645.99</c:v>
                </c:pt>
                <c:pt idx="100">
                  <c:v>644.88</c:v>
                </c:pt>
                <c:pt idx="101">
                  <c:v>643.78</c:v>
                </c:pt>
                <c:pt idx="102">
                  <c:v>642.66999999999996</c:v>
                </c:pt>
                <c:pt idx="103">
                  <c:v>641.57000000000005</c:v>
                </c:pt>
                <c:pt idx="104">
                  <c:v>640.46</c:v>
                </c:pt>
                <c:pt idx="105">
                  <c:v>639.35</c:v>
                </c:pt>
                <c:pt idx="106">
                  <c:v>638.24</c:v>
                </c:pt>
                <c:pt idx="107">
                  <c:v>637.13</c:v>
                </c:pt>
                <c:pt idx="108">
                  <c:v>636.01</c:v>
                </c:pt>
                <c:pt idx="109">
                  <c:v>634.9</c:v>
                </c:pt>
                <c:pt idx="110">
                  <c:v>633.78</c:v>
                </c:pt>
                <c:pt idx="111">
                  <c:v>632.66999999999996</c:v>
                </c:pt>
                <c:pt idx="112">
                  <c:v>631.54999999999995</c:v>
                </c:pt>
                <c:pt idx="113">
                  <c:v>630.42999999999995</c:v>
                </c:pt>
                <c:pt idx="114">
                  <c:v>629.30999999999995</c:v>
                </c:pt>
                <c:pt idx="115">
                  <c:v>628.19000000000005</c:v>
                </c:pt>
                <c:pt idx="116">
                  <c:v>627.07000000000005</c:v>
                </c:pt>
                <c:pt idx="117">
                  <c:v>625.95000000000005</c:v>
                </c:pt>
                <c:pt idx="118">
                  <c:v>624.82000000000005</c:v>
                </c:pt>
                <c:pt idx="119">
                  <c:v>623.70000000000005</c:v>
                </c:pt>
                <c:pt idx="120">
                  <c:v>622.57000000000005</c:v>
                </c:pt>
                <c:pt idx="121">
                  <c:v>621.44000000000005</c:v>
                </c:pt>
                <c:pt idx="122">
                  <c:v>620.30999999999995</c:v>
                </c:pt>
                <c:pt idx="123">
                  <c:v>619.19000000000005</c:v>
                </c:pt>
                <c:pt idx="124">
                  <c:v>618.04999999999995</c:v>
                </c:pt>
                <c:pt idx="125">
                  <c:v>616.91999999999996</c:v>
                </c:pt>
                <c:pt idx="126">
                  <c:v>615.79</c:v>
                </c:pt>
                <c:pt idx="127">
                  <c:v>614.66</c:v>
                </c:pt>
                <c:pt idx="128">
                  <c:v>613.52</c:v>
                </c:pt>
                <c:pt idx="129">
                  <c:v>612.38</c:v>
                </c:pt>
                <c:pt idx="130">
                  <c:v>611.25</c:v>
                </c:pt>
                <c:pt idx="131">
                  <c:v>610.11</c:v>
                </c:pt>
                <c:pt idx="132">
                  <c:v>608.97</c:v>
                </c:pt>
                <c:pt idx="133">
                  <c:v>607.83000000000004</c:v>
                </c:pt>
                <c:pt idx="134">
                  <c:v>606.67999999999995</c:v>
                </c:pt>
                <c:pt idx="135">
                  <c:v>605.54</c:v>
                </c:pt>
                <c:pt idx="136">
                  <c:v>604.4</c:v>
                </c:pt>
                <c:pt idx="137">
                  <c:v>603.25</c:v>
                </c:pt>
                <c:pt idx="138">
                  <c:v>602.1</c:v>
                </c:pt>
                <c:pt idx="139">
                  <c:v>600.96</c:v>
                </c:pt>
                <c:pt idx="140">
                  <c:v>599.80999999999995</c:v>
                </c:pt>
                <c:pt idx="141">
                  <c:v>598.66</c:v>
                </c:pt>
                <c:pt idx="142">
                  <c:v>597.51</c:v>
                </c:pt>
                <c:pt idx="143">
                  <c:v>596.35</c:v>
                </c:pt>
                <c:pt idx="144">
                  <c:v>595.20000000000005</c:v>
                </c:pt>
                <c:pt idx="145">
                  <c:v>594.04</c:v>
                </c:pt>
                <c:pt idx="146">
                  <c:v>592.89</c:v>
                </c:pt>
                <c:pt idx="147">
                  <c:v>591.73</c:v>
                </c:pt>
                <c:pt idx="148">
                  <c:v>590.57000000000005</c:v>
                </c:pt>
                <c:pt idx="149">
                  <c:v>589.41</c:v>
                </c:pt>
                <c:pt idx="150">
                  <c:v>588.25</c:v>
                </c:pt>
                <c:pt idx="151">
                  <c:v>587.09</c:v>
                </c:pt>
                <c:pt idx="152">
                  <c:v>585.92999999999995</c:v>
                </c:pt>
                <c:pt idx="153">
                  <c:v>584.76</c:v>
                </c:pt>
                <c:pt idx="154">
                  <c:v>583.6</c:v>
                </c:pt>
                <c:pt idx="155">
                  <c:v>582.42999999999995</c:v>
                </c:pt>
                <c:pt idx="156">
                  <c:v>581.26</c:v>
                </c:pt>
                <c:pt idx="157">
                  <c:v>580.1</c:v>
                </c:pt>
                <c:pt idx="158">
                  <c:v>578.92999999999995</c:v>
                </c:pt>
                <c:pt idx="159">
                  <c:v>577.76</c:v>
                </c:pt>
                <c:pt idx="160">
                  <c:v>576.58000000000004</c:v>
                </c:pt>
                <c:pt idx="161">
                  <c:v>575.41</c:v>
                </c:pt>
                <c:pt idx="162">
                  <c:v>574.23</c:v>
                </c:pt>
                <c:pt idx="163">
                  <c:v>573.05999999999995</c:v>
                </c:pt>
                <c:pt idx="164">
                  <c:v>571.88</c:v>
                </c:pt>
                <c:pt idx="165">
                  <c:v>570.70000000000005</c:v>
                </c:pt>
                <c:pt idx="166">
                  <c:v>569.52</c:v>
                </c:pt>
                <c:pt idx="167">
                  <c:v>568.34</c:v>
                </c:pt>
                <c:pt idx="168">
                  <c:v>567.16</c:v>
                </c:pt>
                <c:pt idx="169">
                  <c:v>565.98</c:v>
                </c:pt>
                <c:pt idx="170">
                  <c:v>564.79999999999995</c:v>
                </c:pt>
                <c:pt idx="171">
                  <c:v>563.61</c:v>
                </c:pt>
                <c:pt idx="172">
                  <c:v>562.41999999999996</c:v>
                </c:pt>
                <c:pt idx="173">
                  <c:v>561.24</c:v>
                </c:pt>
                <c:pt idx="174">
                  <c:v>560.04999999999995</c:v>
                </c:pt>
                <c:pt idx="175">
                  <c:v>558.86</c:v>
                </c:pt>
                <c:pt idx="176">
                  <c:v>557.66999999999996</c:v>
                </c:pt>
                <c:pt idx="177">
                  <c:v>556.47</c:v>
                </c:pt>
                <c:pt idx="178">
                  <c:v>555.28</c:v>
                </c:pt>
                <c:pt idx="179">
                  <c:v>554.09</c:v>
                </c:pt>
                <c:pt idx="180">
                  <c:v>552.89</c:v>
                </c:pt>
                <c:pt idx="181">
                  <c:v>551.69000000000005</c:v>
                </c:pt>
                <c:pt idx="182">
                  <c:v>550.49</c:v>
                </c:pt>
                <c:pt idx="183">
                  <c:v>549.29999999999995</c:v>
                </c:pt>
                <c:pt idx="184">
                  <c:v>548.09</c:v>
                </c:pt>
                <c:pt idx="185">
                  <c:v>546.89</c:v>
                </c:pt>
                <c:pt idx="186">
                  <c:v>545.69000000000005</c:v>
                </c:pt>
                <c:pt idx="187">
                  <c:v>544.49</c:v>
                </c:pt>
                <c:pt idx="188">
                  <c:v>543.28</c:v>
                </c:pt>
                <c:pt idx="189">
                  <c:v>542.07000000000005</c:v>
                </c:pt>
                <c:pt idx="190">
                  <c:v>540.87</c:v>
                </c:pt>
                <c:pt idx="191">
                  <c:v>539.66</c:v>
                </c:pt>
                <c:pt idx="192">
                  <c:v>538.45000000000005</c:v>
                </c:pt>
                <c:pt idx="193">
                  <c:v>537.23</c:v>
                </c:pt>
                <c:pt idx="194">
                  <c:v>536.02</c:v>
                </c:pt>
                <c:pt idx="195">
                  <c:v>534.80999999999995</c:v>
                </c:pt>
                <c:pt idx="196">
                  <c:v>533.59</c:v>
                </c:pt>
                <c:pt idx="197">
                  <c:v>532.38</c:v>
                </c:pt>
                <c:pt idx="198">
                  <c:v>531.16</c:v>
                </c:pt>
                <c:pt idx="199">
                  <c:v>529.94000000000005</c:v>
                </c:pt>
                <c:pt idx="200">
                  <c:v>528.72</c:v>
                </c:pt>
                <c:pt idx="201">
                  <c:v>527.5</c:v>
                </c:pt>
                <c:pt idx="202">
                  <c:v>526.28</c:v>
                </c:pt>
                <c:pt idx="203">
                  <c:v>525.04999999999995</c:v>
                </c:pt>
                <c:pt idx="204">
                  <c:v>523.83000000000004</c:v>
                </c:pt>
                <c:pt idx="205">
                  <c:v>522.6</c:v>
                </c:pt>
                <c:pt idx="206">
                  <c:v>521.37</c:v>
                </c:pt>
                <c:pt idx="207">
                  <c:v>520.14</c:v>
                </c:pt>
                <c:pt idx="208">
                  <c:v>518.91</c:v>
                </c:pt>
                <c:pt idx="209">
                  <c:v>517.67999999999995</c:v>
                </c:pt>
                <c:pt idx="210">
                  <c:v>516.45000000000005</c:v>
                </c:pt>
                <c:pt idx="211">
                  <c:v>515.22</c:v>
                </c:pt>
                <c:pt idx="212">
                  <c:v>513.98</c:v>
                </c:pt>
                <c:pt idx="213">
                  <c:v>512.75</c:v>
                </c:pt>
                <c:pt idx="214">
                  <c:v>511.51</c:v>
                </c:pt>
                <c:pt idx="215">
                  <c:v>510.27</c:v>
                </c:pt>
                <c:pt idx="216">
                  <c:v>509.03</c:v>
                </c:pt>
                <c:pt idx="217">
                  <c:v>507.79</c:v>
                </c:pt>
                <c:pt idx="218">
                  <c:v>506.55</c:v>
                </c:pt>
                <c:pt idx="219">
                  <c:v>505.3</c:v>
                </c:pt>
                <c:pt idx="220">
                  <c:v>504.06</c:v>
                </c:pt>
                <c:pt idx="221">
                  <c:v>502.81</c:v>
                </c:pt>
                <c:pt idx="222">
                  <c:v>501.57</c:v>
                </c:pt>
                <c:pt idx="223">
                  <c:v>500.32</c:v>
                </c:pt>
                <c:pt idx="224">
                  <c:v>499.07</c:v>
                </c:pt>
                <c:pt idx="225">
                  <c:v>497.82</c:v>
                </c:pt>
                <c:pt idx="226">
                  <c:v>496.57</c:v>
                </c:pt>
                <c:pt idx="227">
                  <c:v>495.31</c:v>
                </c:pt>
                <c:pt idx="228">
                  <c:v>494.06</c:v>
                </c:pt>
                <c:pt idx="229">
                  <c:v>492.8</c:v>
                </c:pt>
                <c:pt idx="230">
                  <c:v>491.54</c:v>
                </c:pt>
                <c:pt idx="231">
                  <c:v>490.29</c:v>
                </c:pt>
                <c:pt idx="232">
                  <c:v>489.03</c:v>
                </c:pt>
                <c:pt idx="233">
                  <c:v>487.77</c:v>
                </c:pt>
                <c:pt idx="234">
                  <c:v>486.5</c:v>
                </c:pt>
                <c:pt idx="235">
                  <c:v>485.24</c:v>
                </c:pt>
                <c:pt idx="236">
                  <c:v>483.98</c:v>
                </c:pt>
                <c:pt idx="237">
                  <c:v>482.71</c:v>
                </c:pt>
                <c:pt idx="238">
                  <c:v>481.44</c:v>
                </c:pt>
                <c:pt idx="239">
                  <c:v>480.17</c:v>
                </c:pt>
                <c:pt idx="240">
                  <c:v>478.9</c:v>
                </c:pt>
                <c:pt idx="241">
                  <c:v>477.63</c:v>
                </c:pt>
                <c:pt idx="242">
                  <c:v>476.36</c:v>
                </c:pt>
                <c:pt idx="243">
                  <c:v>475.09</c:v>
                </c:pt>
                <c:pt idx="244">
                  <c:v>473.81</c:v>
                </c:pt>
                <c:pt idx="245">
                  <c:v>472.54</c:v>
                </c:pt>
                <c:pt idx="246">
                  <c:v>471.26</c:v>
                </c:pt>
                <c:pt idx="247">
                  <c:v>469.98</c:v>
                </c:pt>
                <c:pt idx="248">
                  <c:v>468.7</c:v>
                </c:pt>
                <c:pt idx="249">
                  <c:v>467.42</c:v>
                </c:pt>
                <c:pt idx="250">
                  <c:v>466.14</c:v>
                </c:pt>
                <c:pt idx="251">
                  <c:v>464.85</c:v>
                </c:pt>
                <c:pt idx="252">
                  <c:v>463.57</c:v>
                </c:pt>
                <c:pt idx="253">
                  <c:v>462.28</c:v>
                </c:pt>
                <c:pt idx="254">
                  <c:v>460.99</c:v>
                </c:pt>
                <c:pt idx="255">
                  <c:v>459.7</c:v>
                </c:pt>
                <c:pt idx="256">
                  <c:v>458.41</c:v>
                </c:pt>
                <c:pt idx="257">
                  <c:v>457.12</c:v>
                </c:pt>
                <c:pt idx="258">
                  <c:v>455.83</c:v>
                </c:pt>
                <c:pt idx="259">
                  <c:v>454.53</c:v>
                </c:pt>
                <c:pt idx="260">
                  <c:v>453.24</c:v>
                </c:pt>
                <c:pt idx="261">
                  <c:v>451.94</c:v>
                </c:pt>
                <c:pt idx="262">
                  <c:v>450.64</c:v>
                </c:pt>
                <c:pt idx="263">
                  <c:v>449.34</c:v>
                </c:pt>
                <c:pt idx="264">
                  <c:v>448.04</c:v>
                </c:pt>
                <c:pt idx="265">
                  <c:v>446.74</c:v>
                </c:pt>
                <c:pt idx="266">
                  <c:v>445.44</c:v>
                </c:pt>
                <c:pt idx="267">
                  <c:v>444.13</c:v>
                </c:pt>
                <c:pt idx="268">
                  <c:v>442.83</c:v>
                </c:pt>
                <c:pt idx="269">
                  <c:v>441.52</c:v>
                </c:pt>
                <c:pt idx="270">
                  <c:v>440.21</c:v>
                </c:pt>
                <c:pt idx="271">
                  <c:v>438.9</c:v>
                </c:pt>
                <c:pt idx="272">
                  <c:v>437.59</c:v>
                </c:pt>
                <c:pt idx="273">
                  <c:v>436.28</c:v>
                </c:pt>
                <c:pt idx="274">
                  <c:v>434.97</c:v>
                </c:pt>
                <c:pt idx="275">
                  <c:v>433.65</c:v>
                </c:pt>
                <c:pt idx="276">
                  <c:v>432.33</c:v>
                </c:pt>
                <c:pt idx="277">
                  <c:v>431.02</c:v>
                </c:pt>
                <c:pt idx="278">
                  <c:v>429.7</c:v>
                </c:pt>
                <c:pt idx="279">
                  <c:v>428.38</c:v>
                </c:pt>
                <c:pt idx="280">
                  <c:v>427.06</c:v>
                </c:pt>
                <c:pt idx="281">
                  <c:v>425.73</c:v>
                </c:pt>
                <c:pt idx="282">
                  <c:v>424.41</c:v>
                </c:pt>
                <c:pt idx="283">
                  <c:v>423.08</c:v>
                </c:pt>
                <c:pt idx="284">
                  <c:v>421.76</c:v>
                </c:pt>
                <c:pt idx="285">
                  <c:v>420.43</c:v>
                </c:pt>
                <c:pt idx="286">
                  <c:v>419.1</c:v>
                </c:pt>
                <c:pt idx="287">
                  <c:v>417.77</c:v>
                </c:pt>
                <c:pt idx="288">
                  <c:v>416.43</c:v>
                </c:pt>
                <c:pt idx="289">
                  <c:v>415.1</c:v>
                </c:pt>
                <c:pt idx="290">
                  <c:v>413.77</c:v>
                </c:pt>
                <c:pt idx="291">
                  <c:v>412.43</c:v>
                </c:pt>
                <c:pt idx="292">
                  <c:v>411.09</c:v>
                </c:pt>
                <c:pt idx="293">
                  <c:v>409.75</c:v>
                </c:pt>
                <c:pt idx="294">
                  <c:v>408.41</c:v>
                </c:pt>
                <c:pt idx="295">
                  <c:v>407.07</c:v>
                </c:pt>
                <c:pt idx="296">
                  <c:v>405.73</c:v>
                </c:pt>
                <c:pt idx="297">
                  <c:v>404.38</c:v>
                </c:pt>
                <c:pt idx="298">
                  <c:v>403.04</c:v>
                </c:pt>
                <c:pt idx="299">
                  <c:v>401.69</c:v>
                </c:pt>
                <c:pt idx="300">
                  <c:v>400.34</c:v>
                </c:pt>
                <c:pt idx="301">
                  <c:v>398.99</c:v>
                </c:pt>
                <c:pt idx="302">
                  <c:v>397.64</c:v>
                </c:pt>
                <c:pt idx="303">
                  <c:v>396.29</c:v>
                </c:pt>
                <c:pt idx="304">
                  <c:v>394.94</c:v>
                </c:pt>
                <c:pt idx="305">
                  <c:v>393.58</c:v>
                </c:pt>
                <c:pt idx="306">
                  <c:v>392.23</c:v>
                </c:pt>
                <c:pt idx="307">
                  <c:v>390.87</c:v>
                </c:pt>
                <c:pt idx="308">
                  <c:v>389.51</c:v>
                </c:pt>
                <c:pt idx="309">
                  <c:v>388.15</c:v>
                </c:pt>
                <c:pt idx="310">
                  <c:v>386.79</c:v>
                </c:pt>
                <c:pt idx="311">
                  <c:v>385.42</c:v>
                </c:pt>
                <c:pt idx="312">
                  <c:v>384.06</c:v>
                </c:pt>
                <c:pt idx="313">
                  <c:v>382.69</c:v>
                </c:pt>
                <c:pt idx="314">
                  <c:v>381.33</c:v>
                </c:pt>
                <c:pt idx="315">
                  <c:v>379.96</c:v>
                </c:pt>
                <c:pt idx="316">
                  <c:v>378.59</c:v>
                </c:pt>
                <c:pt idx="317">
                  <c:v>377.21</c:v>
                </c:pt>
                <c:pt idx="318">
                  <c:v>375.84</c:v>
                </c:pt>
                <c:pt idx="319">
                  <c:v>375</c:v>
                </c:pt>
                <c:pt idx="320">
                  <c:v>372.16</c:v>
                </c:pt>
                <c:pt idx="321">
                  <c:v>368.79</c:v>
                </c:pt>
                <c:pt idx="322">
                  <c:v>365.43</c:v>
                </c:pt>
                <c:pt idx="323">
                  <c:v>362.06</c:v>
                </c:pt>
                <c:pt idx="324">
                  <c:v>358.71</c:v>
                </c:pt>
                <c:pt idx="325">
                  <c:v>355.35</c:v>
                </c:pt>
                <c:pt idx="326">
                  <c:v>352</c:v>
                </c:pt>
                <c:pt idx="327">
                  <c:v>348.65</c:v>
                </c:pt>
                <c:pt idx="328">
                  <c:v>345.3</c:v>
                </c:pt>
                <c:pt idx="329">
                  <c:v>341.96</c:v>
                </c:pt>
                <c:pt idx="330">
                  <c:v>338.62</c:v>
                </c:pt>
                <c:pt idx="331">
                  <c:v>335.29</c:v>
                </c:pt>
                <c:pt idx="332">
                  <c:v>331.96</c:v>
                </c:pt>
                <c:pt idx="333">
                  <c:v>328.63</c:v>
                </c:pt>
                <c:pt idx="334">
                  <c:v>325.3</c:v>
                </c:pt>
                <c:pt idx="335">
                  <c:v>321.98</c:v>
                </c:pt>
                <c:pt idx="336">
                  <c:v>318.66000000000003</c:v>
                </c:pt>
                <c:pt idx="337">
                  <c:v>315.35000000000002</c:v>
                </c:pt>
                <c:pt idx="338">
                  <c:v>312.04000000000002</c:v>
                </c:pt>
                <c:pt idx="339">
                  <c:v>308.73</c:v>
                </c:pt>
                <c:pt idx="340">
                  <c:v>305.42</c:v>
                </c:pt>
                <c:pt idx="341">
                  <c:v>302.12</c:v>
                </c:pt>
                <c:pt idx="342">
                  <c:v>298.82</c:v>
                </c:pt>
                <c:pt idx="343">
                  <c:v>295.52</c:v>
                </c:pt>
                <c:pt idx="344">
                  <c:v>292.23</c:v>
                </c:pt>
                <c:pt idx="345">
                  <c:v>288.94</c:v>
                </c:pt>
                <c:pt idx="346">
                  <c:v>285.66000000000003</c:v>
                </c:pt>
                <c:pt idx="347">
                  <c:v>282.38</c:v>
                </c:pt>
                <c:pt idx="348">
                  <c:v>279.10000000000002</c:v>
                </c:pt>
                <c:pt idx="349">
                  <c:v>275.82</c:v>
                </c:pt>
                <c:pt idx="350">
                  <c:v>272.55</c:v>
                </c:pt>
                <c:pt idx="351">
                  <c:v>269.27999999999997</c:v>
                </c:pt>
                <c:pt idx="352">
                  <c:v>266.01</c:v>
                </c:pt>
                <c:pt idx="353">
                  <c:v>262.75</c:v>
                </c:pt>
                <c:pt idx="354">
                  <c:v>259.49</c:v>
                </c:pt>
                <c:pt idx="355">
                  <c:v>256.23</c:v>
                </c:pt>
                <c:pt idx="356">
                  <c:v>252.98</c:v>
                </c:pt>
                <c:pt idx="357">
                  <c:v>249.73</c:v>
                </c:pt>
                <c:pt idx="358">
                  <c:v>246.48</c:v>
                </c:pt>
                <c:pt idx="359">
                  <c:v>243.24</c:v>
                </c:pt>
                <c:pt idx="360">
                  <c:v>240</c:v>
                </c:pt>
                <c:pt idx="361">
                  <c:v>236.76</c:v>
                </c:pt>
                <c:pt idx="362">
                  <c:v>233.53</c:v>
                </c:pt>
                <c:pt idx="363">
                  <c:v>230.3</c:v>
                </c:pt>
                <c:pt idx="364">
                  <c:v>227.07</c:v>
                </c:pt>
                <c:pt idx="365">
                  <c:v>223.85</c:v>
                </c:pt>
                <c:pt idx="366">
                  <c:v>220.63</c:v>
                </c:pt>
                <c:pt idx="367">
                  <c:v>217.41</c:v>
                </c:pt>
                <c:pt idx="368">
                  <c:v>214.2</c:v>
                </c:pt>
                <c:pt idx="369">
                  <c:v>210.99</c:v>
                </c:pt>
                <c:pt idx="370">
                  <c:v>207.78</c:v>
                </c:pt>
                <c:pt idx="371">
                  <c:v>204.57</c:v>
                </c:pt>
                <c:pt idx="372">
                  <c:v>201.37</c:v>
                </c:pt>
                <c:pt idx="373">
                  <c:v>198.17</c:v>
                </c:pt>
                <c:pt idx="374">
                  <c:v>194.98</c:v>
                </c:pt>
                <c:pt idx="375">
                  <c:v>191.79</c:v>
                </c:pt>
                <c:pt idx="376">
                  <c:v>188.6</c:v>
                </c:pt>
                <c:pt idx="377">
                  <c:v>185.41</c:v>
                </c:pt>
                <c:pt idx="378">
                  <c:v>182.23</c:v>
                </c:pt>
                <c:pt idx="379">
                  <c:v>179.05</c:v>
                </c:pt>
                <c:pt idx="380">
                  <c:v>175.88</c:v>
                </c:pt>
                <c:pt idx="381">
                  <c:v>172.7</c:v>
                </c:pt>
                <c:pt idx="382">
                  <c:v>169.53</c:v>
                </c:pt>
                <c:pt idx="383">
                  <c:v>166.37</c:v>
                </c:pt>
                <c:pt idx="384">
                  <c:v>163.21</c:v>
                </c:pt>
                <c:pt idx="385">
                  <c:v>160.05000000000001</c:v>
                </c:pt>
                <c:pt idx="386">
                  <c:v>156.88999999999999</c:v>
                </c:pt>
                <c:pt idx="387">
                  <c:v>153.72999999999999</c:v>
                </c:pt>
                <c:pt idx="388">
                  <c:v>150.58000000000001</c:v>
                </c:pt>
                <c:pt idx="389">
                  <c:v>147.44</c:v>
                </c:pt>
                <c:pt idx="390">
                  <c:v>144.29</c:v>
                </c:pt>
                <c:pt idx="391">
                  <c:v>141.15</c:v>
                </c:pt>
                <c:pt idx="392">
                  <c:v>138.01</c:v>
                </c:pt>
                <c:pt idx="393">
                  <c:v>134.88</c:v>
                </c:pt>
                <c:pt idx="394">
                  <c:v>131.75</c:v>
                </c:pt>
                <c:pt idx="395">
                  <c:v>128.62</c:v>
                </c:pt>
                <c:pt idx="396">
                  <c:v>125.49</c:v>
                </c:pt>
                <c:pt idx="397">
                  <c:v>122.37</c:v>
                </c:pt>
                <c:pt idx="398">
                  <c:v>119.25</c:v>
                </c:pt>
                <c:pt idx="399">
                  <c:v>116.13</c:v>
                </c:pt>
                <c:pt idx="400">
                  <c:v>113.02</c:v>
                </c:pt>
                <c:pt idx="401">
                  <c:v>109.91</c:v>
                </c:pt>
                <c:pt idx="402">
                  <c:v>106.8</c:v>
                </c:pt>
                <c:pt idx="403">
                  <c:v>103.7</c:v>
                </c:pt>
                <c:pt idx="404">
                  <c:v>100.6</c:v>
                </c:pt>
                <c:pt idx="405">
                  <c:v>97.5</c:v>
                </c:pt>
                <c:pt idx="406">
                  <c:v>94.41</c:v>
                </c:pt>
                <c:pt idx="407">
                  <c:v>91.32</c:v>
                </c:pt>
                <c:pt idx="408">
                  <c:v>88.23</c:v>
                </c:pt>
                <c:pt idx="409">
                  <c:v>85.14</c:v>
                </c:pt>
                <c:pt idx="410">
                  <c:v>82.06</c:v>
                </c:pt>
                <c:pt idx="411">
                  <c:v>78.98</c:v>
                </c:pt>
                <c:pt idx="412">
                  <c:v>75.91</c:v>
                </c:pt>
                <c:pt idx="413">
                  <c:v>72.83</c:v>
                </c:pt>
                <c:pt idx="414">
                  <c:v>69.760000000000005</c:v>
                </c:pt>
                <c:pt idx="415">
                  <c:v>66.7</c:v>
                </c:pt>
                <c:pt idx="416">
                  <c:v>63.63</c:v>
                </c:pt>
                <c:pt idx="417">
                  <c:v>60.57</c:v>
                </c:pt>
                <c:pt idx="418">
                  <c:v>57.52</c:v>
                </c:pt>
                <c:pt idx="419">
                  <c:v>54.46</c:v>
                </c:pt>
                <c:pt idx="420">
                  <c:v>51.41</c:v>
                </c:pt>
                <c:pt idx="421">
                  <c:v>48.36</c:v>
                </c:pt>
                <c:pt idx="422">
                  <c:v>45.32</c:v>
                </c:pt>
                <c:pt idx="423">
                  <c:v>42.27</c:v>
                </c:pt>
                <c:pt idx="424">
                  <c:v>39.229999999999997</c:v>
                </c:pt>
                <c:pt idx="425">
                  <c:v>36.200000000000003</c:v>
                </c:pt>
                <c:pt idx="426">
                  <c:v>33.17</c:v>
                </c:pt>
                <c:pt idx="427">
                  <c:v>30.14</c:v>
                </c:pt>
                <c:pt idx="428">
                  <c:v>27.11</c:v>
                </c:pt>
                <c:pt idx="429">
                  <c:v>24.08</c:v>
                </c:pt>
                <c:pt idx="430">
                  <c:v>21.06</c:v>
                </c:pt>
                <c:pt idx="431">
                  <c:v>18.05</c:v>
                </c:pt>
                <c:pt idx="432">
                  <c:v>15.03</c:v>
                </c:pt>
                <c:pt idx="433">
                  <c:v>12.02</c:v>
                </c:pt>
                <c:pt idx="434">
                  <c:v>9.01</c:v>
                </c:pt>
                <c:pt idx="435">
                  <c:v>6</c:v>
                </c:pt>
                <c:pt idx="436">
                  <c:v>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5B6-4542-A97C-D3718E3F7F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3608624"/>
        <c:axId val="1723586544"/>
      </c:scatterChart>
      <c:scatterChart>
        <c:scatterStyle val="lineMarker"/>
        <c:varyColors val="0"/>
        <c:ser>
          <c:idx val="4"/>
          <c:order val="2"/>
          <c:tx>
            <c:v>Numerical Solution Day 5</c:v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BM_STUDY_PHREEQCRM_MU_GAMMA!$G$1751:$G$2187</c:f>
              <c:numCache>
                <c:formatCode>General</c:formatCode>
                <c:ptCount val="437"/>
                <c:pt idx="0">
                  <c:v>0.99944999999999995</c:v>
                </c:pt>
                <c:pt idx="1">
                  <c:v>0.99765999999999999</c:v>
                </c:pt>
                <c:pt idx="2">
                  <c:v>0.99585000000000001</c:v>
                </c:pt>
                <c:pt idx="3">
                  <c:v>0.99404999999999999</c:v>
                </c:pt>
                <c:pt idx="4">
                  <c:v>0.99224999999999997</c:v>
                </c:pt>
                <c:pt idx="5">
                  <c:v>0.99048999999999998</c:v>
                </c:pt>
                <c:pt idx="6">
                  <c:v>0.98872000000000004</c:v>
                </c:pt>
                <c:pt idx="7">
                  <c:v>0.98697000000000001</c:v>
                </c:pt>
                <c:pt idx="8">
                  <c:v>0.98521999999999998</c:v>
                </c:pt>
                <c:pt idx="9">
                  <c:v>0.98348000000000002</c:v>
                </c:pt>
                <c:pt idx="10">
                  <c:v>0.98173999999999995</c:v>
                </c:pt>
                <c:pt idx="11">
                  <c:v>0.98</c:v>
                </c:pt>
                <c:pt idx="12">
                  <c:v>0.97826999999999997</c:v>
                </c:pt>
                <c:pt idx="13">
                  <c:v>0.97655000000000003</c:v>
                </c:pt>
                <c:pt idx="14">
                  <c:v>0.97482999999999997</c:v>
                </c:pt>
                <c:pt idx="15">
                  <c:v>0.97309999999999997</c:v>
                </c:pt>
                <c:pt idx="16">
                  <c:v>0.97138000000000002</c:v>
                </c:pt>
                <c:pt idx="17">
                  <c:v>0.96965999999999997</c:v>
                </c:pt>
                <c:pt idx="18">
                  <c:v>0.96796000000000004</c:v>
                </c:pt>
                <c:pt idx="19">
                  <c:v>0.96623999999999999</c:v>
                </c:pt>
                <c:pt idx="20">
                  <c:v>0.96453</c:v>
                </c:pt>
                <c:pt idx="21">
                  <c:v>0.96282999999999996</c:v>
                </c:pt>
                <c:pt idx="22">
                  <c:v>0.96111999999999997</c:v>
                </c:pt>
                <c:pt idx="23">
                  <c:v>0.95943000000000001</c:v>
                </c:pt>
                <c:pt idx="24">
                  <c:v>0.95772000000000002</c:v>
                </c:pt>
                <c:pt idx="25">
                  <c:v>0.95603000000000005</c:v>
                </c:pt>
                <c:pt idx="26">
                  <c:v>0.95433000000000001</c:v>
                </c:pt>
                <c:pt idx="27">
                  <c:v>0.95265</c:v>
                </c:pt>
                <c:pt idx="28">
                  <c:v>0.95096000000000003</c:v>
                </c:pt>
                <c:pt idx="29">
                  <c:v>0.94928000000000001</c:v>
                </c:pt>
                <c:pt idx="30">
                  <c:v>0.94759000000000004</c:v>
                </c:pt>
                <c:pt idx="31">
                  <c:v>0.94591999999999998</c:v>
                </c:pt>
                <c:pt idx="32">
                  <c:v>0.94423999999999997</c:v>
                </c:pt>
                <c:pt idx="33">
                  <c:v>0.94257999999999997</c:v>
                </c:pt>
                <c:pt idx="34">
                  <c:v>0.94089999999999996</c:v>
                </c:pt>
                <c:pt idx="35">
                  <c:v>0.93923999999999996</c:v>
                </c:pt>
                <c:pt idx="36">
                  <c:v>0.93757000000000001</c:v>
                </c:pt>
                <c:pt idx="37">
                  <c:v>0.93591999999999997</c:v>
                </c:pt>
                <c:pt idx="38">
                  <c:v>0.93425999999999998</c:v>
                </c:pt>
                <c:pt idx="39">
                  <c:v>0.93259999999999998</c:v>
                </c:pt>
                <c:pt idx="40">
                  <c:v>0.93095000000000006</c:v>
                </c:pt>
                <c:pt idx="41">
                  <c:v>0.92930000000000001</c:v>
                </c:pt>
                <c:pt idx="42">
                  <c:v>0.92766000000000004</c:v>
                </c:pt>
                <c:pt idx="43">
                  <c:v>0.92601</c:v>
                </c:pt>
                <c:pt idx="44">
                  <c:v>0.92437000000000002</c:v>
                </c:pt>
                <c:pt idx="45">
                  <c:v>0.92274</c:v>
                </c:pt>
                <c:pt idx="46">
                  <c:v>0.92110000000000003</c:v>
                </c:pt>
                <c:pt idx="47">
                  <c:v>0.91947000000000001</c:v>
                </c:pt>
                <c:pt idx="48">
                  <c:v>0.91783999999999999</c:v>
                </c:pt>
                <c:pt idx="49">
                  <c:v>0.91622999999999999</c:v>
                </c:pt>
                <c:pt idx="50">
                  <c:v>0.91459999999999997</c:v>
                </c:pt>
                <c:pt idx="51">
                  <c:v>0.91296999999999995</c:v>
                </c:pt>
                <c:pt idx="52">
                  <c:v>0.91135999999999995</c:v>
                </c:pt>
                <c:pt idx="53">
                  <c:v>0.90974999999999995</c:v>
                </c:pt>
                <c:pt idx="54">
                  <c:v>0.90812999999999999</c:v>
                </c:pt>
                <c:pt idx="55">
                  <c:v>0.90652999999999995</c:v>
                </c:pt>
                <c:pt idx="56">
                  <c:v>0.90491999999999995</c:v>
                </c:pt>
                <c:pt idx="57">
                  <c:v>0.90330999999999995</c:v>
                </c:pt>
                <c:pt idx="58">
                  <c:v>0.90171999999999997</c:v>
                </c:pt>
                <c:pt idx="59">
                  <c:v>0.90012999999999999</c:v>
                </c:pt>
                <c:pt idx="60">
                  <c:v>0.89853000000000005</c:v>
                </c:pt>
                <c:pt idx="61">
                  <c:v>0.89693000000000001</c:v>
                </c:pt>
                <c:pt idx="62">
                  <c:v>0.89534999999999998</c:v>
                </c:pt>
                <c:pt idx="63">
                  <c:v>0.89376999999999995</c:v>
                </c:pt>
                <c:pt idx="64">
                  <c:v>0.89217999999999997</c:v>
                </c:pt>
                <c:pt idx="65">
                  <c:v>0.89061000000000001</c:v>
                </c:pt>
                <c:pt idx="66">
                  <c:v>0.88902999999999999</c:v>
                </c:pt>
                <c:pt idx="67">
                  <c:v>0.88744999999999996</c:v>
                </c:pt>
                <c:pt idx="68">
                  <c:v>0.88588</c:v>
                </c:pt>
                <c:pt idx="69">
                  <c:v>0.88431000000000004</c:v>
                </c:pt>
                <c:pt idx="70">
                  <c:v>0.88275000000000003</c:v>
                </c:pt>
                <c:pt idx="71">
                  <c:v>0.88119000000000003</c:v>
                </c:pt>
                <c:pt idx="72">
                  <c:v>0.87961999999999996</c:v>
                </c:pt>
                <c:pt idx="73">
                  <c:v>0.87807000000000002</c:v>
                </c:pt>
                <c:pt idx="74">
                  <c:v>0.87651000000000001</c:v>
                </c:pt>
                <c:pt idx="75">
                  <c:v>0.87497000000000003</c:v>
                </c:pt>
                <c:pt idx="76">
                  <c:v>0.87341999999999997</c:v>
                </c:pt>
                <c:pt idx="77">
                  <c:v>0.87187999999999999</c:v>
                </c:pt>
                <c:pt idx="78">
                  <c:v>0.87033000000000005</c:v>
                </c:pt>
                <c:pt idx="79">
                  <c:v>0.86880000000000002</c:v>
                </c:pt>
                <c:pt idx="80">
                  <c:v>0.86726000000000003</c:v>
                </c:pt>
                <c:pt idx="81">
                  <c:v>0.86572000000000005</c:v>
                </c:pt>
                <c:pt idx="82">
                  <c:v>0.86419000000000001</c:v>
                </c:pt>
                <c:pt idx="83">
                  <c:v>0.86265999999999998</c:v>
                </c:pt>
                <c:pt idx="84">
                  <c:v>0.86114000000000002</c:v>
                </c:pt>
                <c:pt idx="85">
                  <c:v>0.85962000000000005</c:v>
                </c:pt>
                <c:pt idx="86">
                  <c:v>0.85809999999999997</c:v>
                </c:pt>
                <c:pt idx="87">
                  <c:v>0.85658000000000001</c:v>
                </c:pt>
                <c:pt idx="88">
                  <c:v>0.85507</c:v>
                </c:pt>
                <c:pt idx="89">
                  <c:v>0.85355999999999999</c:v>
                </c:pt>
                <c:pt idx="90">
                  <c:v>0.85204000000000002</c:v>
                </c:pt>
                <c:pt idx="91">
                  <c:v>0.85053999999999996</c:v>
                </c:pt>
                <c:pt idx="92">
                  <c:v>0.84904999999999997</c:v>
                </c:pt>
                <c:pt idx="93">
                  <c:v>0.84753999999999996</c:v>
                </c:pt>
                <c:pt idx="94">
                  <c:v>0.84604000000000001</c:v>
                </c:pt>
                <c:pt idx="95">
                  <c:v>0.84453999999999996</c:v>
                </c:pt>
                <c:pt idx="96">
                  <c:v>0.84304999999999997</c:v>
                </c:pt>
                <c:pt idx="97">
                  <c:v>0.84155999999999997</c:v>
                </c:pt>
                <c:pt idx="98">
                  <c:v>0.84008000000000005</c:v>
                </c:pt>
                <c:pt idx="99">
                  <c:v>0.83860000000000001</c:v>
                </c:pt>
                <c:pt idx="100">
                  <c:v>0.83711000000000002</c:v>
                </c:pt>
                <c:pt idx="101">
                  <c:v>0.83564000000000005</c:v>
                </c:pt>
                <c:pt idx="102">
                  <c:v>0.83416000000000001</c:v>
                </c:pt>
                <c:pt idx="103">
                  <c:v>0.8327</c:v>
                </c:pt>
                <c:pt idx="104">
                  <c:v>0.83123000000000002</c:v>
                </c:pt>
                <c:pt idx="105">
                  <c:v>0.82976000000000005</c:v>
                </c:pt>
                <c:pt idx="106">
                  <c:v>0.82830000000000004</c:v>
                </c:pt>
                <c:pt idx="107">
                  <c:v>0.82684000000000002</c:v>
                </c:pt>
                <c:pt idx="108">
                  <c:v>0.82537000000000005</c:v>
                </c:pt>
                <c:pt idx="109">
                  <c:v>0.82391999999999999</c:v>
                </c:pt>
                <c:pt idx="110">
                  <c:v>0.82245999999999997</c:v>
                </c:pt>
                <c:pt idx="111">
                  <c:v>0.82101999999999997</c:v>
                </c:pt>
                <c:pt idx="112">
                  <c:v>0.81957000000000002</c:v>
                </c:pt>
                <c:pt idx="113">
                  <c:v>0.81811999999999996</c:v>
                </c:pt>
                <c:pt idx="114">
                  <c:v>0.81667999999999996</c:v>
                </c:pt>
                <c:pt idx="115">
                  <c:v>0.81523999999999996</c:v>
                </c:pt>
                <c:pt idx="116">
                  <c:v>0.81381000000000003</c:v>
                </c:pt>
                <c:pt idx="117">
                  <c:v>0.81237999999999999</c:v>
                </c:pt>
                <c:pt idx="118">
                  <c:v>0.81093999999999999</c:v>
                </c:pt>
                <c:pt idx="119">
                  <c:v>0.80952000000000002</c:v>
                </c:pt>
                <c:pt idx="120">
                  <c:v>0.80808999999999997</c:v>
                </c:pt>
                <c:pt idx="121">
                  <c:v>0.80667</c:v>
                </c:pt>
                <c:pt idx="122">
                  <c:v>0.80523999999999996</c:v>
                </c:pt>
                <c:pt idx="123">
                  <c:v>0.80384</c:v>
                </c:pt>
                <c:pt idx="124">
                  <c:v>0.80240999999999996</c:v>
                </c:pt>
                <c:pt idx="125">
                  <c:v>0.80100000000000005</c:v>
                </c:pt>
                <c:pt idx="126">
                  <c:v>0.79959999999999998</c:v>
                </c:pt>
                <c:pt idx="127">
                  <c:v>0.79820000000000002</c:v>
                </c:pt>
                <c:pt idx="128">
                  <c:v>0.79679</c:v>
                </c:pt>
                <c:pt idx="129">
                  <c:v>0.79537999999999998</c:v>
                </c:pt>
                <c:pt idx="130">
                  <c:v>0.79398999999999997</c:v>
                </c:pt>
                <c:pt idx="131">
                  <c:v>0.79259000000000002</c:v>
                </c:pt>
                <c:pt idx="132">
                  <c:v>0.79120000000000001</c:v>
                </c:pt>
                <c:pt idx="133">
                  <c:v>0.78981000000000001</c:v>
                </c:pt>
                <c:pt idx="134">
                  <c:v>0.78841000000000006</c:v>
                </c:pt>
                <c:pt idx="135">
                  <c:v>0.78703000000000001</c:v>
                </c:pt>
                <c:pt idx="136">
                  <c:v>0.78566000000000003</c:v>
                </c:pt>
                <c:pt idx="137">
                  <c:v>0.78427000000000002</c:v>
                </c:pt>
                <c:pt idx="138">
                  <c:v>0.78288999999999997</c:v>
                </c:pt>
                <c:pt idx="139">
                  <c:v>0.78151999999999999</c:v>
                </c:pt>
                <c:pt idx="140">
                  <c:v>0.78015000000000001</c:v>
                </c:pt>
                <c:pt idx="141">
                  <c:v>0.77878000000000003</c:v>
                </c:pt>
                <c:pt idx="142">
                  <c:v>0.77741000000000005</c:v>
                </c:pt>
                <c:pt idx="143">
                  <c:v>0.77603999999999995</c:v>
                </c:pt>
                <c:pt idx="144">
                  <c:v>0.77468000000000004</c:v>
                </c:pt>
                <c:pt idx="145">
                  <c:v>0.77331000000000005</c:v>
                </c:pt>
                <c:pt idx="146">
                  <c:v>0.77195999999999998</c:v>
                </c:pt>
                <c:pt idx="147">
                  <c:v>0.77059999999999995</c:v>
                </c:pt>
                <c:pt idx="148">
                  <c:v>0.76924999999999999</c:v>
                </c:pt>
                <c:pt idx="149">
                  <c:v>0.76790000000000003</c:v>
                </c:pt>
                <c:pt idx="150">
                  <c:v>0.76654999999999995</c:v>
                </c:pt>
                <c:pt idx="151">
                  <c:v>0.76520999999999995</c:v>
                </c:pt>
                <c:pt idx="152">
                  <c:v>0.76387000000000005</c:v>
                </c:pt>
                <c:pt idx="153">
                  <c:v>0.76251999999999998</c:v>
                </c:pt>
                <c:pt idx="154">
                  <c:v>0.76119000000000003</c:v>
                </c:pt>
                <c:pt idx="155">
                  <c:v>0.75985000000000003</c:v>
                </c:pt>
                <c:pt idx="156">
                  <c:v>0.75851000000000002</c:v>
                </c:pt>
                <c:pt idx="157">
                  <c:v>0.75719000000000003</c:v>
                </c:pt>
                <c:pt idx="158">
                  <c:v>0.75585999999999998</c:v>
                </c:pt>
                <c:pt idx="159">
                  <c:v>0.75453000000000003</c:v>
                </c:pt>
                <c:pt idx="160">
                  <c:v>0.75319999999999998</c:v>
                </c:pt>
                <c:pt idx="161">
                  <c:v>0.75187999999999999</c:v>
                </c:pt>
                <c:pt idx="162">
                  <c:v>0.75056</c:v>
                </c:pt>
                <c:pt idx="163">
                  <c:v>0.74924000000000002</c:v>
                </c:pt>
                <c:pt idx="164">
                  <c:v>0.74792999999999998</c:v>
                </c:pt>
                <c:pt idx="165">
                  <c:v>0.74661</c:v>
                </c:pt>
                <c:pt idx="166">
                  <c:v>0.74529999999999996</c:v>
                </c:pt>
                <c:pt idx="167">
                  <c:v>0.74399000000000004</c:v>
                </c:pt>
                <c:pt idx="168">
                  <c:v>0.74268000000000001</c:v>
                </c:pt>
                <c:pt idx="169">
                  <c:v>0.74138000000000004</c:v>
                </c:pt>
                <c:pt idx="170">
                  <c:v>0.74007999999999996</c:v>
                </c:pt>
                <c:pt idx="171">
                  <c:v>0.73877999999999999</c:v>
                </c:pt>
                <c:pt idx="172">
                  <c:v>0.73748000000000002</c:v>
                </c:pt>
                <c:pt idx="173">
                  <c:v>0.73619000000000001</c:v>
                </c:pt>
                <c:pt idx="174">
                  <c:v>0.73489000000000004</c:v>
                </c:pt>
                <c:pt idx="175">
                  <c:v>0.73360000000000003</c:v>
                </c:pt>
                <c:pt idx="176">
                  <c:v>0.73231000000000002</c:v>
                </c:pt>
                <c:pt idx="177">
                  <c:v>0.73101000000000005</c:v>
                </c:pt>
                <c:pt idx="178">
                  <c:v>0.72972999999999999</c:v>
                </c:pt>
                <c:pt idx="179">
                  <c:v>0.72845000000000004</c:v>
                </c:pt>
                <c:pt idx="180">
                  <c:v>0.72716000000000003</c:v>
                </c:pt>
                <c:pt idx="181">
                  <c:v>0.72587999999999997</c:v>
                </c:pt>
                <c:pt idx="182">
                  <c:v>0.72460000000000002</c:v>
                </c:pt>
                <c:pt idx="183">
                  <c:v>0.72333000000000003</c:v>
                </c:pt>
                <c:pt idx="184">
                  <c:v>0.72204000000000002</c:v>
                </c:pt>
                <c:pt idx="185">
                  <c:v>0.72077000000000002</c:v>
                </c:pt>
                <c:pt idx="186">
                  <c:v>0.71950000000000003</c:v>
                </c:pt>
                <c:pt idx="187">
                  <c:v>0.71823000000000004</c:v>
                </c:pt>
                <c:pt idx="188">
                  <c:v>0.71696000000000004</c:v>
                </c:pt>
                <c:pt idx="189">
                  <c:v>0.71569000000000005</c:v>
                </c:pt>
                <c:pt idx="190">
                  <c:v>0.71443000000000001</c:v>
                </c:pt>
                <c:pt idx="191">
                  <c:v>0.71316000000000002</c:v>
                </c:pt>
                <c:pt idx="192">
                  <c:v>0.71189999999999998</c:v>
                </c:pt>
                <c:pt idx="193">
                  <c:v>0.71062999999999998</c:v>
                </c:pt>
                <c:pt idx="194">
                  <c:v>0.70936999999999995</c:v>
                </c:pt>
                <c:pt idx="195">
                  <c:v>0.70811999999999997</c:v>
                </c:pt>
                <c:pt idx="196">
                  <c:v>0.70684999999999998</c:v>
                </c:pt>
                <c:pt idx="197">
                  <c:v>0.70560999999999996</c:v>
                </c:pt>
                <c:pt idx="198">
                  <c:v>0.70435000000000003</c:v>
                </c:pt>
                <c:pt idx="199">
                  <c:v>0.70308999999999999</c:v>
                </c:pt>
                <c:pt idx="200">
                  <c:v>0.70184000000000002</c:v>
                </c:pt>
                <c:pt idx="201">
                  <c:v>0.70059000000000005</c:v>
                </c:pt>
                <c:pt idx="202">
                  <c:v>0.69933999999999996</c:v>
                </c:pt>
                <c:pt idx="203">
                  <c:v>0.69808000000000003</c:v>
                </c:pt>
                <c:pt idx="204">
                  <c:v>0.69684000000000001</c:v>
                </c:pt>
                <c:pt idx="205">
                  <c:v>0.69559000000000004</c:v>
                </c:pt>
                <c:pt idx="206">
                  <c:v>0.69433999999999996</c:v>
                </c:pt>
                <c:pt idx="207">
                  <c:v>0.69308999999999998</c:v>
                </c:pt>
                <c:pt idx="208">
                  <c:v>0.69184999999999997</c:v>
                </c:pt>
                <c:pt idx="209">
                  <c:v>0.69059999999999999</c:v>
                </c:pt>
                <c:pt idx="210">
                  <c:v>0.68935999999999997</c:v>
                </c:pt>
                <c:pt idx="211">
                  <c:v>0.68811999999999995</c:v>
                </c:pt>
                <c:pt idx="212">
                  <c:v>0.68688000000000005</c:v>
                </c:pt>
                <c:pt idx="213">
                  <c:v>0.68564000000000003</c:v>
                </c:pt>
                <c:pt idx="214">
                  <c:v>0.68440000000000001</c:v>
                </c:pt>
                <c:pt idx="215">
                  <c:v>0.68315999999999999</c:v>
                </c:pt>
                <c:pt idx="216">
                  <c:v>0.68191000000000002</c:v>
                </c:pt>
                <c:pt idx="217">
                  <c:v>0.68067999999999995</c:v>
                </c:pt>
                <c:pt idx="218">
                  <c:v>0.67944000000000004</c:v>
                </c:pt>
                <c:pt idx="219">
                  <c:v>0.67818999999999996</c:v>
                </c:pt>
                <c:pt idx="220">
                  <c:v>0.67696000000000001</c:v>
                </c:pt>
                <c:pt idx="221">
                  <c:v>0.67571000000000003</c:v>
                </c:pt>
                <c:pt idx="222">
                  <c:v>0.67447999999999997</c:v>
                </c:pt>
                <c:pt idx="223">
                  <c:v>0.67323999999999995</c:v>
                </c:pt>
                <c:pt idx="224">
                  <c:v>0.67200000000000004</c:v>
                </c:pt>
                <c:pt idx="225">
                  <c:v>0.67076000000000002</c:v>
                </c:pt>
                <c:pt idx="226">
                  <c:v>0.66952999999999996</c:v>
                </c:pt>
                <c:pt idx="227">
                  <c:v>0.66827999999999999</c:v>
                </c:pt>
                <c:pt idx="228">
                  <c:v>0.66705000000000003</c:v>
                </c:pt>
                <c:pt idx="229">
                  <c:v>0.66579999999999995</c:v>
                </c:pt>
                <c:pt idx="230">
                  <c:v>0.66456000000000004</c:v>
                </c:pt>
                <c:pt idx="231">
                  <c:v>0.66332000000000002</c:v>
                </c:pt>
                <c:pt idx="232">
                  <c:v>0.66208</c:v>
                </c:pt>
                <c:pt idx="233">
                  <c:v>0.66083999999999998</c:v>
                </c:pt>
                <c:pt idx="234">
                  <c:v>0.65959000000000001</c:v>
                </c:pt>
                <c:pt idx="235">
                  <c:v>0.65834999999999999</c:v>
                </c:pt>
                <c:pt idx="236">
                  <c:v>0.65710999999999997</c:v>
                </c:pt>
                <c:pt idx="237">
                  <c:v>0.65586</c:v>
                </c:pt>
                <c:pt idx="238">
                  <c:v>0.65461000000000003</c:v>
                </c:pt>
                <c:pt idx="239">
                  <c:v>0.65336000000000005</c:v>
                </c:pt>
                <c:pt idx="240">
                  <c:v>0.65210999999999997</c:v>
                </c:pt>
                <c:pt idx="241">
                  <c:v>0.65085999999999999</c:v>
                </c:pt>
                <c:pt idx="242">
                  <c:v>0.64961000000000002</c:v>
                </c:pt>
                <c:pt idx="243">
                  <c:v>0.64836000000000005</c:v>
                </c:pt>
                <c:pt idx="244">
                  <c:v>0.64710000000000001</c:v>
                </c:pt>
                <c:pt idx="245">
                  <c:v>0.64585000000000004</c:v>
                </c:pt>
                <c:pt idx="246">
                  <c:v>0.64459</c:v>
                </c:pt>
                <c:pt idx="247">
                  <c:v>0.64332999999999996</c:v>
                </c:pt>
                <c:pt idx="248">
                  <c:v>0.64207000000000003</c:v>
                </c:pt>
                <c:pt idx="249">
                  <c:v>0.64080999999999999</c:v>
                </c:pt>
                <c:pt idx="250">
                  <c:v>0.63954</c:v>
                </c:pt>
                <c:pt idx="251">
                  <c:v>0.63827</c:v>
                </c:pt>
                <c:pt idx="252">
                  <c:v>0.63700999999999997</c:v>
                </c:pt>
                <c:pt idx="253">
                  <c:v>0.63573000000000002</c:v>
                </c:pt>
                <c:pt idx="254">
                  <c:v>0.63444999999999996</c:v>
                </c:pt>
                <c:pt idx="255">
                  <c:v>0.63317999999999997</c:v>
                </c:pt>
                <c:pt idx="256">
                  <c:v>0.63190000000000002</c:v>
                </c:pt>
                <c:pt idx="257">
                  <c:v>0.63061999999999996</c:v>
                </c:pt>
                <c:pt idx="258">
                  <c:v>0.62934000000000001</c:v>
                </c:pt>
                <c:pt idx="259">
                  <c:v>0.62804000000000004</c:v>
                </c:pt>
                <c:pt idx="260">
                  <c:v>0.62675999999999998</c:v>
                </c:pt>
                <c:pt idx="261">
                  <c:v>0.62546000000000002</c:v>
                </c:pt>
                <c:pt idx="262">
                  <c:v>0.62417</c:v>
                </c:pt>
                <c:pt idx="263">
                  <c:v>0.62287000000000003</c:v>
                </c:pt>
                <c:pt idx="264">
                  <c:v>0.62156999999999996</c:v>
                </c:pt>
                <c:pt idx="265">
                  <c:v>0.62026000000000003</c:v>
                </c:pt>
                <c:pt idx="266">
                  <c:v>0.61895999999999995</c:v>
                </c:pt>
                <c:pt idx="267">
                  <c:v>0.61763999999999997</c:v>
                </c:pt>
                <c:pt idx="268">
                  <c:v>0.61633000000000004</c:v>
                </c:pt>
                <c:pt idx="269">
                  <c:v>0.61500999999999995</c:v>
                </c:pt>
                <c:pt idx="270">
                  <c:v>0.61368</c:v>
                </c:pt>
                <c:pt idx="271">
                  <c:v>0.61234999999999995</c:v>
                </c:pt>
                <c:pt idx="272">
                  <c:v>0.61102000000000001</c:v>
                </c:pt>
                <c:pt idx="273">
                  <c:v>0.60968999999999995</c:v>
                </c:pt>
                <c:pt idx="274">
                  <c:v>0.60834999999999995</c:v>
                </c:pt>
                <c:pt idx="275">
                  <c:v>0.60701000000000005</c:v>
                </c:pt>
                <c:pt idx="276">
                  <c:v>0.60565000000000002</c:v>
                </c:pt>
                <c:pt idx="277">
                  <c:v>0.60431000000000001</c:v>
                </c:pt>
                <c:pt idx="278">
                  <c:v>0.60294999999999999</c:v>
                </c:pt>
                <c:pt idx="279">
                  <c:v>0.60158999999999996</c:v>
                </c:pt>
                <c:pt idx="280">
                  <c:v>0.60023000000000004</c:v>
                </c:pt>
                <c:pt idx="281">
                  <c:v>0.59884999999999999</c:v>
                </c:pt>
                <c:pt idx="282">
                  <c:v>0.59748000000000001</c:v>
                </c:pt>
                <c:pt idx="283">
                  <c:v>0.59609000000000001</c:v>
                </c:pt>
                <c:pt idx="284">
                  <c:v>0.59470999999999996</c:v>
                </c:pt>
                <c:pt idx="285">
                  <c:v>0.59331999999999996</c:v>
                </c:pt>
                <c:pt idx="286">
                  <c:v>0.59192999999999996</c:v>
                </c:pt>
                <c:pt idx="287">
                  <c:v>0.59053</c:v>
                </c:pt>
                <c:pt idx="288">
                  <c:v>0.58911000000000002</c:v>
                </c:pt>
                <c:pt idx="289">
                  <c:v>0.5877</c:v>
                </c:pt>
                <c:pt idx="290">
                  <c:v>0.58628999999999998</c:v>
                </c:pt>
                <c:pt idx="291">
                  <c:v>0.58486000000000005</c:v>
                </c:pt>
                <c:pt idx="292">
                  <c:v>0.58343</c:v>
                </c:pt>
                <c:pt idx="293">
                  <c:v>0.58199999999999996</c:v>
                </c:pt>
                <c:pt idx="294">
                  <c:v>0.58055000000000001</c:v>
                </c:pt>
                <c:pt idx="295">
                  <c:v>0.57911000000000001</c:v>
                </c:pt>
                <c:pt idx="296">
                  <c:v>0.57765999999999995</c:v>
                </c:pt>
                <c:pt idx="297">
                  <c:v>0.57620000000000005</c:v>
                </c:pt>
                <c:pt idx="298">
                  <c:v>0.57474000000000003</c:v>
                </c:pt>
                <c:pt idx="299">
                  <c:v>0.57325999999999999</c:v>
                </c:pt>
                <c:pt idx="300">
                  <c:v>0.57177999999999995</c:v>
                </c:pt>
                <c:pt idx="301">
                  <c:v>0.57030000000000003</c:v>
                </c:pt>
                <c:pt idx="302">
                  <c:v>0.56881000000000004</c:v>
                </c:pt>
                <c:pt idx="303">
                  <c:v>0.56732000000000005</c:v>
                </c:pt>
                <c:pt idx="304">
                  <c:v>0.56581999999999999</c:v>
                </c:pt>
                <c:pt idx="305">
                  <c:v>0.56430000000000002</c:v>
                </c:pt>
                <c:pt idx="306">
                  <c:v>0.56279000000000001</c:v>
                </c:pt>
                <c:pt idx="307">
                  <c:v>0.56127000000000005</c:v>
                </c:pt>
                <c:pt idx="308">
                  <c:v>0.55972999999999995</c:v>
                </c:pt>
                <c:pt idx="309">
                  <c:v>0.55820000000000003</c:v>
                </c:pt>
                <c:pt idx="310">
                  <c:v>0.55666000000000004</c:v>
                </c:pt>
                <c:pt idx="311">
                  <c:v>0.55510000000000004</c:v>
                </c:pt>
                <c:pt idx="312">
                  <c:v>0.55354000000000003</c:v>
                </c:pt>
                <c:pt idx="313">
                  <c:v>0.55198000000000003</c:v>
                </c:pt>
                <c:pt idx="314">
                  <c:v>0.55040999999999995</c:v>
                </c:pt>
                <c:pt idx="315">
                  <c:v>0.54883000000000004</c:v>
                </c:pt>
                <c:pt idx="316">
                  <c:v>0.54725000000000001</c:v>
                </c:pt>
                <c:pt idx="317">
                  <c:v>0.54564000000000001</c:v>
                </c:pt>
                <c:pt idx="318">
                  <c:v>0.54405000000000003</c:v>
                </c:pt>
                <c:pt idx="319">
                  <c:v>0.54305999999999999</c:v>
                </c:pt>
                <c:pt idx="320">
                  <c:v>0.53973000000000004</c:v>
                </c:pt>
                <c:pt idx="321">
                  <c:v>0.53573999999999999</c:v>
                </c:pt>
                <c:pt idx="322">
                  <c:v>0.53173000000000004</c:v>
                </c:pt>
                <c:pt idx="323">
                  <c:v>0.52766999999999997</c:v>
                </c:pt>
                <c:pt idx="324">
                  <c:v>0.52359999999999995</c:v>
                </c:pt>
                <c:pt idx="325">
                  <c:v>0.51949000000000001</c:v>
                </c:pt>
                <c:pt idx="326">
                  <c:v>0.51536999999999999</c:v>
                </c:pt>
                <c:pt idx="327">
                  <c:v>0.51121000000000005</c:v>
                </c:pt>
                <c:pt idx="328">
                  <c:v>0.50702000000000003</c:v>
                </c:pt>
                <c:pt idx="329">
                  <c:v>0.50280999999999998</c:v>
                </c:pt>
                <c:pt idx="330">
                  <c:v>0.49858000000000002</c:v>
                </c:pt>
                <c:pt idx="331">
                  <c:v>0.49434</c:v>
                </c:pt>
                <c:pt idx="332">
                  <c:v>0.49007000000000001</c:v>
                </c:pt>
                <c:pt idx="333">
                  <c:v>0.48577999999999999</c:v>
                </c:pt>
                <c:pt idx="334">
                  <c:v>0.48146</c:v>
                </c:pt>
                <c:pt idx="335">
                  <c:v>0.47714000000000001</c:v>
                </c:pt>
                <c:pt idx="336">
                  <c:v>0.47281000000000001</c:v>
                </c:pt>
                <c:pt idx="337">
                  <c:v>0.46847</c:v>
                </c:pt>
                <c:pt idx="338">
                  <c:v>0.46411000000000002</c:v>
                </c:pt>
                <c:pt idx="339">
                  <c:v>0.45974999999999999</c:v>
                </c:pt>
                <c:pt idx="340">
                  <c:v>0.45538000000000001</c:v>
                </c:pt>
                <c:pt idx="341">
                  <c:v>0.45101000000000002</c:v>
                </c:pt>
                <c:pt idx="342">
                  <c:v>0.44663999999999998</c:v>
                </c:pt>
                <c:pt idx="343">
                  <c:v>0.44227</c:v>
                </c:pt>
                <c:pt idx="344">
                  <c:v>0.43791000000000002</c:v>
                </c:pt>
                <c:pt idx="345">
                  <c:v>0.43354999999999999</c:v>
                </c:pt>
                <c:pt idx="346">
                  <c:v>0.42921999999999999</c:v>
                </c:pt>
                <c:pt idx="347">
                  <c:v>0.42488999999999999</c:v>
                </c:pt>
                <c:pt idx="348">
                  <c:v>0.42058000000000001</c:v>
                </c:pt>
                <c:pt idx="349">
                  <c:v>0.41626999999999997</c:v>
                </c:pt>
                <c:pt idx="350">
                  <c:v>0.41199999999999998</c:v>
                </c:pt>
                <c:pt idx="351">
                  <c:v>0.40775</c:v>
                </c:pt>
                <c:pt idx="352">
                  <c:v>0.40351999999999999</c:v>
                </c:pt>
                <c:pt idx="353">
                  <c:v>0.39932000000000001</c:v>
                </c:pt>
                <c:pt idx="354">
                  <c:v>0.39516000000000001</c:v>
                </c:pt>
                <c:pt idx="355">
                  <c:v>0.39101999999999998</c:v>
                </c:pt>
                <c:pt idx="356">
                  <c:v>0.38693</c:v>
                </c:pt>
                <c:pt idx="357">
                  <c:v>0.38286999999999999</c:v>
                </c:pt>
                <c:pt idx="358">
                  <c:v>0.37885000000000002</c:v>
                </c:pt>
                <c:pt idx="359">
                  <c:v>0.37487999999999999</c:v>
                </c:pt>
                <c:pt idx="360">
                  <c:v>0.37096000000000001</c:v>
                </c:pt>
                <c:pt idx="361">
                  <c:v>0.36708000000000002</c:v>
                </c:pt>
                <c:pt idx="362">
                  <c:v>0.36325000000000002</c:v>
                </c:pt>
                <c:pt idx="363">
                  <c:v>0.35948000000000002</c:v>
                </c:pt>
                <c:pt idx="364">
                  <c:v>0.35576000000000002</c:v>
                </c:pt>
                <c:pt idx="365">
                  <c:v>0.35210000000000002</c:v>
                </c:pt>
                <c:pt idx="366">
                  <c:v>0.34849000000000002</c:v>
                </c:pt>
                <c:pt idx="367">
                  <c:v>0.34494000000000002</c:v>
                </c:pt>
                <c:pt idx="368">
                  <c:v>0.34145999999999999</c:v>
                </c:pt>
                <c:pt idx="369">
                  <c:v>0.33804000000000001</c:v>
                </c:pt>
                <c:pt idx="370" formatCode="0.00E+00">
                  <c:v>0.33467999999999998</c:v>
                </c:pt>
                <c:pt idx="371" formatCode="0.00E+00">
                  <c:v>0.33138000000000001</c:v>
                </c:pt>
                <c:pt idx="372" formatCode="0.00E+00">
                  <c:v>0.32816000000000001</c:v>
                </c:pt>
                <c:pt idx="373" formatCode="0.00E+00">
                  <c:v>0.32500000000000001</c:v>
                </c:pt>
                <c:pt idx="374" formatCode="0.00E+00">
                  <c:v>0.32190999999999997</c:v>
                </c:pt>
                <c:pt idx="375" formatCode="0.00E+00">
                  <c:v>0.31889000000000001</c:v>
                </c:pt>
                <c:pt idx="376" formatCode="0.00E+00">
                  <c:v>0.31594</c:v>
                </c:pt>
                <c:pt idx="377" formatCode="0.00E+00">
                  <c:v>0.31306</c:v>
                </c:pt>
                <c:pt idx="378" formatCode="0.00E+00">
                  <c:v>0.31025000000000003</c:v>
                </c:pt>
                <c:pt idx="379" formatCode="0.00E+00">
                  <c:v>0.30751000000000001</c:v>
                </c:pt>
                <c:pt idx="380" formatCode="0.00E+00">
                  <c:v>0.30484</c:v>
                </c:pt>
                <c:pt idx="381" formatCode="0.00E+00">
                  <c:v>0.30224000000000001</c:v>
                </c:pt>
                <c:pt idx="382" formatCode="0.00E+00">
                  <c:v>0.29970999999999998</c:v>
                </c:pt>
                <c:pt idx="383" formatCode="0.00E+00">
                  <c:v>0.29726000000000002</c:v>
                </c:pt>
                <c:pt idx="384" formatCode="0.00E+00">
                  <c:v>0.29487999999999998</c:v>
                </c:pt>
                <c:pt idx="385" formatCode="0.00E+00">
                  <c:v>0.29257</c:v>
                </c:pt>
                <c:pt idx="386" formatCode="0.00E+00">
                  <c:v>0.29032000000000002</c:v>
                </c:pt>
                <c:pt idx="387" formatCode="0.00E+00">
                  <c:v>0.28814000000000001</c:v>
                </c:pt>
                <c:pt idx="388" formatCode="0.00E+00">
                  <c:v>0.28604000000000002</c:v>
                </c:pt>
                <c:pt idx="389" formatCode="0.00E+00">
                  <c:v>0.28399999999999997</c:v>
                </c:pt>
                <c:pt idx="390" formatCode="0.00E+00">
                  <c:v>0.28203</c:v>
                </c:pt>
                <c:pt idx="391" formatCode="0.00E+00">
                  <c:v>0.28012999999999999</c:v>
                </c:pt>
                <c:pt idx="392" formatCode="0.00E+00">
                  <c:v>0.27828999999999998</c:v>
                </c:pt>
                <c:pt idx="393" formatCode="0.00E+00">
                  <c:v>0.27651999999999999</c:v>
                </c:pt>
                <c:pt idx="394" formatCode="0.00E+00">
                  <c:v>0.27481</c:v>
                </c:pt>
                <c:pt idx="395" formatCode="0.00E+00">
                  <c:v>0.27317000000000002</c:v>
                </c:pt>
                <c:pt idx="396" formatCode="0.00E+00">
                  <c:v>0.27157999999999999</c:v>
                </c:pt>
                <c:pt idx="397" formatCode="0.00E+00">
                  <c:v>0.27006000000000002</c:v>
                </c:pt>
                <c:pt idx="398" formatCode="0.00E+00">
                  <c:v>0.26859</c:v>
                </c:pt>
                <c:pt idx="399" formatCode="0.00E+00">
                  <c:v>0.26717999999999997</c:v>
                </c:pt>
                <c:pt idx="400" formatCode="0.00E+00">
                  <c:v>0.26583000000000001</c:v>
                </c:pt>
                <c:pt idx="401" formatCode="0.00E+00">
                  <c:v>0.26454</c:v>
                </c:pt>
                <c:pt idx="402" formatCode="0.00E+00">
                  <c:v>0.26329000000000002</c:v>
                </c:pt>
                <c:pt idx="403" formatCode="0.00E+00">
                  <c:v>0.26211000000000001</c:v>
                </c:pt>
                <c:pt idx="404" formatCode="0.00E+00">
                  <c:v>0.26096999999999998</c:v>
                </c:pt>
                <c:pt idx="405" formatCode="0.00E+00">
                  <c:v>0.25988</c:v>
                </c:pt>
                <c:pt idx="406" formatCode="0.00E+00">
                  <c:v>0.25884000000000001</c:v>
                </c:pt>
                <c:pt idx="407" formatCode="0.00E+00">
                  <c:v>0.25784000000000001</c:v>
                </c:pt>
                <c:pt idx="408" formatCode="0.00E+00">
                  <c:v>0.25689000000000001</c:v>
                </c:pt>
                <c:pt idx="409" formatCode="0.00E+00">
                  <c:v>0.25599</c:v>
                </c:pt>
                <c:pt idx="410" formatCode="0.00E+00">
                  <c:v>0.25513000000000002</c:v>
                </c:pt>
                <c:pt idx="411" formatCode="0.00E+00">
                  <c:v>0.25430000000000003</c:v>
                </c:pt>
                <c:pt idx="412" formatCode="0.00E+00">
                  <c:v>0.25352000000000002</c:v>
                </c:pt>
                <c:pt idx="413" formatCode="0.00E+00">
                  <c:v>0.25278</c:v>
                </c:pt>
                <c:pt idx="414" formatCode="0.00E+00">
                  <c:v>0.25207000000000002</c:v>
                </c:pt>
                <c:pt idx="415" formatCode="0.00E+00">
                  <c:v>0.25140000000000001</c:v>
                </c:pt>
                <c:pt idx="416" formatCode="0.00E+00">
                  <c:v>0.25075999999999998</c:v>
                </c:pt>
                <c:pt idx="417" formatCode="0.00E+00">
                  <c:v>0.25014999999999998</c:v>
                </c:pt>
                <c:pt idx="418" formatCode="0.00E+00">
                  <c:v>0.24958</c:v>
                </c:pt>
                <c:pt idx="419" formatCode="0.00E+00">
                  <c:v>0.24904000000000001</c:v>
                </c:pt>
                <c:pt idx="420" formatCode="0.00E+00">
                  <c:v>0.24853</c:v>
                </c:pt>
                <c:pt idx="421" formatCode="0.00E+00">
                  <c:v>0.24804000000000001</c:v>
                </c:pt>
                <c:pt idx="422" formatCode="0.00E+00">
                  <c:v>0.24757999999999999</c:v>
                </c:pt>
                <c:pt idx="423" formatCode="0.00E+00">
                  <c:v>0.24715000000000001</c:v>
                </c:pt>
                <c:pt idx="424" formatCode="0.00E+00">
                  <c:v>0.24673999999999999</c:v>
                </c:pt>
                <c:pt idx="425" formatCode="0.00E+00">
                  <c:v>0.24636</c:v>
                </c:pt>
                <c:pt idx="426" formatCode="0.00E+00">
                  <c:v>0.246</c:v>
                </c:pt>
                <c:pt idx="427" formatCode="0.00E+00">
                  <c:v>0.24567</c:v>
                </c:pt>
                <c:pt idx="428" formatCode="0.00E+00">
                  <c:v>0.24535000000000001</c:v>
                </c:pt>
                <c:pt idx="429" formatCode="0.00E+00">
                  <c:v>0.24507000000000001</c:v>
                </c:pt>
                <c:pt idx="430" formatCode="0.00E+00">
                  <c:v>0.24481</c:v>
                </c:pt>
                <c:pt idx="431" formatCode="0.00E+00">
                  <c:v>0.24457000000000001</c:v>
                </c:pt>
                <c:pt idx="432" formatCode="0.00E+00">
                  <c:v>0.24437</c:v>
                </c:pt>
                <c:pt idx="433" formatCode="0.00E+00">
                  <c:v>0.24418999999999999</c:v>
                </c:pt>
                <c:pt idx="434" formatCode="0.00E+00">
                  <c:v>0.24406</c:v>
                </c:pt>
                <c:pt idx="435" formatCode="0.00E+00">
                  <c:v>0.24396999999999999</c:v>
                </c:pt>
                <c:pt idx="436" formatCode="0.00E+00">
                  <c:v>0.24395</c:v>
                </c:pt>
              </c:numCache>
            </c:numRef>
          </c:xVal>
          <c:yVal>
            <c:numRef>
              <c:f>BM_STUDY_PHREEQCRM_MU_GAMMA!$F$1751:$F$2187</c:f>
              <c:numCache>
                <c:formatCode>General</c:formatCode>
                <c:ptCount val="437"/>
                <c:pt idx="0">
                  <c:v>750</c:v>
                </c:pt>
                <c:pt idx="1">
                  <c:v>749</c:v>
                </c:pt>
                <c:pt idx="2">
                  <c:v>748</c:v>
                </c:pt>
                <c:pt idx="3">
                  <c:v>747</c:v>
                </c:pt>
                <c:pt idx="4">
                  <c:v>745.99</c:v>
                </c:pt>
                <c:pt idx="5">
                  <c:v>744.99</c:v>
                </c:pt>
                <c:pt idx="6">
                  <c:v>743.98</c:v>
                </c:pt>
                <c:pt idx="7">
                  <c:v>742.98</c:v>
                </c:pt>
                <c:pt idx="8">
                  <c:v>741.97</c:v>
                </c:pt>
                <c:pt idx="9">
                  <c:v>740.96</c:v>
                </c:pt>
                <c:pt idx="10">
                  <c:v>739.95</c:v>
                </c:pt>
                <c:pt idx="11">
                  <c:v>738.94</c:v>
                </c:pt>
                <c:pt idx="12">
                  <c:v>737.93</c:v>
                </c:pt>
                <c:pt idx="13">
                  <c:v>736.92</c:v>
                </c:pt>
                <c:pt idx="14">
                  <c:v>735.91</c:v>
                </c:pt>
                <c:pt idx="15">
                  <c:v>734.89</c:v>
                </c:pt>
                <c:pt idx="16">
                  <c:v>733.88</c:v>
                </c:pt>
                <c:pt idx="17">
                  <c:v>732.86</c:v>
                </c:pt>
                <c:pt idx="18">
                  <c:v>731.85</c:v>
                </c:pt>
                <c:pt idx="19">
                  <c:v>730.83</c:v>
                </c:pt>
                <c:pt idx="20">
                  <c:v>729.81</c:v>
                </c:pt>
                <c:pt idx="21">
                  <c:v>728.79</c:v>
                </c:pt>
                <c:pt idx="22">
                  <c:v>727.77</c:v>
                </c:pt>
                <c:pt idx="23">
                  <c:v>726.75</c:v>
                </c:pt>
                <c:pt idx="24">
                  <c:v>725.72</c:v>
                </c:pt>
                <c:pt idx="25">
                  <c:v>724.7</c:v>
                </c:pt>
                <c:pt idx="26">
                  <c:v>723.67</c:v>
                </c:pt>
                <c:pt idx="27">
                  <c:v>722.65</c:v>
                </c:pt>
                <c:pt idx="28">
                  <c:v>721.62</c:v>
                </c:pt>
                <c:pt idx="29">
                  <c:v>720.59</c:v>
                </c:pt>
                <c:pt idx="30">
                  <c:v>719.56</c:v>
                </c:pt>
                <c:pt idx="31">
                  <c:v>718.53</c:v>
                </c:pt>
                <c:pt idx="32">
                  <c:v>717.5</c:v>
                </c:pt>
                <c:pt idx="33">
                  <c:v>716.47</c:v>
                </c:pt>
                <c:pt idx="34">
                  <c:v>715.43</c:v>
                </c:pt>
                <c:pt idx="35">
                  <c:v>714.4</c:v>
                </c:pt>
                <c:pt idx="36">
                  <c:v>713.36</c:v>
                </c:pt>
                <c:pt idx="37">
                  <c:v>712.33</c:v>
                </c:pt>
                <c:pt idx="38">
                  <c:v>711.29</c:v>
                </c:pt>
                <c:pt idx="39">
                  <c:v>710.25</c:v>
                </c:pt>
                <c:pt idx="40">
                  <c:v>709.21</c:v>
                </c:pt>
                <c:pt idx="41">
                  <c:v>708.17</c:v>
                </c:pt>
                <c:pt idx="42">
                  <c:v>707.13</c:v>
                </c:pt>
                <c:pt idx="43">
                  <c:v>706.08</c:v>
                </c:pt>
                <c:pt idx="44">
                  <c:v>705.04</c:v>
                </c:pt>
                <c:pt idx="45">
                  <c:v>704</c:v>
                </c:pt>
                <c:pt idx="46">
                  <c:v>702.95</c:v>
                </c:pt>
                <c:pt idx="47">
                  <c:v>701.9</c:v>
                </c:pt>
                <c:pt idx="48">
                  <c:v>700.85</c:v>
                </c:pt>
                <c:pt idx="49">
                  <c:v>699.81</c:v>
                </c:pt>
                <c:pt idx="50">
                  <c:v>698.76</c:v>
                </c:pt>
                <c:pt idx="51">
                  <c:v>697.7</c:v>
                </c:pt>
                <c:pt idx="52">
                  <c:v>696.65</c:v>
                </c:pt>
                <c:pt idx="53">
                  <c:v>695.6</c:v>
                </c:pt>
                <c:pt idx="54">
                  <c:v>694.54</c:v>
                </c:pt>
                <c:pt idx="55">
                  <c:v>693.49</c:v>
                </c:pt>
                <c:pt idx="56">
                  <c:v>692.43</c:v>
                </c:pt>
                <c:pt idx="57">
                  <c:v>691.37</c:v>
                </c:pt>
                <c:pt idx="58">
                  <c:v>690.32</c:v>
                </c:pt>
                <c:pt idx="59">
                  <c:v>689.26</c:v>
                </c:pt>
                <c:pt idx="60">
                  <c:v>688.2</c:v>
                </c:pt>
                <c:pt idx="61">
                  <c:v>687.13</c:v>
                </c:pt>
                <c:pt idx="62">
                  <c:v>686.07</c:v>
                </c:pt>
                <c:pt idx="63">
                  <c:v>685.01</c:v>
                </c:pt>
                <c:pt idx="64">
                  <c:v>683.94</c:v>
                </c:pt>
                <c:pt idx="65">
                  <c:v>682.88</c:v>
                </c:pt>
                <c:pt idx="66">
                  <c:v>681.81</c:v>
                </c:pt>
                <c:pt idx="67">
                  <c:v>680.74</c:v>
                </c:pt>
                <c:pt idx="68">
                  <c:v>679.67</c:v>
                </c:pt>
                <c:pt idx="69">
                  <c:v>678.6</c:v>
                </c:pt>
                <c:pt idx="70">
                  <c:v>677.53</c:v>
                </c:pt>
                <c:pt idx="71">
                  <c:v>676.46</c:v>
                </c:pt>
                <c:pt idx="72">
                  <c:v>675.38</c:v>
                </c:pt>
                <c:pt idx="73">
                  <c:v>674.31</c:v>
                </c:pt>
                <c:pt idx="74">
                  <c:v>673.23</c:v>
                </c:pt>
                <c:pt idx="75">
                  <c:v>672.16</c:v>
                </c:pt>
                <c:pt idx="76">
                  <c:v>671.08</c:v>
                </c:pt>
                <c:pt idx="77">
                  <c:v>670</c:v>
                </c:pt>
                <c:pt idx="78">
                  <c:v>668.92</c:v>
                </c:pt>
                <c:pt idx="79">
                  <c:v>667.84</c:v>
                </c:pt>
                <c:pt idx="80">
                  <c:v>666.76</c:v>
                </c:pt>
                <c:pt idx="81">
                  <c:v>665.67</c:v>
                </c:pt>
                <c:pt idx="82">
                  <c:v>664.59</c:v>
                </c:pt>
                <c:pt idx="83">
                  <c:v>663.5</c:v>
                </c:pt>
                <c:pt idx="84">
                  <c:v>662.42</c:v>
                </c:pt>
                <c:pt idx="85">
                  <c:v>661.33</c:v>
                </c:pt>
                <c:pt idx="86">
                  <c:v>660.24</c:v>
                </c:pt>
                <c:pt idx="87">
                  <c:v>659.15</c:v>
                </c:pt>
                <c:pt idx="88">
                  <c:v>658.06</c:v>
                </c:pt>
                <c:pt idx="89">
                  <c:v>656.97</c:v>
                </c:pt>
                <c:pt idx="90">
                  <c:v>655.87</c:v>
                </c:pt>
                <c:pt idx="91">
                  <c:v>654.78</c:v>
                </c:pt>
                <c:pt idx="92">
                  <c:v>653.69000000000005</c:v>
                </c:pt>
                <c:pt idx="93">
                  <c:v>652.59</c:v>
                </c:pt>
                <c:pt idx="94">
                  <c:v>651.49</c:v>
                </c:pt>
                <c:pt idx="95">
                  <c:v>650.39</c:v>
                </c:pt>
                <c:pt idx="96">
                  <c:v>649.29</c:v>
                </c:pt>
                <c:pt idx="97">
                  <c:v>648.19000000000005</c:v>
                </c:pt>
                <c:pt idx="98">
                  <c:v>647.09</c:v>
                </c:pt>
                <c:pt idx="99">
                  <c:v>645.99</c:v>
                </c:pt>
                <c:pt idx="100">
                  <c:v>644.88</c:v>
                </c:pt>
                <c:pt idx="101">
                  <c:v>643.78</c:v>
                </c:pt>
                <c:pt idx="102">
                  <c:v>642.66999999999996</c:v>
                </c:pt>
                <c:pt idx="103">
                  <c:v>641.57000000000005</c:v>
                </c:pt>
                <c:pt idx="104">
                  <c:v>640.46</c:v>
                </c:pt>
                <c:pt idx="105">
                  <c:v>639.35</c:v>
                </c:pt>
                <c:pt idx="106">
                  <c:v>638.24</c:v>
                </c:pt>
                <c:pt idx="107">
                  <c:v>637.13</c:v>
                </c:pt>
                <c:pt idx="108">
                  <c:v>636.01</c:v>
                </c:pt>
                <c:pt idx="109">
                  <c:v>634.9</c:v>
                </c:pt>
                <c:pt idx="110">
                  <c:v>633.78</c:v>
                </c:pt>
                <c:pt idx="111">
                  <c:v>632.66999999999996</c:v>
                </c:pt>
                <c:pt idx="112">
                  <c:v>631.54999999999995</c:v>
                </c:pt>
                <c:pt idx="113">
                  <c:v>630.42999999999995</c:v>
                </c:pt>
                <c:pt idx="114">
                  <c:v>629.30999999999995</c:v>
                </c:pt>
                <c:pt idx="115">
                  <c:v>628.19000000000005</c:v>
                </c:pt>
                <c:pt idx="116">
                  <c:v>627.07000000000005</c:v>
                </c:pt>
                <c:pt idx="117">
                  <c:v>625.95000000000005</c:v>
                </c:pt>
                <c:pt idx="118">
                  <c:v>624.82000000000005</c:v>
                </c:pt>
                <c:pt idx="119">
                  <c:v>623.70000000000005</c:v>
                </c:pt>
                <c:pt idx="120">
                  <c:v>622.57000000000005</c:v>
                </c:pt>
                <c:pt idx="121">
                  <c:v>621.44000000000005</c:v>
                </c:pt>
                <c:pt idx="122">
                  <c:v>620.30999999999995</c:v>
                </c:pt>
                <c:pt idx="123">
                  <c:v>619.19000000000005</c:v>
                </c:pt>
                <c:pt idx="124">
                  <c:v>618.04999999999995</c:v>
                </c:pt>
                <c:pt idx="125">
                  <c:v>616.91999999999996</c:v>
                </c:pt>
                <c:pt idx="126">
                  <c:v>615.79</c:v>
                </c:pt>
                <c:pt idx="127">
                  <c:v>614.66</c:v>
                </c:pt>
                <c:pt idx="128">
                  <c:v>613.52</c:v>
                </c:pt>
                <c:pt idx="129">
                  <c:v>612.38</c:v>
                </c:pt>
                <c:pt idx="130">
                  <c:v>611.25</c:v>
                </c:pt>
                <c:pt idx="131">
                  <c:v>610.11</c:v>
                </c:pt>
                <c:pt idx="132">
                  <c:v>608.97</c:v>
                </c:pt>
                <c:pt idx="133">
                  <c:v>607.83000000000004</c:v>
                </c:pt>
                <c:pt idx="134">
                  <c:v>606.67999999999995</c:v>
                </c:pt>
                <c:pt idx="135">
                  <c:v>605.54</c:v>
                </c:pt>
                <c:pt idx="136">
                  <c:v>604.4</c:v>
                </c:pt>
                <c:pt idx="137">
                  <c:v>603.25</c:v>
                </c:pt>
                <c:pt idx="138">
                  <c:v>602.1</c:v>
                </c:pt>
                <c:pt idx="139">
                  <c:v>600.96</c:v>
                </c:pt>
                <c:pt idx="140">
                  <c:v>599.80999999999995</c:v>
                </c:pt>
                <c:pt idx="141">
                  <c:v>598.66</c:v>
                </c:pt>
                <c:pt idx="142">
                  <c:v>597.51</c:v>
                </c:pt>
                <c:pt idx="143">
                  <c:v>596.35</c:v>
                </c:pt>
                <c:pt idx="144">
                  <c:v>595.20000000000005</c:v>
                </c:pt>
                <c:pt idx="145">
                  <c:v>594.04</c:v>
                </c:pt>
                <c:pt idx="146">
                  <c:v>592.89</c:v>
                </c:pt>
                <c:pt idx="147">
                  <c:v>591.73</c:v>
                </c:pt>
                <c:pt idx="148">
                  <c:v>590.57000000000005</c:v>
                </c:pt>
                <c:pt idx="149">
                  <c:v>589.41</c:v>
                </c:pt>
                <c:pt idx="150">
                  <c:v>588.25</c:v>
                </c:pt>
                <c:pt idx="151">
                  <c:v>587.09</c:v>
                </c:pt>
                <c:pt idx="152">
                  <c:v>585.92999999999995</c:v>
                </c:pt>
                <c:pt idx="153">
                  <c:v>584.76</c:v>
                </c:pt>
                <c:pt idx="154">
                  <c:v>583.6</c:v>
                </c:pt>
                <c:pt idx="155">
                  <c:v>582.42999999999995</c:v>
                </c:pt>
                <c:pt idx="156">
                  <c:v>581.26</c:v>
                </c:pt>
                <c:pt idx="157">
                  <c:v>580.1</c:v>
                </c:pt>
                <c:pt idx="158">
                  <c:v>578.92999999999995</c:v>
                </c:pt>
                <c:pt idx="159">
                  <c:v>577.76</c:v>
                </c:pt>
                <c:pt idx="160">
                  <c:v>576.58000000000004</c:v>
                </c:pt>
                <c:pt idx="161">
                  <c:v>575.41</c:v>
                </c:pt>
                <c:pt idx="162">
                  <c:v>574.23</c:v>
                </c:pt>
                <c:pt idx="163">
                  <c:v>573.05999999999995</c:v>
                </c:pt>
                <c:pt idx="164">
                  <c:v>571.88</c:v>
                </c:pt>
                <c:pt idx="165">
                  <c:v>570.70000000000005</c:v>
                </c:pt>
                <c:pt idx="166">
                  <c:v>569.52</c:v>
                </c:pt>
                <c:pt idx="167">
                  <c:v>568.34</c:v>
                </c:pt>
                <c:pt idx="168">
                  <c:v>567.16</c:v>
                </c:pt>
                <c:pt idx="169">
                  <c:v>565.98</c:v>
                </c:pt>
                <c:pt idx="170">
                  <c:v>564.79999999999995</c:v>
                </c:pt>
                <c:pt idx="171">
                  <c:v>563.61</c:v>
                </c:pt>
                <c:pt idx="172">
                  <c:v>562.41999999999996</c:v>
                </c:pt>
                <c:pt idx="173">
                  <c:v>561.24</c:v>
                </c:pt>
                <c:pt idx="174">
                  <c:v>560.04999999999995</c:v>
                </c:pt>
                <c:pt idx="175">
                  <c:v>558.86</c:v>
                </c:pt>
                <c:pt idx="176">
                  <c:v>557.66999999999996</c:v>
                </c:pt>
                <c:pt idx="177">
                  <c:v>556.47</c:v>
                </c:pt>
                <c:pt idx="178">
                  <c:v>555.28</c:v>
                </c:pt>
                <c:pt idx="179">
                  <c:v>554.09</c:v>
                </c:pt>
                <c:pt idx="180">
                  <c:v>552.89</c:v>
                </c:pt>
                <c:pt idx="181">
                  <c:v>551.69000000000005</c:v>
                </c:pt>
                <c:pt idx="182">
                  <c:v>550.49</c:v>
                </c:pt>
                <c:pt idx="183">
                  <c:v>549.29999999999995</c:v>
                </c:pt>
                <c:pt idx="184">
                  <c:v>548.09</c:v>
                </c:pt>
                <c:pt idx="185">
                  <c:v>546.89</c:v>
                </c:pt>
                <c:pt idx="186">
                  <c:v>545.69000000000005</c:v>
                </c:pt>
                <c:pt idx="187">
                  <c:v>544.49</c:v>
                </c:pt>
                <c:pt idx="188">
                  <c:v>543.28</c:v>
                </c:pt>
                <c:pt idx="189">
                  <c:v>542.07000000000005</c:v>
                </c:pt>
                <c:pt idx="190">
                  <c:v>540.87</c:v>
                </c:pt>
                <c:pt idx="191">
                  <c:v>539.66</c:v>
                </c:pt>
                <c:pt idx="192">
                  <c:v>538.45000000000005</c:v>
                </c:pt>
                <c:pt idx="193">
                  <c:v>537.23</c:v>
                </c:pt>
                <c:pt idx="194">
                  <c:v>536.02</c:v>
                </c:pt>
                <c:pt idx="195">
                  <c:v>534.80999999999995</c:v>
                </c:pt>
                <c:pt idx="196">
                  <c:v>533.59</c:v>
                </c:pt>
                <c:pt idx="197">
                  <c:v>532.38</c:v>
                </c:pt>
                <c:pt idx="198">
                  <c:v>531.16</c:v>
                </c:pt>
                <c:pt idx="199">
                  <c:v>529.94000000000005</c:v>
                </c:pt>
                <c:pt idx="200">
                  <c:v>528.72</c:v>
                </c:pt>
                <c:pt idx="201">
                  <c:v>527.5</c:v>
                </c:pt>
                <c:pt idx="202">
                  <c:v>526.28</c:v>
                </c:pt>
                <c:pt idx="203">
                  <c:v>525.04999999999995</c:v>
                </c:pt>
                <c:pt idx="204">
                  <c:v>523.83000000000004</c:v>
                </c:pt>
                <c:pt idx="205">
                  <c:v>522.6</c:v>
                </c:pt>
                <c:pt idx="206">
                  <c:v>521.37</c:v>
                </c:pt>
                <c:pt idx="207">
                  <c:v>520.14</c:v>
                </c:pt>
                <c:pt idx="208">
                  <c:v>518.91</c:v>
                </c:pt>
                <c:pt idx="209">
                  <c:v>517.67999999999995</c:v>
                </c:pt>
                <c:pt idx="210">
                  <c:v>516.45000000000005</c:v>
                </c:pt>
                <c:pt idx="211">
                  <c:v>515.22</c:v>
                </c:pt>
                <c:pt idx="212">
                  <c:v>513.98</c:v>
                </c:pt>
                <c:pt idx="213">
                  <c:v>512.75</c:v>
                </c:pt>
                <c:pt idx="214">
                  <c:v>511.51</c:v>
                </c:pt>
                <c:pt idx="215">
                  <c:v>510.27</c:v>
                </c:pt>
                <c:pt idx="216">
                  <c:v>509.03</c:v>
                </c:pt>
                <c:pt idx="217">
                  <c:v>507.79</c:v>
                </c:pt>
                <c:pt idx="218">
                  <c:v>506.55</c:v>
                </c:pt>
                <c:pt idx="219">
                  <c:v>505.3</c:v>
                </c:pt>
                <c:pt idx="220">
                  <c:v>504.06</c:v>
                </c:pt>
                <c:pt idx="221">
                  <c:v>502.81</c:v>
                </c:pt>
                <c:pt idx="222">
                  <c:v>501.57</c:v>
                </c:pt>
                <c:pt idx="223">
                  <c:v>500.32</c:v>
                </c:pt>
                <c:pt idx="224">
                  <c:v>499.07</c:v>
                </c:pt>
                <c:pt idx="225">
                  <c:v>497.82</c:v>
                </c:pt>
                <c:pt idx="226">
                  <c:v>496.57</c:v>
                </c:pt>
                <c:pt idx="227">
                  <c:v>495.31</c:v>
                </c:pt>
                <c:pt idx="228">
                  <c:v>494.06</c:v>
                </c:pt>
                <c:pt idx="229">
                  <c:v>492.8</c:v>
                </c:pt>
                <c:pt idx="230">
                  <c:v>491.54</c:v>
                </c:pt>
                <c:pt idx="231">
                  <c:v>490.29</c:v>
                </c:pt>
                <c:pt idx="232">
                  <c:v>489.03</c:v>
                </c:pt>
                <c:pt idx="233">
                  <c:v>487.77</c:v>
                </c:pt>
                <c:pt idx="234">
                  <c:v>486.5</c:v>
                </c:pt>
                <c:pt idx="235">
                  <c:v>485.24</c:v>
                </c:pt>
                <c:pt idx="236">
                  <c:v>483.98</c:v>
                </c:pt>
                <c:pt idx="237">
                  <c:v>482.71</c:v>
                </c:pt>
                <c:pt idx="238">
                  <c:v>481.44</c:v>
                </c:pt>
                <c:pt idx="239">
                  <c:v>480.17</c:v>
                </c:pt>
                <c:pt idx="240">
                  <c:v>478.9</c:v>
                </c:pt>
                <c:pt idx="241">
                  <c:v>477.63</c:v>
                </c:pt>
                <c:pt idx="242">
                  <c:v>476.36</c:v>
                </c:pt>
                <c:pt idx="243">
                  <c:v>475.09</c:v>
                </c:pt>
                <c:pt idx="244">
                  <c:v>473.81</c:v>
                </c:pt>
                <c:pt idx="245">
                  <c:v>472.54</c:v>
                </c:pt>
                <c:pt idx="246">
                  <c:v>471.26</c:v>
                </c:pt>
                <c:pt idx="247">
                  <c:v>469.98</c:v>
                </c:pt>
                <c:pt idx="248">
                  <c:v>468.7</c:v>
                </c:pt>
                <c:pt idx="249">
                  <c:v>467.42</c:v>
                </c:pt>
                <c:pt idx="250">
                  <c:v>466.14</c:v>
                </c:pt>
                <c:pt idx="251">
                  <c:v>464.85</c:v>
                </c:pt>
                <c:pt idx="252">
                  <c:v>463.57</c:v>
                </c:pt>
                <c:pt idx="253">
                  <c:v>462.28</c:v>
                </c:pt>
                <c:pt idx="254">
                  <c:v>460.99</c:v>
                </c:pt>
                <c:pt idx="255">
                  <c:v>459.7</c:v>
                </c:pt>
                <c:pt idx="256">
                  <c:v>458.41</c:v>
                </c:pt>
                <c:pt idx="257">
                  <c:v>457.12</c:v>
                </c:pt>
                <c:pt idx="258">
                  <c:v>455.83</c:v>
                </c:pt>
                <c:pt idx="259">
                  <c:v>454.53</c:v>
                </c:pt>
                <c:pt idx="260">
                  <c:v>453.24</c:v>
                </c:pt>
                <c:pt idx="261">
                  <c:v>451.94</c:v>
                </c:pt>
                <c:pt idx="262">
                  <c:v>450.64</c:v>
                </c:pt>
                <c:pt idx="263">
                  <c:v>449.34</c:v>
                </c:pt>
                <c:pt idx="264">
                  <c:v>448.04</c:v>
                </c:pt>
                <c:pt idx="265">
                  <c:v>446.74</c:v>
                </c:pt>
                <c:pt idx="266">
                  <c:v>445.44</c:v>
                </c:pt>
                <c:pt idx="267">
                  <c:v>444.13</c:v>
                </c:pt>
                <c:pt idx="268">
                  <c:v>442.83</c:v>
                </c:pt>
                <c:pt idx="269">
                  <c:v>441.52</c:v>
                </c:pt>
                <c:pt idx="270">
                  <c:v>440.21</c:v>
                </c:pt>
                <c:pt idx="271">
                  <c:v>438.9</c:v>
                </c:pt>
                <c:pt idx="272">
                  <c:v>437.59</c:v>
                </c:pt>
                <c:pt idx="273">
                  <c:v>436.28</c:v>
                </c:pt>
                <c:pt idx="274">
                  <c:v>434.97</c:v>
                </c:pt>
                <c:pt idx="275">
                  <c:v>433.65</c:v>
                </c:pt>
                <c:pt idx="276">
                  <c:v>432.33</c:v>
                </c:pt>
                <c:pt idx="277">
                  <c:v>431.02</c:v>
                </c:pt>
                <c:pt idx="278">
                  <c:v>429.7</c:v>
                </c:pt>
                <c:pt idx="279">
                  <c:v>428.38</c:v>
                </c:pt>
                <c:pt idx="280">
                  <c:v>427.06</c:v>
                </c:pt>
                <c:pt idx="281">
                  <c:v>425.73</c:v>
                </c:pt>
                <c:pt idx="282">
                  <c:v>424.41</c:v>
                </c:pt>
                <c:pt idx="283">
                  <c:v>423.08</c:v>
                </c:pt>
                <c:pt idx="284">
                  <c:v>421.76</c:v>
                </c:pt>
                <c:pt idx="285">
                  <c:v>420.43</c:v>
                </c:pt>
                <c:pt idx="286">
                  <c:v>419.1</c:v>
                </c:pt>
                <c:pt idx="287">
                  <c:v>417.77</c:v>
                </c:pt>
                <c:pt idx="288">
                  <c:v>416.43</c:v>
                </c:pt>
                <c:pt idx="289">
                  <c:v>415.1</c:v>
                </c:pt>
                <c:pt idx="290">
                  <c:v>413.77</c:v>
                </c:pt>
                <c:pt idx="291">
                  <c:v>412.43</c:v>
                </c:pt>
                <c:pt idx="292">
                  <c:v>411.09</c:v>
                </c:pt>
                <c:pt idx="293">
                  <c:v>409.75</c:v>
                </c:pt>
                <c:pt idx="294">
                  <c:v>408.41</c:v>
                </c:pt>
                <c:pt idx="295">
                  <c:v>407.07</c:v>
                </c:pt>
                <c:pt idx="296">
                  <c:v>405.73</c:v>
                </c:pt>
                <c:pt idx="297">
                  <c:v>404.38</c:v>
                </c:pt>
                <c:pt idx="298">
                  <c:v>403.04</c:v>
                </c:pt>
                <c:pt idx="299">
                  <c:v>401.69</c:v>
                </c:pt>
                <c:pt idx="300">
                  <c:v>400.34</c:v>
                </c:pt>
                <c:pt idx="301">
                  <c:v>398.99</c:v>
                </c:pt>
                <c:pt idx="302">
                  <c:v>397.64</c:v>
                </c:pt>
                <c:pt idx="303">
                  <c:v>396.29</c:v>
                </c:pt>
                <c:pt idx="304">
                  <c:v>394.94</c:v>
                </c:pt>
                <c:pt idx="305">
                  <c:v>393.58</c:v>
                </c:pt>
                <c:pt idx="306">
                  <c:v>392.23</c:v>
                </c:pt>
                <c:pt idx="307">
                  <c:v>390.87</c:v>
                </c:pt>
                <c:pt idx="308">
                  <c:v>389.51</c:v>
                </c:pt>
                <c:pt idx="309">
                  <c:v>388.15</c:v>
                </c:pt>
                <c:pt idx="310">
                  <c:v>386.79</c:v>
                </c:pt>
                <c:pt idx="311">
                  <c:v>385.42</c:v>
                </c:pt>
                <c:pt idx="312">
                  <c:v>384.06</c:v>
                </c:pt>
                <c:pt idx="313">
                  <c:v>382.69</c:v>
                </c:pt>
                <c:pt idx="314">
                  <c:v>381.33</c:v>
                </c:pt>
                <c:pt idx="315">
                  <c:v>379.96</c:v>
                </c:pt>
                <c:pt idx="316">
                  <c:v>378.59</c:v>
                </c:pt>
                <c:pt idx="317">
                  <c:v>377.21</c:v>
                </c:pt>
                <c:pt idx="318">
                  <c:v>375.84</c:v>
                </c:pt>
                <c:pt idx="319">
                  <c:v>375</c:v>
                </c:pt>
                <c:pt idx="320">
                  <c:v>372.16</c:v>
                </c:pt>
                <c:pt idx="321">
                  <c:v>368.79</c:v>
                </c:pt>
                <c:pt idx="322">
                  <c:v>365.43</c:v>
                </c:pt>
                <c:pt idx="323">
                  <c:v>362.06</c:v>
                </c:pt>
                <c:pt idx="324">
                  <c:v>358.71</c:v>
                </c:pt>
                <c:pt idx="325">
                  <c:v>355.35</c:v>
                </c:pt>
                <c:pt idx="326">
                  <c:v>352</c:v>
                </c:pt>
                <c:pt idx="327">
                  <c:v>348.65</c:v>
                </c:pt>
                <c:pt idx="328">
                  <c:v>345.3</c:v>
                </c:pt>
                <c:pt idx="329">
                  <c:v>341.96</c:v>
                </c:pt>
                <c:pt idx="330">
                  <c:v>338.62</c:v>
                </c:pt>
                <c:pt idx="331">
                  <c:v>335.29</c:v>
                </c:pt>
                <c:pt idx="332">
                  <c:v>331.96</c:v>
                </c:pt>
                <c:pt idx="333">
                  <c:v>328.63</c:v>
                </c:pt>
                <c:pt idx="334">
                  <c:v>325.3</c:v>
                </c:pt>
                <c:pt idx="335">
                  <c:v>321.98</c:v>
                </c:pt>
                <c:pt idx="336">
                  <c:v>318.66000000000003</c:v>
                </c:pt>
                <c:pt idx="337">
                  <c:v>315.35000000000002</c:v>
                </c:pt>
                <c:pt idx="338">
                  <c:v>312.04000000000002</c:v>
                </c:pt>
                <c:pt idx="339">
                  <c:v>308.73</c:v>
                </c:pt>
                <c:pt idx="340">
                  <c:v>305.42</c:v>
                </c:pt>
                <c:pt idx="341">
                  <c:v>302.12</c:v>
                </c:pt>
                <c:pt idx="342">
                  <c:v>298.82</c:v>
                </c:pt>
                <c:pt idx="343">
                  <c:v>295.52</c:v>
                </c:pt>
                <c:pt idx="344">
                  <c:v>292.23</c:v>
                </c:pt>
                <c:pt idx="345">
                  <c:v>288.94</c:v>
                </c:pt>
                <c:pt idx="346">
                  <c:v>285.66000000000003</c:v>
                </c:pt>
                <c:pt idx="347">
                  <c:v>282.38</c:v>
                </c:pt>
                <c:pt idx="348">
                  <c:v>279.10000000000002</c:v>
                </c:pt>
                <c:pt idx="349">
                  <c:v>275.82</c:v>
                </c:pt>
                <c:pt idx="350">
                  <c:v>272.55</c:v>
                </c:pt>
                <c:pt idx="351">
                  <c:v>269.27999999999997</c:v>
                </c:pt>
                <c:pt idx="352">
                  <c:v>266.01</c:v>
                </c:pt>
                <c:pt idx="353">
                  <c:v>262.75</c:v>
                </c:pt>
                <c:pt idx="354">
                  <c:v>259.49</c:v>
                </c:pt>
                <c:pt idx="355">
                  <c:v>256.23</c:v>
                </c:pt>
                <c:pt idx="356">
                  <c:v>252.98</c:v>
                </c:pt>
                <c:pt idx="357">
                  <c:v>249.73</c:v>
                </c:pt>
                <c:pt idx="358">
                  <c:v>246.48</c:v>
                </c:pt>
                <c:pt idx="359">
                  <c:v>243.24</c:v>
                </c:pt>
                <c:pt idx="360">
                  <c:v>240</c:v>
                </c:pt>
                <c:pt idx="361">
                  <c:v>236.76</c:v>
                </c:pt>
                <c:pt idx="362">
                  <c:v>233.53</c:v>
                </c:pt>
                <c:pt idx="363">
                  <c:v>230.3</c:v>
                </c:pt>
                <c:pt idx="364">
                  <c:v>227.07</c:v>
                </c:pt>
                <c:pt idx="365">
                  <c:v>223.85</c:v>
                </c:pt>
                <c:pt idx="366">
                  <c:v>220.63</c:v>
                </c:pt>
                <c:pt idx="367">
                  <c:v>217.41</c:v>
                </c:pt>
                <c:pt idx="368">
                  <c:v>214.2</c:v>
                </c:pt>
                <c:pt idx="369">
                  <c:v>210.99</c:v>
                </c:pt>
                <c:pt idx="370">
                  <c:v>207.78</c:v>
                </c:pt>
                <c:pt idx="371">
                  <c:v>204.57</c:v>
                </c:pt>
                <c:pt idx="372">
                  <c:v>201.37</c:v>
                </c:pt>
                <c:pt idx="373">
                  <c:v>198.17</c:v>
                </c:pt>
                <c:pt idx="374">
                  <c:v>194.98</c:v>
                </c:pt>
                <c:pt idx="375">
                  <c:v>191.79</c:v>
                </c:pt>
                <c:pt idx="376">
                  <c:v>188.6</c:v>
                </c:pt>
                <c:pt idx="377">
                  <c:v>185.41</c:v>
                </c:pt>
                <c:pt idx="378">
                  <c:v>182.23</c:v>
                </c:pt>
                <c:pt idx="379">
                  <c:v>179.05</c:v>
                </c:pt>
                <c:pt idx="380">
                  <c:v>175.88</c:v>
                </c:pt>
                <c:pt idx="381">
                  <c:v>172.7</c:v>
                </c:pt>
                <c:pt idx="382">
                  <c:v>169.53</c:v>
                </c:pt>
                <c:pt idx="383">
                  <c:v>166.37</c:v>
                </c:pt>
                <c:pt idx="384">
                  <c:v>163.21</c:v>
                </c:pt>
                <c:pt idx="385">
                  <c:v>160.05000000000001</c:v>
                </c:pt>
                <c:pt idx="386">
                  <c:v>156.88999999999999</c:v>
                </c:pt>
                <c:pt idx="387">
                  <c:v>153.72999999999999</c:v>
                </c:pt>
                <c:pt idx="388">
                  <c:v>150.58000000000001</c:v>
                </c:pt>
                <c:pt idx="389">
                  <c:v>147.44</c:v>
                </c:pt>
                <c:pt idx="390">
                  <c:v>144.29</c:v>
                </c:pt>
                <c:pt idx="391">
                  <c:v>141.15</c:v>
                </c:pt>
                <c:pt idx="392">
                  <c:v>138.01</c:v>
                </c:pt>
                <c:pt idx="393">
                  <c:v>134.88</c:v>
                </c:pt>
                <c:pt idx="394">
                  <c:v>131.75</c:v>
                </c:pt>
                <c:pt idx="395">
                  <c:v>128.62</c:v>
                </c:pt>
                <c:pt idx="396">
                  <c:v>125.49</c:v>
                </c:pt>
                <c:pt idx="397">
                  <c:v>122.37</c:v>
                </c:pt>
                <c:pt idx="398">
                  <c:v>119.25</c:v>
                </c:pt>
                <c:pt idx="399">
                  <c:v>116.13</c:v>
                </c:pt>
                <c:pt idx="400">
                  <c:v>113.02</c:v>
                </c:pt>
                <c:pt idx="401">
                  <c:v>109.91</c:v>
                </c:pt>
                <c:pt idx="402">
                  <c:v>106.8</c:v>
                </c:pt>
                <c:pt idx="403">
                  <c:v>103.7</c:v>
                </c:pt>
                <c:pt idx="404">
                  <c:v>100.6</c:v>
                </c:pt>
                <c:pt idx="405">
                  <c:v>97.5</c:v>
                </c:pt>
                <c:pt idx="406">
                  <c:v>94.41</c:v>
                </c:pt>
                <c:pt idx="407">
                  <c:v>91.32</c:v>
                </c:pt>
                <c:pt idx="408">
                  <c:v>88.23</c:v>
                </c:pt>
                <c:pt idx="409">
                  <c:v>85.14</c:v>
                </c:pt>
                <c:pt idx="410">
                  <c:v>82.06</c:v>
                </c:pt>
                <c:pt idx="411">
                  <c:v>78.98</c:v>
                </c:pt>
                <c:pt idx="412">
                  <c:v>75.91</c:v>
                </c:pt>
                <c:pt idx="413">
                  <c:v>72.83</c:v>
                </c:pt>
                <c:pt idx="414">
                  <c:v>69.760000000000005</c:v>
                </c:pt>
                <c:pt idx="415">
                  <c:v>66.7</c:v>
                </c:pt>
                <c:pt idx="416">
                  <c:v>63.63</c:v>
                </c:pt>
                <c:pt idx="417">
                  <c:v>60.57</c:v>
                </c:pt>
                <c:pt idx="418">
                  <c:v>57.52</c:v>
                </c:pt>
                <c:pt idx="419">
                  <c:v>54.46</c:v>
                </c:pt>
                <c:pt idx="420">
                  <c:v>51.41</c:v>
                </c:pt>
                <c:pt idx="421">
                  <c:v>48.36</c:v>
                </c:pt>
                <c:pt idx="422">
                  <c:v>45.32</c:v>
                </c:pt>
                <c:pt idx="423">
                  <c:v>42.27</c:v>
                </c:pt>
                <c:pt idx="424">
                  <c:v>39.229999999999997</c:v>
                </c:pt>
                <c:pt idx="425">
                  <c:v>36.200000000000003</c:v>
                </c:pt>
                <c:pt idx="426">
                  <c:v>33.17</c:v>
                </c:pt>
                <c:pt idx="427">
                  <c:v>30.14</c:v>
                </c:pt>
                <c:pt idx="428">
                  <c:v>27.11</c:v>
                </c:pt>
                <c:pt idx="429">
                  <c:v>24.08</c:v>
                </c:pt>
                <c:pt idx="430">
                  <c:v>21.06</c:v>
                </c:pt>
                <c:pt idx="431">
                  <c:v>18.05</c:v>
                </c:pt>
                <c:pt idx="432">
                  <c:v>15.03</c:v>
                </c:pt>
                <c:pt idx="433">
                  <c:v>12.02</c:v>
                </c:pt>
                <c:pt idx="434">
                  <c:v>9.01</c:v>
                </c:pt>
                <c:pt idx="435">
                  <c:v>6</c:v>
                </c:pt>
                <c:pt idx="436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5B6-4542-A97C-D3718E3F7F51}"/>
            </c:ext>
          </c:extLst>
        </c:ser>
        <c:ser>
          <c:idx val="2"/>
          <c:order val="3"/>
          <c:tx>
            <c:v>Analytical Solution Day 1</c:v>
          </c:tx>
          <c:spPr>
            <a:ln w="25400" cap="rnd">
              <a:noFill/>
              <a:round/>
            </a:ln>
            <a:effectLst/>
          </c:spPr>
          <c:marker>
            <c:symbol val="triangle"/>
            <c:size val="5"/>
            <c:spPr>
              <a:solidFill>
                <a:schemeClr val="accent3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BM_STUDY_PHREEQCRM_MU_GAMMA!$Q$3:$Q$52</c:f>
              <c:numCache>
                <c:formatCode>General</c:formatCode>
                <c:ptCount val="50"/>
                <c:pt idx="0">
                  <c:v>0.99999792884246097</c:v>
                </c:pt>
                <c:pt idx="1">
                  <c:v>0.96530789472699396</c:v>
                </c:pt>
                <c:pt idx="2">
                  <c:v>0.92141442294183995</c:v>
                </c:pt>
                <c:pt idx="3">
                  <c:v>0.86336543471374005</c:v>
                </c:pt>
                <c:pt idx="4">
                  <c:v>0.78756188531043003</c:v>
                </c:pt>
                <c:pt idx="5">
                  <c:v>0.69376414287096499</c:v>
                </c:pt>
                <c:pt idx="6">
                  <c:v>0.58631882953647296</c:v>
                </c:pt>
                <c:pt idx="7">
                  <c:v>0.47370093147485198</c:v>
                </c:pt>
                <c:pt idx="8">
                  <c:v>0.36628464297095897</c:v>
                </c:pt>
                <c:pt idx="9">
                  <c:v>0.27327779184405299</c:v>
                </c:pt>
                <c:pt idx="10">
                  <c:v>0.200246034269801</c:v>
                </c:pt>
                <c:pt idx="11">
                  <c:v>0.148255266302426</c:v>
                </c:pt>
                <c:pt idx="12">
                  <c:v>0.114700130734416</c:v>
                </c:pt>
                <c:pt idx="13">
                  <c:v>9.5063431335990906E-2</c:v>
                </c:pt>
                <c:pt idx="14">
                  <c:v>8.4641838920676199E-2</c:v>
                </c:pt>
                <c:pt idx="15">
                  <c:v>7.9624901382245206E-2</c:v>
                </c:pt>
                <c:pt idx="16">
                  <c:v>7.7433807578030298E-2</c:v>
                </c:pt>
                <c:pt idx="17">
                  <c:v>7.6565502880987693E-2</c:v>
                </c:pt>
                <c:pt idx="18">
                  <c:v>7.6253229345308204E-2</c:v>
                </c:pt>
                <c:pt idx="19">
                  <c:v>7.6151298668530598E-2</c:v>
                </c:pt>
                <c:pt idx="20" formatCode="0.00E+00">
                  <c:v>7.6121097154102896E-2</c:v>
                </c:pt>
                <c:pt idx="21" formatCode="0.00E+00">
                  <c:v>7.6112973576138304E-2</c:v>
                </c:pt>
                <c:pt idx="22" formatCode="0.00E+00">
                  <c:v>7.6110989786139505E-2</c:v>
                </c:pt>
                <c:pt idx="23" formatCode="0.00E+00">
                  <c:v>7.6110549937183705E-2</c:v>
                </c:pt>
                <c:pt idx="24" formatCode="0.00E+00">
                  <c:v>7.6110461385590703E-2</c:v>
                </c:pt>
                <c:pt idx="25" formatCode="0.00E+00">
                  <c:v>7.6110445197495102E-2</c:v>
                </c:pt>
                <c:pt idx="26" formatCode="0.00E+00">
                  <c:v>7.6110442510171003E-2</c:v>
                </c:pt>
                <c:pt idx="27" formatCode="0.00E+00">
                  <c:v>7.6110442105049997E-2</c:v>
                </c:pt>
                <c:pt idx="28" formatCode="0.00E+00">
                  <c:v>7.6110442049587002E-2</c:v>
                </c:pt>
                <c:pt idx="29" formatCode="0.00E+00">
                  <c:v>7.6110442042691198E-2</c:v>
                </c:pt>
                <c:pt idx="30" formatCode="0.00E+00">
                  <c:v>7.6110442041912502E-2</c:v>
                </c:pt>
                <c:pt idx="31" formatCode="0.00E+00">
                  <c:v>7.6110442041832704E-2</c:v>
                </c:pt>
                <c:pt idx="32" formatCode="0.00E+00">
                  <c:v>7.6110442041825196E-2</c:v>
                </c:pt>
                <c:pt idx="33" formatCode="0.00E+00">
                  <c:v>7.61104420418246E-2</c:v>
                </c:pt>
                <c:pt idx="34" formatCode="0.00E+00">
                  <c:v>7.61104420418246E-2</c:v>
                </c:pt>
                <c:pt idx="35" formatCode="0.00E+00">
                  <c:v>7.61104420418246E-2</c:v>
                </c:pt>
                <c:pt idx="36" formatCode="0.00E+00">
                  <c:v>7.61104420418246E-2</c:v>
                </c:pt>
                <c:pt idx="37" formatCode="0.00E+00">
                  <c:v>7.61104420418246E-2</c:v>
                </c:pt>
                <c:pt idx="38" formatCode="0.00E+00">
                  <c:v>7.61104420418246E-2</c:v>
                </c:pt>
                <c:pt idx="39" formatCode="0.00E+00">
                  <c:v>7.61104420418246E-2</c:v>
                </c:pt>
                <c:pt idx="40" formatCode="0.00E+00">
                  <c:v>7.61104420418246E-2</c:v>
                </c:pt>
                <c:pt idx="41" formatCode="0.00E+00">
                  <c:v>7.61104420418246E-2</c:v>
                </c:pt>
                <c:pt idx="42" formatCode="0.00E+00">
                  <c:v>7.61104420418246E-2</c:v>
                </c:pt>
                <c:pt idx="43" formatCode="0.00E+00">
                  <c:v>7.61104420418246E-2</c:v>
                </c:pt>
                <c:pt idx="44" formatCode="0.00E+00">
                  <c:v>7.61104420418246E-2</c:v>
                </c:pt>
                <c:pt idx="45" formatCode="0.00E+00">
                  <c:v>7.61104420418246E-2</c:v>
                </c:pt>
                <c:pt idx="46" formatCode="0.00E+00">
                  <c:v>7.61104420418246E-2</c:v>
                </c:pt>
                <c:pt idx="47" formatCode="0.00E+00">
                  <c:v>7.61104420418246E-2</c:v>
                </c:pt>
                <c:pt idx="48" formatCode="0.00E+00">
                  <c:v>7.61104420418246E-2</c:v>
                </c:pt>
                <c:pt idx="49" formatCode="0.00E+00">
                  <c:v>7.61104420418246E-2</c:v>
                </c:pt>
              </c:numCache>
            </c:numRef>
          </c:xVal>
          <c:yVal>
            <c:numRef>
              <c:f>BM_STUDY_PHREEQCRM_MU_GAMMA!$P$3:$P$52</c:f>
              <c:numCache>
                <c:formatCode>General</c:formatCode>
                <c:ptCount val="50"/>
                <c:pt idx="0">
                  <c:v>749.99900000000002</c:v>
                </c:pt>
                <c:pt idx="1">
                  <c:v>734.69291836734601</c:v>
                </c:pt>
                <c:pt idx="2">
                  <c:v>719.38683673469302</c:v>
                </c:pt>
                <c:pt idx="3">
                  <c:v>704.08075510204003</c:v>
                </c:pt>
                <c:pt idx="4">
                  <c:v>688.77467346938704</c:v>
                </c:pt>
                <c:pt idx="5">
                  <c:v>673.46859183673405</c:v>
                </c:pt>
                <c:pt idx="6">
                  <c:v>658.16251020408095</c:v>
                </c:pt>
                <c:pt idx="7">
                  <c:v>642.85642857142795</c:v>
                </c:pt>
                <c:pt idx="8">
                  <c:v>627.55034693877496</c:v>
                </c:pt>
                <c:pt idx="9">
                  <c:v>612.24426530612197</c:v>
                </c:pt>
                <c:pt idx="10">
                  <c:v>596.93818367346898</c:v>
                </c:pt>
                <c:pt idx="11">
                  <c:v>581.63210204081599</c:v>
                </c:pt>
                <c:pt idx="12">
                  <c:v>566.326020408163</c:v>
                </c:pt>
                <c:pt idx="13">
                  <c:v>551.01993877551001</c:v>
                </c:pt>
                <c:pt idx="14">
                  <c:v>535.71385714285702</c:v>
                </c:pt>
                <c:pt idx="15">
                  <c:v>520.40777551020403</c:v>
                </c:pt>
                <c:pt idx="16">
                  <c:v>505.10169387755099</c:v>
                </c:pt>
                <c:pt idx="17">
                  <c:v>489.795612244898</c:v>
                </c:pt>
                <c:pt idx="18">
                  <c:v>474.48953061224398</c:v>
                </c:pt>
                <c:pt idx="19">
                  <c:v>459.18344897959099</c:v>
                </c:pt>
                <c:pt idx="20">
                  <c:v>443.877367346938</c:v>
                </c:pt>
                <c:pt idx="21">
                  <c:v>428.57128571428501</c:v>
                </c:pt>
                <c:pt idx="22">
                  <c:v>413.26520408163202</c:v>
                </c:pt>
                <c:pt idx="23">
                  <c:v>397.95912244897897</c:v>
                </c:pt>
                <c:pt idx="24">
                  <c:v>382.65304081632598</c:v>
                </c:pt>
                <c:pt idx="25">
                  <c:v>367.34695918367299</c:v>
                </c:pt>
                <c:pt idx="26">
                  <c:v>352.04087755102</c:v>
                </c:pt>
                <c:pt idx="27">
                  <c:v>336.73479591836701</c:v>
                </c:pt>
                <c:pt idx="28">
                  <c:v>321.42871428571402</c:v>
                </c:pt>
                <c:pt idx="29">
                  <c:v>306.12263265306098</c:v>
                </c:pt>
                <c:pt idx="30">
                  <c:v>290.81655102040799</c:v>
                </c:pt>
                <c:pt idx="31">
                  <c:v>275.51046938775499</c:v>
                </c:pt>
                <c:pt idx="32">
                  <c:v>260.204387755102</c:v>
                </c:pt>
                <c:pt idx="33">
                  <c:v>244.89830612244899</c:v>
                </c:pt>
                <c:pt idx="34">
                  <c:v>229.592224489795</c:v>
                </c:pt>
                <c:pt idx="35">
                  <c:v>214.28614285714201</c:v>
                </c:pt>
                <c:pt idx="36">
                  <c:v>198.98006122448899</c:v>
                </c:pt>
                <c:pt idx="37">
                  <c:v>183.673979591836</c:v>
                </c:pt>
                <c:pt idx="38">
                  <c:v>168.36789795918301</c:v>
                </c:pt>
                <c:pt idx="39">
                  <c:v>153.06181632652999</c:v>
                </c:pt>
                <c:pt idx="40">
                  <c:v>137.755734693877</c:v>
                </c:pt>
                <c:pt idx="41">
                  <c:v>122.449653061224</c:v>
                </c:pt>
                <c:pt idx="42">
                  <c:v>107.14357142857099</c:v>
                </c:pt>
                <c:pt idx="43">
                  <c:v>91.837489795918302</c:v>
                </c:pt>
                <c:pt idx="44">
                  <c:v>76.531408163265198</c:v>
                </c:pt>
                <c:pt idx="45">
                  <c:v>61.2253265306122</c:v>
                </c:pt>
                <c:pt idx="46">
                  <c:v>45.919244897959103</c:v>
                </c:pt>
                <c:pt idx="47">
                  <c:v>30.613163265306099</c:v>
                </c:pt>
                <c:pt idx="48">
                  <c:v>15.307081632653</c:v>
                </c:pt>
                <c:pt idx="49">
                  <c:v>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5B6-4542-A97C-D3718E3F7F51}"/>
            </c:ext>
          </c:extLst>
        </c:ser>
        <c:ser>
          <c:idx val="3"/>
          <c:order val="4"/>
          <c:tx>
            <c:v>Analytical Solution Day 3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BM_STUDY_PHREEQCRM_MU_GAMMA!$T$3:$T$52</c:f>
              <c:numCache>
                <c:formatCode>General</c:formatCode>
                <c:ptCount val="50"/>
                <c:pt idx="0">
                  <c:v>0.99999823483071704</c:v>
                </c:pt>
                <c:pt idx="1">
                  <c:v>0.97350621066270904</c:v>
                </c:pt>
                <c:pt idx="2">
                  <c:v>0.94801849716040498</c:v>
                </c:pt>
                <c:pt idx="3">
                  <c:v>0.92345019986301902</c:v>
                </c:pt>
                <c:pt idx="4">
                  <c:v>0.89968947934671895</c:v>
                </c:pt>
                <c:pt idx="5">
                  <c:v>0.87658551573819499</c:v>
                </c:pt>
                <c:pt idx="6">
                  <c:v>0.85393539768355697</c:v>
                </c:pt>
                <c:pt idx="7">
                  <c:v>0.83147216569083904</c:v>
                </c:pt>
                <c:pt idx="8">
                  <c:v>0.80885737061879104</c:v>
                </c:pt>
                <c:pt idx="9">
                  <c:v>0.78568232451060804</c:v>
                </c:pt>
                <c:pt idx="10">
                  <c:v>0.76148227484708397</c:v>
                </c:pt>
                <c:pt idx="11">
                  <c:v>0.73576661232940099</c:v>
                </c:pt>
                <c:pt idx="12">
                  <c:v>0.70806573037488896</c:v>
                </c:pt>
                <c:pt idx="13">
                  <c:v>0.677991486400775</c:v>
                </c:pt>
                <c:pt idx="14">
                  <c:v>0.64530404373115802</c:v>
                </c:pt>
                <c:pt idx="15">
                  <c:v>0.60997427564401097</c:v>
                </c:pt>
                <c:pt idx="16">
                  <c:v>0.57222910898116497</c:v>
                </c:pt>
                <c:pt idx="17">
                  <c:v>0.53256813890926002</c:v>
                </c:pt>
                <c:pt idx="18">
                  <c:v>0.49174386827066102</c:v>
                </c:pt>
                <c:pt idx="19" formatCode="0.00E+00">
                  <c:v>0.45070442749747602</c:v>
                </c:pt>
                <c:pt idx="20" formatCode="0.00E+00">
                  <c:v>0.41050518079314902</c:v>
                </c:pt>
                <c:pt idx="21" formatCode="0.00E+00">
                  <c:v>0.37220230927841003</c:v>
                </c:pt>
                <c:pt idx="22" formatCode="0.00E+00">
                  <c:v>0.336745473135867</c:v>
                </c:pt>
                <c:pt idx="23" formatCode="0.00E+00">
                  <c:v>0.30488687590639402</c:v>
                </c:pt>
                <c:pt idx="24" formatCode="0.00E+00">
                  <c:v>0.27712043395463798</c:v>
                </c:pt>
                <c:pt idx="25" formatCode="0.00E+00">
                  <c:v>0.253658318901472</c:v>
                </c:pt>
                <c:pt idx="26" formatCode="0.00E+00">
                  <c:v>0.23444464191723399</c:v>
                </c:pt>
                <c:pt idx="27" formatCode="0.00E+00">
                  <c:v>0.21919938804978201</c:v>
                </c:pt>
                <c:pt idx="28" formatCode="0.00E+00">
                  <c:v>0.20748136074602699</c:v>
                </c:pt>
                <c:pt idx="29" formatCode="0.00E+00">
                  <c:v>0.19875753075298699</c:v>
                </c:pt>
                <c:pt idx="30" formatCode="0.00E+00">
                  <c:v>0.19246759186333401</c:v>
                </c:pt>
                <c:pt idx="31" formatCode="0.00E+00">
                  <c:v>0.188075836141609</c:v>
                </c:pt>
                <c:pt idx="32" formatCode="0.00E+00">
                  <c:v>0.18510651230462599</c:v>
                </c:pt>
                <c:pt idx="33" formatCode="0.00E+00">
                  <c:v>0.18316255572099599</c:v>
                </c:pt>
                <c:pt idx="34" formatCode="0.00E+00">
                  <c:v>0.18193026756848901</c:v>
                </c:pt>
                <c:pt idx="35" formatCode="0.00E+00">
                  <c:v>0.181173912578873</c:v>
                </c:pt>
                <c:pt idx="36" formatCode="0.00E+00">
                  <c:v>0.18072442192962199</c:v>
                </c:pt>
                <c:pt idx="37" formatCode="0.00E+00">
                  <c:v>0.18046578334306301</c:v>
                </c:pt>
                <c:pt idx="38" formatCode="0.00E+00">
                  <c:v>0.180321690837903</c:v>
                </c:pt>
                <c:pt idx="39" formatCode="0.00E+00">
                  <c:v>0.18024396527543701</c:v>
                </c:pt>
                <c:pt idx="40" formatCode="0.00E+00">
                  <c:v>0.18020337138405401</c:v>
                </c:pt>
                <c:pt idx="41" formatCode="0.00E+00">
                  <c:v>0.18018284405509299</c:v>
                </c:pt>
                <c:pt idx="42" formatCode="0.00E+00">
                  <c:v>0.180172793726351</c:v>
                </c:pt>
                <c:pt idx="43" formatCode="0.00E+00">
                  <c:v>0.18016802935446599</c:v>
                </c:pt>
                <c:pt idx="44" formatCode="0.00E+00">
                  <c:v>0.180165842547994</c:v>
                </c:pt>
                <c:pt idx="45" formatCode="0.00E+00">
                  <c:v>0.180164870704597</c:v>
                </c:pt>
                <c:pt idx="46" formatCode="0.00E+00">
                  <c:v>0.18016445252242999</c:v>
                </c:pt>
                <c:pt idx="47" formatCode="0.00E+00">
                  <c:v>0.18016427829356199</c:v>
                </c:pt>
                <c:pt idx="48" formatCode="0.00E+00">
                  <c:v>0.18016420800862801</c:v>
                </c:pt>
                <c:pt idx="49" formatCode="0.00E+00">
                  <c:v>0.18016418055536201</c:v>
                </c:pt>
              </c:numCache>
            </c:numRef>
          </c:xVal>
          <c:yVal>
            <c:numRef>
              <c:f>BM_STUDY_PHREEQCRM_MU_GAMMA!$S$3:$S$52</c:f>
              <c:numCache>
                <c:formatCode>General</c:formatCode>
                <c:ptCount val="50"/>
                <c:pt idx="0">
                  <c:v>749.99900000000002</c:v>
                </c:pt>
                <c:pt idx="1">
                  <c:v>734.69291836734601</c:v>
                </c:pt>
                <c:pt idx="2">
                  <c:v>719.38683673469302</c:v>
                </c:pt>
                <c:pt idx="3">
                  <c:v>704.08075510204003</c:v>
                </c:pt>
                <c:pt idx="4">
                  <c:v>688.77467346938704</c:v>
                </c:pt>
                <c:pt idx="5">
                  <c:v>673.46859183673405</c:v>
                </c:pt>
                <c:pt idx="6">
                  <c:v>658.16251020408095</c:v>
                </c:pt>
                <c:pt idx="7">
                  <c:v>642.85642857142795</c:v>
                </c:pt>
                <c:pt idx="8">
                  <c:v>627.55034693877496</c:v>
                </c:pt>
                <c:pt idx="9">
                  <c:v>612.24426530612197</c:v>
                </c:pt>
                <c:pt idx="10">
                  <c:v>596.93818367346898</c:v>
                </c:pt>
                <c:pt idx="11">
                  <c:v>581.63210204081599</c:v>
                </c:pt>
                <c:pt idx="12">
                  <c:v>566.326020408163</c:v>
                </c:pt>
                <c:pt idx="13">
                  <c:v>551.01993877551001</c:v>
                </c:pt>
                <c:pt idx="14">
                  <c:v>535.71385714285702</c:v>
                </c:pt>
                <c:pt idx="15">
                  <c:v>520.40777551020403</c:v>
                </c:pt>
                <c:pt idx="16">
                  <c:v>505.10169387755099</c:v>
                </c:pt>
                <c:pt idx="17">
                  <c:v>489.795612244898</c:v>
                </c:pt>
                <c:pt idx="18">
                  <c:v>474.48953061224398</c:v>
                </c:pt>
                <c:pt idx="19">
                  <c:v>459.18344897959099</c:v>
                </c:pt>
                <c:pt idx="20">
                  <c:v>443.877367346938</c:v>
                </c:pt>
                <c:pt idx="21">
                  <c:v>428.57128571428501</c:v>
                </c:pt>
                <c:pt idx="22">
                  <c:v>413.26520408163202</c:v>
                </c:pt>
                <c:pt idx="23">
                  <c:v>397.95912244897897</c:v>
                </c:pt>
                <c:pt idx="24">
                  <c:v>382.65304081632598</c:v>
                </c:pt>
                <c:pt idx="25">
                  <c:v>367.34695918367299</c:v>
                </c:pt>
                <c:pt idx="26">
                  <c:v>352.04087755102</c:v>
                </c:pt>
                <c:pt idx="27">
                  <c:v>336.73479591836701</c:v>
                </c:pt>
                <c:pt idx="28">
                  <c:v>321.42871428571402</c:v>
                </c:pt>
                <c:pt idx="29">
                  <c:v>306.12263265306098</c:v>
                </c:pt>
                <c:pt idx="30">
                  <c:v>290.81655102040799</c:v>
                </c:pt>
                <c:pt idx="31">
                  <c:v>275.51046938775499</c:v>
                </c:pt>
                <c:pt idx="32">
                  <c:v>260.204387755102</c:v>
                </c:pt>
                <c:pt idx="33">
                  <c:v>244.89830612244899</c:v>
                </c:pt>
                <c:pt idx="34">
                  <c:v>229.592224489795</c:v>
                </c:pt>
                <c:pt idx="35">
                  <c:v>214.28614285714201</c:v>
                </c:pt>
                <c:pt idx="36">
                  <c:v>198.98006122448899</c:v>
                </c:pt>
                <c:pt idx="37">
                  <c:v>183.673979591836</c:v>
                </c:pt>
                <c:pt idx="38">
                  <c:v>168.36789795918301</c:v>
                </c:pt>
                <c:pt idx="39">
                  <c:v>153.06181632652999</c:v>
                </c:pt>
                <c:pt idx="40">
                  <c:v>137.755734693877</c:v>
                </c:pt>
                <c:pt idx="41">
                  <c:v>122.449653061224</c:v>
                </c:pt>
                <c:pt idx="42">
                  <c:v>107.14357142857099</c:v>
                </c:pt>
                <c:pt idx="43">
                  <c:v>91.837489795918302</c:v>
                </c:pt>
                <c:pt idx="44">
                  <c:v>76.531408163265198</c:v>
                </c:pt>
                <c:pt idx="45">
                  <c:v>61.2253265306122</c:v>
                </c:pt>
                <c:pt idx="46">
                  <c:v>45.919244897959103</c:v>
                </c:pt>
                <c:pt idx="47">
                  <c:v>30.613163265306099</c:v>
                </c:pt>
                <c:pt idx="48">
                  <c:v>15.307081632653</c:v>
                </c:pt>
                <c:pt idx="49">
                  <c:v>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65B6-4542-A97C-D3718E3F7F51}"/>
            </c:ext>
          </c:extLst>
        </c:ser>
        <c:ser>
          <c:idx val="5"/>
          <c:order val="5"/>
          <c:tx>
            <c:v>Analytical Solution Day 5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BM_STUDY_PHREEQCRM_MU_GAMMA!$W$3:$W$52</c:f>
              <c:numCache>
                <c:formatCode>General</c:formatCode>
                <c:ptCount val="50"/>
                <c:pt idx="0">
                  <c:v>0.99999823595181503</c:v>
                </c:pt>
                <c:pt idx="1">
                  <c:v>0.973536968821336</c:v>
                </c:pt>
                <c:pt idx="2">
                  <c:v>0.94812563229860602</c:v>
                </c:pt>
                <c:pt idx="3">
                  <c:v>0.92372217021386005</c:v>
                </c:pt>
                <c:pt idx="4">
                  <c:v>0.90028587564272999</c:v>
                </c:pt>
                <c:pt idx="5">
                  <c:v>0.87777712048888201</c:v>
                </c:pt>
                <c:pt idx="6">
                  <c:v>0.85615698006803698</c:v>
                </c:pt>
                <c:pt idx="7">
                  <c:v>0.83538671340960702</c:v>
                </c:pt>
                <c:pt idx="8">
                  <c:v>0.81542705528070603</c:v>
                </c:pt>
                <c:pt idx="9">
                  <c:v>0.79623727619067297</c:v>
                </c:pt>
                <c:pt idx="10">
                  <c:v>0.77777397523060499</c:v>
                </c:pt>
                <c:pt idx="11">
                  <c:v>0.75998959121745502</c:v>
                </c:pt>
                <c:pt idx="12">
                  <c:v>0.74283065347266397</c:v>
                </c:pt>
                <c:pt idx="13">
                  <c:v>0.72623584636037597</c:v>
                </c:pt>
                <c:pt idx="14">
                  <c:v>0.71013403028349598</c:v>
                </c:pt>
                <c:pt idx="15">
                  <c:v>0.69444244091083396</c:v>
                </c:pt>
                <c:pt idx="16">
                  <c:v>0.67906536774075799</c:v>
                </c:pt>
                <c:pt idx="17">
                  <c:v>0.66389367751778905</c:v>
                </c:pt>
                <c:pt idx="18">
                  <c:v>0.648805578730139</c:v>
                </c:pt>
                <c:pt idx="19" formatCode="0.00E+00">
                  <c:v>0.63366900089492495</c:v>
                </c:pt>
                <c:pt idx="20" formatCode="0.00E+00">
                  <c:v>0.61834587050665202</c:v>
                </c:pt>
                <c:pt idx="21" formatCode="0.00E+00">
                  <c:v>0.60269839672891301</c:v>
                </c:pt>
                <c:pt idx="22" formatCode="0.00E+00">
                  <c:v>0.58659723957593202</c:v>
                </c:pt>
                <c:pt idx="23" formatCode="0.00E+00">
                  <c:v>0.569931142967527</c:v>
                </c:pt>
                <c:pt idx="24" formatCode="0.00E+00">
                  <c:v>0.55261731225806998</c:v>
                </c:pt>
                <c:pt idx="25" formatCode="0.00E+00">
                  <c:v>0.53461155051496501</c:v>
                </c:pt>
                <c:pt idx="26" formatCode="0.00E+00">
                  <c:v>0.51591699436981198</c:v>
                </c:pt>
                <c:pt idx="27" formatCode="0.00E+00">
                  <c:v>0.49659025704061099</c:v>
                </c:pt>
                <c:pt idx="28" formatCode="0.00E+00">
                  <c:v>0.47674392400615201</c:v>
                </c:pt>
                <c:pt idx="29" formatCode="0.00E+00">
                  <c:v>0.45654465967660002</c:v>
                </c:pt>
                <c:pt idx="30" formatCode="0.00E+00">
                  <c:v>0.43620664314767899</c:v>
                </c:pt>
                <c:pt idx="31" formatCode="0.00E+00">
                  <c:v>0.41598059919244801</c:v>
                </c:pt>
                <c:pt idx="32" formatCode="0.00E+00">
                  <c:v>0.39613924648476101</c:v>
                </c:pt>
                <c:pt idx="33" formatCode="0.00E+00">
                  <c:v>0.37696046025952201</c:v>
                </c:pt>
                <c:pt idx="34" formatCode="0.00E+00">
                  <c:v>0.35870976189015402</c:v>
                </c:pt>
                <c:pt idx="35" formatCode="0.00E+00">
                  <c:v>0.34162384895666098</c:v>
                </c:pt>
                <c:pt idx="36" formatCode="0.00E+00">
                  <c:v>0.32589674832007198</c:v>
                </c:pt>
                <c:pt idx="37" formatCode="0.00E+00">
                  <c:v>0.31166983358471501</c:v>
                </c:pt>
                <c:pt idx="38" formatCode="0.00E+00">
                  <c:v>0.29902645463087701</c:v>
                </c:pt>
                <c:pt idx="39" formatCode="0.00E+00">
                  <c:v>0.28799136175433399</c:v>
                </c:pt>
                <c:pt idx="40" formatCode="0.00E+00">
                  <c:v>0.27853455887766898</c:v>
                </c:pt>
                <c:pt idx="41" formatCode="0.00E+00">
                  <c:v>0.27057876845499501</c:v>
                </c:pt>
                <c:pt idx="42" formatCode="0.00E+00">
                  <c:v>0.264009391227916</c:v>
                </c:pt>
                <c:pt idx="43" formatCode="0.00E+00">
                  <c:v>0.25868572224844799</c:v>
                </c:pt>
                <c:pt idx="44" formatCode="0.00E+00">
                  <c:v>0.25445223420306701</c:v>
                </c:pt>
                <c:pt idx="45" formatCode="0.00E+00">
                  <c:v>0.25114892737361699</c:v>
                </c:pt>
                <c:pt idx="46" formatCode="0.00E+00">
                  <c:v>0.24862002324897201</c:v>
                </c:pt>
                <c:pt idx="47" formatCode="0.00E+00">
                  <c:v>0.246720591237231</c:v>
                </c:pt>
                <c:pt idx="48" formatCode="0.00E+00">
                  <c:v>0.245320995528827</c:v>
                </c:pt>
                <c:pt idx="49" formatCode="0.00E+00">
                  <c:v>0.24430929478619301</c:v>
                </c:pt>
              </c:numCache>
            </c:numRef>
          </c:xVal>
          <c:yVal>
            <c:numRef>
              <c:f>BM_STUDY_PHREEQCRM_MU_GAMMA!$V$3:$V$52</c:f>
              <c:numCache>
                <c:formatCode>General</c:formatCode>
                <c:ptCount val="50"/>
                <c:pt idx="0">
                  <c:v>749.99900000000002</c:v>
                </c:pt>
                <c:pt idx="1">
                  <c:v>734.69291836734601</c:v>
                </c:pt>
                <c:pt idx="2">
                  <c:v>719.38683673469302</c:v>
                </c:pt>
                <c:pt idx="3">
                  <c:v>704.08075510204003</c:v>
                </c:pt>
                <c:pt idx="4">
                  <c:v>688.77467346938704</c:v>
                </c:pt>
                <c:pt idx="5">
                  <c:v>673.46859183673405</c:v>
                </c:pt>
                <c:pt idx="6">
                  <c:v>658.16251020408095</c:v>
                </c:pt>
                <c:pt idx="7">
                  <c:v>642.85642857142795</c:v>
                </c:pt>
                <c:pt idx="8">
                  <c:v>627.55034693877496</c:v>
                </c:pt>
                <c:pt idx="9">
                  <c:v>612.24426530612197</c:v>
                </c:pt>
                <c:pt idx="10">
                  <c:v>596.93818367346898</c:v>
                </c:pt>
                <c:pt idx="11">
                  <c:v>581.63210204081599</c:v>
                </c:pt>
                <c:pt idx="12">
                  <c:v>566.326020408163</c:v>
                </c:pt>
                <c:pt idx="13">
                  <c:v>551.01993877551001</c:v>
                </c:pt>
                <c:pt idx="14">
                  <c:v>535.71385714285702</c:v>
                </c:pt>
                <c:pt idx="15">
                  <c:v>520.40777551020403</c:v>
                </c:pt>
                <c:pt idx="16">
                  <c:v>505.10169387755099</c:v>
                </c:pt>
                <c:pt idx="17">
                  <c:v>489.795612244898</c:v>
                </c:pt>
                <c:pt idx="18">
                  <c:v>474.48953061224398</c:v>
                </c:pt>
                <c:pt idx="19">
                  <c:v>459.18344897959099</c:v>
                </c:pt>
                <c:pt idx="20">
                  <c:v>443.877367346938</c:v>
                </c:pt>
                <c:pt idx="21">
                  <c:v>428.57128571428501</c:v>
                </c:pt>
                <c:pt idx="22">
                  <c:v>413.26520408163202</c:v>
                </c:pt>
                <c:pt idx="23">
                  <c:v>397.95912244897897</c:v>
                </c:pt>
                <c:pt idx="24">
                  <c:v>382.65304081632598</c:v>
                </c:pt>
                <c:pt idx="25">
                  <c:v>367.34695918367299</c:v>
                </c:pt>
                <c:pt idx="26">
                  <c:v>352.04087755102</c:v>
                </c:pt>
                <c:pt idx="27">
                  <c:v>336.73479591836701</c:v>
                </c:pt>
                <c:pt idx="28">
                  <c:v>321.42871428571402</c:v>
                </c:pt>
                <c:pt idx="29">
                  <c:v>306.12263265306098</c:v>
                </c:pt>
                <c:pt idx="30">
                  <c:v>290.81655102040799</c:v>
                </c:pt>
                <c:pt idx="31">
                  <c:v>275.51046938775499</c:v>
                </c:pt>
                <c:pt idx="32">
                  <c:v>260.204387755102</c:v>
                </c:pt>
                <c:pt idx="33">
                  <c:v>244.89830612244899</c:v>
                </c:pt>
                <c:pt idx="34">
                  <c:v>229.592224489795</c:v>
                </c:pt>
                <c:pt idx="35">
                  <c:v>214.28614285714201</c:v>
                </c:pt>
                <c:pt idx="36">
                  <c:v>198.98006122448899</c:v>
                </c:pt>
                <c:pt idx="37">
                  <c:v>183.673979591836</c:v>
                </c:pt>
                <c:pt idx="38">
                  <c:v>168.36789795918301</c:v>
                </c:pt>
                <c:pt idx="39">
                  <c:v>153.06181632652999</c:v>
                </c:pt>
                <c:pt idx="40">
                  <c:v>137.755734693877</c:v>
                </c:pt>
                <c:pt idx="41">
                  <c:v>122.449653061224</c:v>
                </c:pt>
                <c:pt idx="42">
                  <c:v>107.14357142857099</c:v>
                </c:pt>
                <c:pt idx="43">
                  <c:v>91.837489795918302</c:v>
                </c:pt>
                <c:pt idx="44">
                  <c:v>76.531408163265198</c:v>
                </c:pt>
                <c:pt idx="45">
                  <c:v>61.2253265306122</c:v>
                </c:pt>
                <c:pt idx="46">
                  <c:v>45.919244897959103</c:v>
                </c:pt>
                <c:pt idx="47">
                  <c:v>30.613163265306099</c:v>
                </c:pt>
                <c:pt idx="48">
                  <c:v>15.307081632653</c:v>
                </c:pt>
                <c:pt idx="49">
                  <c:v>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65B6-4542-A97C-D3718E3F7F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3608624"/>
        <c:axId val="1723586544"/>
      </c:scatterChart>
      <c:valAx>
        <c:axId val="1723608624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Concentration</a:t>
                </a:r>
                <a:r>
                  <a:rPr lang="en-US" baseline="0"/>
                  <a:t> (ppm)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3586544"/>
        <c:crosses val="autoZero"/>
        <c:crossBetween val="midCat"/>
      </c:valAx>
      <c:valAx>
        <c:axId val="1723586544"/>
        <c:scaling>
          <c:orientation val="minMax"/>
          <c:max val="7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Height above the base of Soil Column (cm)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36086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6:04:34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1089 24575,'1'1'0,"-1"0"0,1 0 0,-1 0 0,1 1 0,-1-1 0,1 0 0,0 0 0,-1 0 0,1-1 0,0 1 0,0 0 0,0 0 0,-1 0 0,1-1 0,0 1 0,0 0 0,0-1 0,0 1 0,1 0 0,-1-1 0,0 0 0,0 1 0,0-1 0,0 0 0,0 1 0,1-1 0,-1 0 0,0 0 0,2 0 0,37 0 0,-3-8 0,-1-2 0,-1-1 0,1-1 0,49-27 0,39-9 0,-30 9 0,-55 24 0,62-33 0,-86 41 0,0 0 0,0 1 0,26-6 0,23-9 0,-6 0 0,116-27 0,-109 33 0,-38 8 0,240-48 0,-237 50 0,-1-1 0,57-21 0,-57 16 0,1 2 0,47-8 0,-54 12 0,-1 0 0,25-9 0,-29 7 0,0 2 0,1 0 0,0 1 0,19-1 0,-9 1 0,0 0 0,46-14 0,-49 11 0,1 0 0,-1 2 0,41-2 0,-43 5 0,-1-1 0,1-2 0,-1 0 0,0-1 0,23-10 0,-15 5 0,59-11 0,22-3 0,-80 16 0,0 1 0,0 3 0,59-5 0,-20 11 0,-18 0 0,1-2 0,99-14 0,-93 7 0,0 3 0,1 2 0,71 6 0,-13 0 0,-38-2 0,91-3 0,-103-10 0,-50 8 0,0 0 0,27-1 0,-10 4 0,-7 1 0,0-1 0,0-2 0,36-7 0,-37 5 0,1 2 0,-1 0 0,1 2 0,34 3 0,54-3 0,12-23 0,-47 11 0,-60 8 0,0 1 0,28-1 0,93 6 0,-164-1 0,-3 0 0,0 0 0,0-2 0,0 0 0,0-2 0,0 0 0,-30-11 0,2-6 0,5 3 0,-69-38 0,33 14 0,53 27 0,1 0 0,-36-25 0,64 40 0,1 0 0,-1-1 0,0 1 0,1 0 0,-1-1 0,1 1 0,-1-1 0,0 1 0,1-1 0,-1 1 0,1-1 0,-1 1 0,1-1 0,-1 1 0,1-1 0,0 0 0,-1 1 0,1-1 0,0 0 0,-1 1 0,1-1 0,0 0 0,0-1 0,14 1 0,26 10 0,-17 1 0,-1 1 0,0 1 0,-1 1 0,0 1 0,-1 1 0,27 24 0,-28-21 0,1-1 0,0-2 0,1 0 0,1-1 0,43 20 0,114 65 0,-180-99 0,1 0 0,0 0 0,-1 0 0,1 0 0,0 1 0,0-1 0,-1 0 0,1 0 0,0 0 0,-1 0 0,1 0 0,0 0 0,0 1 0,-1-1 0,1 0 0,0 0 0,0 0 0,-1 1 0,1-1 0,0 0 0,0 0 0,0 1 0,-1-1 0,1 0 0,0 0 0,0 1 0,0-1 0,0 0 0,0 1 0,0-1 0,0 0 0,-1 0 0,1 1 0,0-1 0,0 0 0,0 1 0,0-1 0,0 0 0,0 1 0,1-1 0,-1 0 0,0 1 0,0-1 0,0 0 0,0 0 0,0 1 0,0-1 0,0 0 0,1 1 0,-1-1 0,0 0 0,0 0 0,0 1 0,1-1 0,-1 0 0,0 0 0,0 0 0,1 1 0,-1-1 0,0 0 0,0 0 0,1 0 0,-1 0 0,1 0 0,-39 6 0,21-4 0,4 2 0,0 1 0,-1 0 0,2 1 0,-1 0 0,1 1 0,0 1 0,0-1 0,-16 16 0,-83 88 0,54-51 0,-19 17-1365,67-65-5461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6:04:38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24575,'7'2'0,"0"0"0,0 1 0,-1 0 0,1 0 0,-1 1 0,0-1 0,8 8 0,-9-8 0,18 14 0,39 39 0,14 9 0,-3-7 0,39 25 0,-59-44 0,-41-30 0,-1 0 0,1-1 0,1 0 0,-1-1 0,25 11 0,0-5 0,-6-1 0,1-1 0,0-1 0,1-2 0,0-1 0,1-1 0,37 0 0,-46-4 0,0 0 0,28 6 0,-28-3 0,50 3 0,-43-8 0,9 1 0,0-1 0,0-2 0,70-13 0,36-16 0,-114 27 0,52 0 0,-57 4 0,0-1 0,0-1 0,29-7 0,94-18 0,2 2 0,-62 3 0,87-17 0,-71 16 0,-77 15 0,0 1 0,0 2 0,52-3 0,33 10 0,101-3 0,-214 1 0,-1 0 0,1 0 0,0 0 0,-1-1 0,1 1 0,0 0 0,-1-1 0,1 1 0,0-1 0,-1 1 0,1-1 0,-1 0 0,1 1 0,-1-1 0,1 0 0,1-2 0,-3 2 0,0 1 0,0-1 0,0 1 0,0-1 0,0 0 0,0 1 0,0-1 0,0 0 0,0 1 0,0-1 0,-1 1 0,1-1 0,0 0 0,-1 1 0,1-1 0,0 1 0,-1-1 0,1 1 0,0-1 0,-1 1 0,1-1 0,-1 1 0,1 0 0,-1-1 0,1 1 0,-1 0 0,1-1 0,-2 1 0,-56-31 0,49 27 0,-39-19 0,1-2 0,2-2 0,1-2 0,-51-43 0,94 71 0,0 0 0,0 0 0,-1 0 0,1 0 0,0 0 0,0-1 0,0 1 0,0 0 0,1-1 0,-1 1 0,0-1 0,0 1 0,0-3 0,1 4 0,0-1 0,0 0 0,0 1 0,0-1 0,0 1 0,0-1 0,0 1 0,0-1 0,0 1 0,1-1 0,-1 1 0,0-1 0,0 1 0,0 0 0,1-1 0,-1 1 0,0-1 0,1 1 0,-1-1 0,0 1 0,1 0 0,-1-1 0,0 1 0,1 0 0,-1-1 0,1 1 0,0 0 0,1-1 0,0 0 0,0 0 0,0 1 0,0 0 0,0-1 0,0 1 0,1 0 0,-1 0 0,0 0 0,0 0 0,0 0 0,0 1 0,1-1 0,-1 1 0,0-1 0,0 1 0,0 0 0,3 1 0,37 22 0,74 54 0,1 1 0,-112-76 0,0 1 0,0 0 0,0 0 0,-1 0 0,0 1 0,0-1 0,0 1 0,0 0 0,-1 0 0,1 0 0,-1 1 0,-1-1 0,4 8 0,-6-11 0,1 0 0,0 0 0,-1 0 0,1 0 0,-1 0 0,0 0 0,0 0 0,0 0 0,0-1 0,0 1 0,0 0 0,0 0 0,0 0 0,-1 0 0,1 0 0,-1 0 0,0 0 0,1 0 0,-1 0 0,0-1 0,0 1 0,0 0 0,0-1 0,0 1 0,-1-1 0,1 1 0,0-1 0,-1 1 0,1-1 0,-1 0 0,0 0 0,1 0 0,-1 0 0,0 0 0,0 0 0,1 0 0,-1-1 0,0 1 0,0 0 0,0-1 0,0 0 0,0 1 0,-2-1 0,-31 5 0,27-4 0,1-1 0,-1 2 0,1-1 0,-1 1 0,1 0 0,0 0 0,0 1 0,0 0 0,0 0 0,0 0 0,1 1 0,-12 9 0,-41 38 0,-72 68 0,109-96 0,-2-2 0,-52 37 0,62-47-1365,3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6:04:59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6:04:59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6:06:27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5080 1 24575,'-1'6'0,"0"1"0,0-1 0,0 0 0,-1 1 0,1-1 0,-2 0 0,1 0 0,-1 0 0,0 0 0,-4 7 0,-45 56 0,21-29 0,5-7 0,-45 46 0,40-48 0,-32 45 0,41-50 0,0-2 0,-1 0 0,-49 37 0,-5 5 0,45-37 0,-2-1 0,-1-2 0,-45 25 0,43-32 0,-1-1 0,-55 16 0,52-19 0,-98 25 0,80-24 0,38-12 0,-1 0 0,-34 1 0,31-3 0,-45 8 0,17 4 0,-174 33 0,51-21 0,28-2 0,-54 13 0,-27 3 0,44-14 0,50-3 0,95-13 0,-1-3 0,-72 4 0,94-10 0,-1 1 0,1 1 0,1 1 0,-1 1 0,-20 8 0,-31 7 0,-17 0 0,2 4 0,0 3 0,-81 39 0,96-36 0,41-18 0,0 0 0,2 2 0,-34 21 0,-124 76 0,-19 17 0,40-22 0,48-31 0,82-56 0,2 2 0,0 1 0,1 2 0,-35 34 0,8-9 0,10-11 0,-3 8 0,-33 32 0,-83 97 0,152-157 0,1 1 0,1 0 0,0 1 0,2 0 0,0 1 0,2 0 0,-11 32 0,17-41 0,0 0 0,0 1 0,2 0 0,-1-1 0,2 1 0,0 0 0,0-1 0,1 1 0,0 0 0,1-1 0,1 1 0,0-1 0,1 0 0,0 0 0,6 12 0,-3-12 0,0 0 0,0-1 0,1 0 0,0-1 0,1 0 0,0 0 0,1-1 0,0 0 0,0 0 0,18 9 0,-13-6 0,14 10 0,1 1 0,1-1 0,62 34 0,-89-54 0,48 23 0,1-2 0,93 27 0,47 15 0,-137-49 0,-34-8 0,-1-2 0,2-1 0,-1 0 0,38 2 0,-34-5 0,1 1 0,26 7 0,-7-1 0,9 2 0,-35-6 0,0-1 0,37 2 0,-31-4 0,-1 2 0,1 0 0,35 12 0,-36-9 0,0-1 0,0-1 0,42 2 0,-40-6 0,1 0 0,54 11 0,70 15 0,-128-23 0,1-1 0,0-1 0,40-2 0,-44-1 0,0 1 0,0 0 0,0 2 0,-1 1 0,33 7 0,-124-79 0,-160-86 0,227 153 0,-1 0 0,1-1 0,-1 2 0,1-1 0,-1 0 0,0 1 0,-5-1 0,10 2 0,-1 0 0,1 0 0,0 0 0,-1 0 0,1 0 0,-1 0 0,1 0 0,0 0 0,-1 0 0,1 0 0,0 0 0,-1 0 0,1 0 0,0 0 0,-1 0 0,1 0 0,0 0 0,-1 0 0,1 1 0,0-1 0,-1 0 0,1 0 0,0 0 0,0 1 0,-1-1 0,1 0 0,0 0 0,0 1 0,-1-1 0,1 0 0,0 0 0,0 1 0,0-1 0,-1 1 0,13 19 0,36 39 0,-39-45 0,0-1 0,2 0 0,0-1 0,0 0 0,1 0 0,1-2 0,-1 1 0,2-2 0,16 11 0,-17-14 0,0 1 0,0 1 0,0 0 0,-1 1 0,-1 0 0,0 1 0,15 16 0,-24-24 0,0 1 0,0-1 0,0 1 0,0-1 0,-1 1 0,1 0 0,-1 0 0,0-1 0,1 1 0,-1 0 0,0 0 0,-1 1 0,1-1 0,-1 0 0,1 0 0,-1 0 0,0 0 0,0 0 0,0 1 0,0-1 0,-1 0 0,0 0 0,1 0 0,-1 0 0,0 0 0,0 0 0,-1 0 0,1 0 0,0 0 0,-1-1 0,0 1 0,0 0 0,0-1 0,0 1 0,0-1 0,0 0 0,-1 0 0,1 0 0,-1 0 0,1 0 0,-4 1 0,-15 11 0,-1-1 0,-32 15 0,0-1 0,-53 43 0,107-70-3,-1 0 1,1 1-1,-1-1 0,0 0 0,1 1 0,-1-1 0,0 0 0,1 0 1,-1 1-1,0-1 0,1 0 0,-1 0 0,0 0 0,1 0 0,-1 0 1,0 0-1,1 0 0,-1 0 0,0 0 0,1 0 0,-1 0 0,0-1 0,1 1 1,-1 0-1,0 0 0,1-1 0,-1 1 0,1 0 0,-1-1 0,1 1 1,-1-1-1,0 0 0,-9-26 192,7-39-1038,4 59 238,-1-17-6215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6:08:02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24575,'163'13'0,"7"0"0,566-14 0,-717 2 0,-1 1 0,36 8 0,-34-5 0,0-1 0,26 1 0,335-6-1365,-359 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6:08:11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1 154 24575,'0'1'0,"0"0"0,1 0 0,-1 0 0,1 1 0,0-1 0,-1 0 0,1 0 0,0 0 0,-1 0 0,1-1 0,0 1 0,0 0 0,0 0 0,0 0 0,0-1 0,0 1 0,0 0 0,0-1 0,0 1 0,0-1 0,0 1 0,1-1 0,-1 0 0,0 1 0,0-1 0,0 0 0,3 0 0,38 5 0,-38-5 0,9 0 0,0-1 0,0 0 0,0-1 0,0-1 0,-1 0 0,1-1 0,16-6 0,-13 3 0,1 2 0,0 0 0,24-3 0,-20 5 0,1-2 0,-1 0 0,22-9 0,-19 5 0,45-8 0,-16 7 0,-26 4 0,1 2 0,42-2 0,-38 4 0,1-1 0,-1-2 0,35-10 0,-35 7 0,0 2 0,0 1 0,38-1 0,388 7 0,-437 1 17,-1 0 0,0 2 0,0 0-1,-1 1 1,1 1 0,21 10 0,-23-8-229,1-2 0,0 0 0,0 0 0,0-2 1,0-1-1,32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6:08:15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24575,'1'0'0,"1"1"0,-1-1 0,0 1 0,0-1 0,0 1 0,0 0 0,0-1 0,0 1 0,0 0 0,0 0 0,0-1 0,0 1 0,-1 0 0,1 0 0,0 0 0,-1 0 0,1 0 0,0 0 0,-1 1 0,1-1 0,-1 0 0,0 0 0,1 0 0,-1 0 0,0 1 0,0-1 0,1 2 0,3 39 0,-3-37 0,2 56 0,-2-18 0,10 60 0,-6-69 0,-2-1 0,-2 50 0,1 21 0,23 23 0,-18-93 0,1 0 0,1-1 0,26 61 0,-17-40 0,-15-44 0,0 0 0,0-1 0,1 1 0,6 12 0,-7-18 0,-1-1 0,1 1 0,0-1 0,0 1 0,0-1 0,1 0 0,-1-1 0,1 1 0,0 0 0,-1-1 0,1 0 0,0 0 0,8 3 0,185 52 0,-170-45 0,-1 0 0,-1 1 0,44 31 0,-60-38 0,-1 0 0,1-1 0,1 0 0,-1-1 0,1 0 0,-1-1 0,1 0 0,0 0 0,16 1 0,-1 2 0,0 1 0,0 1 0,-1 1 0,0 2 0,24 14 0,-19-11 0,0 0 0,47 15 0,200 60 0,403 70-870,-544-127 870,-67-15 0,106 14 0,47 10 0,-135-22 0,25 11 0,-76-19 0,0-1 0,0-2 0,41 3 0,-42-7 171,1 2 0,39 12 1,38 7 184,-59-16-356,0 2 0,-2 2 0,54 21 0,-88-27 0,0-1 0,0 0 0,0-2 0,1 0 0,-1-1 0,1 0 0,29-1 0,566-3 0,-567-1 0,51-9 0,43-2 0,515 14 0,-625 0 0,55 11 0,-54-7 0,52 3 0,-4-9 0,-38-1 0,-1 2 0,0 2 0,75 13 0,-79-8 0,0-2 0,55 0 0,30 4 0,19 17 0,-83-14 0,0-2 0,97 4 0,-128-13 0,1 2 0,-1 1 0,45 13 0,-43-10 0,1 0 0,49 4 0,-3-10 0,-44-2 0,-1 2 0,0 1 0,46 9 0,-48-6 0,1-1 0,0-1 0,36-2 0,-36-2 0,-1 2 0,1 2 0,39 7 0,-42-5 0,52 3 0,21 5 0,-59-7 0,0-2 0,1-1 0,77-5 0,-74 0 0,-1 1 0,1 3 0,48 7 0,111 18 0,-120-18 0,198 24 0,-232-27-133,49 12 0,-61-9 4,1-2 1,75 3 0,-88-8 128,1 0 0,-1 2 0,1 1 0,34 10 0,-21-4 0,-8-5 0,0-1 0,63 1 0,-53-5 0,42 7 0,149 17 651,-173-17-651,32 5 0,137 2 0,-221-15 0,26 0 0,0-1 0,-1-1 0,49-11 0,-75 11 0,36-7 0,-1-3 0,63-26 0,-82 30 0,1 0 0,-1 1 0,48-6 0,-40 8 0,48-15 0,-55 14 0,1 1 0,-1 1 0,38-3 0,20-2 0,-23-5 0,24-4 0,-75 17 0,0 0 0,0 1 0,0-1 0,-1 2 0,1-1 0,0 1 0,0 0 0,0 1 0,9 3 0,-6 0 0,0 0 0,-1 1 0,0 1 0,-1 0 0,1 0 0,-1 0 0,0 1 0,7 11 0,-4-7 0,0 0 0,23 18 0,63 50 0,-70-55 0,1-2 0,52 35 0,13-1 0,40 23 0,40 25 0,-46-26 0,-92-55 0,-1 2 0,-2 1 0,0 1 0,51 61 0,-25-28 0,-31-30 0,40 59 0,4 4 0,63 86 0,-79-103 0,28 55 0,-13-20 0,64 99 0,16 25 0,-19-20 0,-85-133 0,-9-15 0,-4 1 0,35 102 0,-10-6 0,-47-122 0,-1 2 0,4 57 0,-2-32 0,-7-45 0,-1 1 0,1 32 0,-5-42 0,0-1 0,-1 1 0,-1 0 0,0-1 0,-1 0 0,-1 1 0,0-1 0,-1-1 0,-9 19 0,-35 71 0,-20 29 0,11-13 0,56-116 0,-28 52 0,-3 0 0,-2-3 0,-82 96 0,78-105 0,26-28 0,-1-1 0,0-1 0,-19 16 0,-144 119 0,-15-2 0,-69 15 0,241-150 0,-130 64 0,-61 18 0,192-86 0,-32 14 0,-82 25 0,112-40 0,1 0 0,-25 13 0,28-11 0,-1-1 0,0-1 0,-22 6 0,-212 63 0,200-56 0,34-12 0,-1-1 0,0-1 0,-26 5 0,13-4 0,2 1 0,-35 15 0,19-7 0,-91 35 0,119-44 0,1-2 0,-2 0 0,-28 4 0,27-6 0,0 1 0,-35 12 0,-32 14 0,-99 20 0,127-35 0,-69 15 0,102-24 0,-1 1 0,1 2 0,-47 21 0,40-15 0,-346 146 0,24-9 0,283-122 0,-1 1 0,-107 60 0,144-72 0,0-1 0,-39 13 0,33-15 0,-50 28 0,81-37 0,5-3 0,0-1 0,0 1 0,0-1 0,0 0 0,0 0 0,-1-1 0,1 0 0,-13 2 0,18-4 0,-1-1 0,1 1 0,0-1 0,0 1 0,-1-1 0,1 0 0,0 0 0,0 0 0,0 0 0,0 0 0,0 0 0,0 0 0,0 0 0,0 0 0,1 0 0,-1 0 0,0 0 0,1-1 0,-1 1 0,1 0 0,-1 0 0,1-1 0,0 1 0,-1-1 0,1 1 0,0 0 0,0-1 0,0 1 0,0 0 0,0-3 0,3-43 0,6 16 0,2 0 0,1 0 0,1 1 0,1 0 0,30-43 0,-5 4 0,114-188 0,-47 82 0,-105 174 0,23-34 0,-9 25 0,-15 10 0,1 0 0,-1 0 0,1 0 0,-1 0 0,0 0 0,1 0 0,-1 0 0,1 0 0,-1 1 0,1-1 0,-1 0 0,0 0 0,1 1 0,-1-1 0,0 0 0,1 0 0,-1 1 0,0-1 0,1 0 0,-1 1 0,0-1 0,1 0 0,-1 1 0,0-1 0,0 1 0,0-1 0,0 1 0,1-1 0,-1 0 0,0 1 0,0-1 0,0 1 0,0-1 0,0 2 0,1 2 0,-1 0 0,0 0 0,0 1 0,0-1 0,0 0 0,-1 0 0,1 0 0,-1 1 0,0-1 0,-1 0 0,-2 7 0,-26 47 0,18-36 0,-76 122 0,2-2 0,70-113 0,10-18 0,0 0 0,0 0 0,1 1 0,-7 22 0,-11 23 0,18-48 0,1-1 0,0 1 0,1 0 0,0 0 0,-4 18 0,-3 28 0,6-41 0,1 1 0,0-1 0,2 1 0,-1 0 0,2 16 0,1-27 0,-1 1 0,1-1 0,0 1 0,0-1 0,1 1 0,0-1 0,-1 0 0,1 0 0,1 1 0,-1-2 0,1 1 0,-1 0 0,1 0 0,0-1 0,0 1 0,1-1 0,-1 0 0,1 0 0,-1 0 0,8 3 0,138 69 0,-110-57 0,10 3 0,63 16 0,-66-23 0,23 17 77,-56-24-366,1 0 1,0-1 0,0-1-1,23 6 1,-19-7-6538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7:00:28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24575,'8'0'0,"0"-1"0,-1 0 0,1-1 0,0 0 0,8-3 0,30-7 0,55 6 0,113 7 0,-70 2 0,-126-2 0,1 1 0,35 8 0,-34-6 0,0 0 0,26 1 0,360-6-1365,-384 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7:00:28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24575,'8'0'0,"0"-1"0,-1 0 0,1-1 0,0 0 0,8-3 0,30-7 0,55 6 0,113 7 0,-70 2 0,-126-2 0,1 1 0,35 8 0,-34-6 0,0 0 0,26 1 0,360-6-1365,-384 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7:00:28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24575,'8'0'0,"0"-1"0,-1 0 0,1-1 0,0 0 0,8-3 0,30-7 0,55 6 0,113 7 0,-70 2 0,-126-2 0,1 1 0,35 8 0,-34-6 0,0 0 0,26 1 0,360-6-1365,-384 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17:00:28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24575,'8'0'0,"0"-1"0,-1 0 0,1-1 0,0 0 0,8-3 0,30-7 0,55 6 0,113 7 0,-70 2 0,-126-2 0,1 1 0,35 8 0,-34-6 0,0 0 0,26 1 0,360-6-1365,-384 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217E4-5D9C-2899-76D1-8488C36B6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D7524-ADD8-7FF8-FE07-D9F902D80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9AF71-0672-BDF4-B6FA-B248100E6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81BE8-31C8-4B12-890F-49085DF11CD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CD612-2604-BBF4-BD72-448F2721E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E8AB6-5AF7-A003-398E-0DBD0F5C8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475-3CB0-4A4F-AEAE-9159B4A7D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8258-D512-70D1-BDE4-EF579833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D3414-7EFD-2804-CD32-EF2565619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DF48B-DFBF-8437-DB01-23B89FD6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81BE8-31C8-4B12-890F-49085DF11CD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72631-6E42-93E0-61AE-95A07859D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3CCB4-2B81-4166-00B9-9D1F79395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475-3CB0-4A4F-AEAE-9159B4A7D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01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9C49-6E83-399B-8118-1E5144A54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3928D-F55B-04E0-31E0-939DA83C2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A413E-080B-2492-A715-848BF7F2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81BE8-31C8-4B12-890F-49085DF11CD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2901C-B13E-0B16-A7BE-CA310F7F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5352-95FF-00D5-B64C-8B5781B40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475-3CB0-4A4F-AEAE-9159B4A7D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6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0983-FC0F-3D46-D58D-E9AEC3E3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D5E3D-052A-8A16-DBBA-924C81D6B4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0CF8D-7F80-5DC9-03AD-1E00CBEAC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AA1EF-C16E-5490-B77D-89C9682E8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81BE8-31C8-4B12-890F-49085DF11CD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83959-B04F-F4EA-50A1-71EDD975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6D596-3716-1527-E1C0-EEB6B13AD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475-3CB0-4A4F-AEAE-9159B4A7D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7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03E9-8AE0-CA10-1DB8-A67CE481D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FD7D7-38DC-A3B3-C0DF-4A141A674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B5A3E-07CB-A5E1-9694-11F9F4C7B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0EF3FF-CBBD-591A-CBA4-84B83BFC1B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4149C-CAD9-4C63-7117-337406971C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E77C6-1A27-0F46-0EA0-1BDE0E303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81BE8-31C8-4B12-890F-49085DF11CD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B5DC1-90A1-BCB0-05F2-B2C350C7D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B5FAA7-6D44-3FC4-686E-AECD4EB6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475-3CB0-4A4F-AEAE-9159B4A7D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47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1B4D-8B1C-17AC-CDB2-D46DDE067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D21EA1-0BE6-B08A-E13D-3A85974B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81BE8-31C8-4B12-890F-49085DF11CD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3C4D3-BC42-F7BE-FBE5-BD64D8FDC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F570C-4CC5-31BE-2551-D6D7B779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475-3CB0-4A4F-AEAE-9159B4A7D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19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74D0CC-4E1A-8EA5-F696-4363757F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81BE8-31C8-4B12-890F-49085DF11CD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308BF5-615E-9187-0C11-0DCDD8BE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4876D-E1FC-4005-F44B-E91C1AB9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475-3CB0-4A4F-AEAE-9159B4A7D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8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51CC-3CD9-95FD-CC1F-00494738D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0526-581F-DE32-796C-4D63FF7F0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8AAC7-FFF7-4BCE-FC2D-B5ED4AD28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0B837-D1FF-3E0C-1BC9-8109AFCBA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81BE8-31C8-4B12-890F-49085DF11CD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2A53C-DD22-A0AD-9176-8BB30ABB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8E3D6-20BF-2B9B-114C-395E5930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475-3CB0-4A4F-AEAE-9159B4A7D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37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5CEE4-F896-F693-8E64-CE1206CDE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C273F2-E18A-FC91-9481-C03045C66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AEB78-EA93-22A7-1AB6-3132A0951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1B22B-F43E-372C-5355-330F388A5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81BE8-31C8-4B12-890F-49085DF11CD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DC9A8-6007-1EC2-8DE2-2B94282F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5C491-6F33-391A-A7B2-15900612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475-3CB0-4A4F-AEAE-9159B4A7D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88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EBCE-399D-889C-EE5F-684B3D3E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346F5-12B2-3396-0D4D-68C6C2EF4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CFA69-D293-0C1F-FE41-05236FFD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81BE8-31C8-4B12-890F-49085DF11CD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C0643-3113-3245-D95E-DC28C376F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33808-9D19-2AA6-0D3C-F70E5E67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475-3CB0-4A4F-AEAE-9159B4A7D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1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128ADC-10A5-8C44-4C1B-F930C96F4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B3281-F2EC-FD44-297C-10EA89D99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74567-E159-9F48-4DDB-9323632E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81BE8-31C8-4B12-890F-49085DF11CD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D3203-9398-6E92-E522-83510C43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041E0-0DB5-7407-661A-0F88B7199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475-3CB0-4A4F-AEAE-9159B4A7D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4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34AEC-50AA-61CD-1EA9-5359AB3C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527BB-E05E-1294-86B8-85C9A054C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BC89A-F0CC-20CD-4030-F4F7A73727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B81BE8-31C8-4B12-890F-49085DF11CD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7CFCD-309D-8616-C482-793C2DD84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25953-DCDA-269C-0598-8CDF8836A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B475-3CB0-4A4F-AEAE-9159B4A7D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7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jpeg"/><Relationship Id="rId7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12" Type="http://schemas.openxmlformats.org/officeDocument/2006/relationships/customXml" Target="../ink/ink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240F3-8CD2-D6AD-F7C3-A919FC3EB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Phreeqc and its Benchmarking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C0D7B-6F61-CDEF-EB4E-FEDA2EAE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808"/>
            <a:ext cx="10515600" cy="466915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Earlier, Phreeqc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PhreeqcRM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was integrated into the 2DSoil model and a sequential reaction problem was solved using this conjunctive model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this conjunctive model required benchmarking to establish its efficacy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benchmarking problems covers some specific situations for which analytical solutions are available.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match of the analytical solution with numerical solution leads to benchmarking of a model.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analytical solutions are comprehensively covered by Van Genuchten 1981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covers a relevant benchmarking study  </a:t>
            </a:r>
          </a:p>
        </p:txBody>
      </p:sp>
    </p:spTree>
    <p:extLst>
      <p:ext uri="{BB962C8B-B14F-4D97-AF65-F5344CB8AC3E}">
        <p14:creationId xmlns:p14="http://schemas.microsoft.com/office/powerpoint/2010/main" val="2600018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9805E-80AE-17BF-F4A8-BFABC7F92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981"/>
            <a:ext cx="10515600" cy="878459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of the Benchmark Problem by Van Genuchten 1981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C7DD19-8B64-54A5-04F7-4D71B69BD6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3584"/>
                <a:ext cx="6778752" cy="547725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Flow Conditions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Uniform, steady state 1-D flow field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Semi infinite media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Flow takes place under saturated conditions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Solute conditions: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 and Boundary Conditions:</a:t>
                </a:r>
              </a:p>
              <a:p>
                <a:pPr lvl="2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C(x,0) = C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2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C(0,t) = C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(∞,t) = 0</a:t>
                </a:r>
              </a:p>
              <a:p>
                <a:pPr lvl="2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solute can undergo first order degradation and zeroth order production</a:t>
                </a:r>
              </a:p>
              <a:p>
                <a:pPr lvl="3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µ: rate of first order decay (degradation)</a:t>
                </a:r>
              </a:p>
              <a:p>
                <a:pPr lvl="3"/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rate of zero order production</a:t>
                </a:r>
              </a:p>
              <a:p>
                <a:pPr lvl="3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3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(C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γ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µ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)H(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M(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C7DD19-8B64-54A5-04F7-4D71B69BD6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3584"/>
                <a:ext cx="6778752" cy="5477256"/>
              </a:xfrm>
              <a:blipFill>
                <a:blip r:embed="rId2"/>
                <a:stretch>
                  <a:fillRect l="-1619" t="-3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644ACC8-BA86-B13F-39E3-E6B8D0E91E1F}"/>
              </a:ext>
            </a:extLst>
          </p:cNvPr>
          <p:cNvSpPr/>
          <p:nvPr/>
        </p:nvSpPr>
        <p:spPr>
          <a:xfrm>
            <a:off x="9820656" y="2068926"/>
            <a:ext cx="274320" cy="395020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3B27F8-9E12-70F3-14B0-7164D1953D15}"/>
              </a:ext>
            </a:extLst>
          </p:cNvPr>
          <p:cNvSpPr txBox="1"/>
          <p:nvPr/>
        </p:nvSpPr>
        <p:spPr>
          <a:xfrm>
            <a:off x="8430768" y="6185703"/>
            <a:ext cx="305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Hypothetical 1-D Soil Column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554FD197-E9AD-69B0-3041-9DC5E46E5BA1}"/>
              </a:ext>
            </a:extLst>
          </p:cNvPr>
          <p:cNvSpPr/>
          <p:nvPr/>
        </p:nvSpPr>
        <p:spPr>
          <a:xfrm>
            <a:off x="10652760" y="3712464"/>
            <a:ext cx="274320" cy="8253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D9919F-12A1-2728-5B4C-AF2549685345}"/>
              </a:ext>
            </a:extLst>
          </p:cNvPr>
          <p:cNvSpPr txBox="1"/>
          <p:nvPr/>
        </p:nvSpPr>
        <p:spPr>
          <a:xfrm>
            <a:off x="10094976" y="3066133"/>
            <a:ext cx="144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Direction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6FB5F7-4D43-83DC-92B2-7665489292B6}"/>
              </a:ext>
            </a:extLst>
          </p:cNvPr>
          <p:cNvSpPr txBox="1"/>
          <p:nvPr/>
        </p:nvSpPr>
        <p:spPr>
          <a:xfrm>
            <a:off x="9061704" y="1872363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D2E24B-F74B-6BA0-EFBF-D9F27CB96BA7}"/>
              </a:ext>
            </a:extLst>
          </p:cNvPr>
          <p:cNvSpPr txBox="1"/>
          <p:nvPr/>
        </p:nvSpPr>
        <p:spPr>
          <a:xfrm>
            <a:off x="8942832" y="5835273"/>
            <a:ext cx="80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589A63-8E9B-DBFA-0DD0-C1ABCE931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5481320"/>
            <a:ext cx="2788920" cy="12395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D3E4BF3-E0AE-CE2C-5F3D-E683337F1C21}"/>
                  </a:ext>
                </a:extLst>
              </p14:cNvPr>
              <p14:cNvContentPartPr/>
              <p14:nvPr/>
            </p14:nvContentPartPr>
            <p14:xfrm>
              <a:off x="3456288" y="5579136"/>
              <a:ext cx="1743480" cy="3992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D3E4BF3-E0AE-CE2C-5F3D-E683337F1C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50168" y="5573016"/>
                <a:ext cx="175572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8922EF3-64C5-657A-3A42-6864876EF7C8}"/>
                  </a:ext>
                </a:extLst>
              </p14:cNvPr>
              <p14:cNvContentPartPr/>
              <p14:nvPr/>
            </p14:nvContentPartPr>
            <p14:xfrm>
              <a:off x="4434768" y="6299856"/>
              <a:ext cx="1068840" cy="2408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8922EF3-64C5-657A-3A42-6864876EF7C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28648" y="6293736"/>
                <a:ext cx="10810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513EBBA-D82D-171B-51D2-16488BBA5EA6}"/>
                  </a:ext>
                </a:extLst>
              </p14:cNvPr>
              <p14:cNvContentPartPr/>
              <p14:nvPr/>
            </p14:nvContentPartPr>
            <p14:xfrm>
              <a:off x="-649512" y="648936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513EBBA-D82D-171B-51D2-16488BBA5E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655632" y="64281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3568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2A4B1-FC6B-CE8A-D229-427B8A582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1C8C-5C01-23F6-24EA-BF95681BC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981"/>
            <a:ext cx="10515600" cy="878459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Solution (Van Genuchten 1981)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A9B35F-95E4-E62F-B524-F23F90420E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016" y="512064"/>
                <a:ext cx="7601712" cy="6227064"/>
              </a:xfrm>
            </p:spPr>
            <p:txBody>
              <a:bodyPr>
                <a:normAutofit fontScale="92500" lnSpcReduction="10000"/>
              </a:bodyPr>
              <a:lstStyle/>
              <a:p>
                <a:pPr lvl="3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3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γ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µ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 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 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f(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 t, v, D, 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wrote python scripts to calculate the analytical solution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A9B35F-95E4-E62F-B524-F23F90420E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016" y="512064"/>
                <a:ext cx="7601712" cy="6227064"/>
              </a:xfrm>
              <a:blipFill>
                <a:blip r:embed="rId2"/>
                <a:stretch>
                  <a:fillRect l="-14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B765A82C-829E-CFB7-16EC-A1E8FD5A6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555" y="2519983"/>
            <a:ext cx="7250037" cy="32222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33BCEC6-9676-7B6F-2DC8-B2BFB0626708}"/>
                  </a:ext>
                </a:extLst>
              </p14:cNvPr>
              <p14:cNvContentPartPr/>
              <p14:nvPr/>
            </p14:nvContentPartPr>
            <p14:xfrm>
              <a:off x="-649512" y="648936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33BCEC6-9676-7B6F-2DC8-B2BFB06267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655632" y="64281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37BDF2F-D402-F641-3A5D-2F61FD9DC88E}"/>
                  </a:ext>
                </a:extLst>
              </p14:cNvPr>
              <p14:cNvContentPartPr/>
              <p14:nvPr/>
            </p14:nvContentPartPr>
            <p14:xfrm>
              <a:off x="1426464" y="1791936"/>
              <a:ext cx="1828800" cy="1356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37BDF2F-D402-F641-3A5D-2F61FD9DC88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0344" y="1785816"/>
                <a:ext cx="1841040" cy="13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81A84DD-22DA-28B4-9A61-895C454F80BE}"/>
                  </a:ext>
                </a:extLst>
              </p14:cNvPr>
              <p14:cNvContentPartPr/>
              <p14:nvPr/>
            </p14:nvContentPartPr>
            <p14:xfrm>
              <a:off x="2971584" y="1728216"/>
              <a:ext cx="593640" cy="187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81A84DD-22DA-28B4-9A61-895C454F80B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65464" y="1722096"/>
                <a:ext cx="6058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907DA76-2C6E-AAFA-4042-01561B0BCF77}"/>
                  </a:ext>
                </a:extLst>
              </p14:cNvPr>
              <p14:cNvContentPartPr/>
              <p14:nvPr/>
            </p14:nvContentPartPr>
            <p14:xfrm>
              <a:off x="4352184" y="1745856"/>
              <a:ext cx="639000" cy="644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907DA76-2C6E-AAFA-4042-01561B0BCF7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46064" y="1739736"/>
                <a:ext cx="6512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70F44FD-87A1-A187-86C2-1B0A6039E847}"/>
                  </a:ext>
                </a:extLst>
              </p14:cNvPr>
              <p14:cNvContentPartPr/>
              <p14:nvPr/>
            </p14:nvContentPartPr>
            <p14:xfrm>
              <a:off x="4708944" y="1782936"/>
              <a:ext cx="4801680" cy="30819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70F44FD-87A1-A187-86C2-1B0A6039E84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02824" y="1776816"/>
                <a:ext cx="4813920" cy="309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19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035D3-D88E-2A97-9E05-48ECFEB29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30B6-6A89-CFB9-2E2F-173BB813C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084"/>
            <a:ext cx="10515600" cy="1325563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Flow and Solute Conditions in the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2DSoil - Phreeqc model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9B65E6-842B-6E40-0772-61D950B26A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1647"/>
                <a:ext cx="8543544" cy="4675316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7.5 m deep simulated soil column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2DSoil model relies on create soil module for the generation of the unsaturated flow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=0.48,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0.07,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45.6 cm/day)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assumed a soil media composed of 50% silt, 25% sand and 25% clay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Applied a uniform initial head of -200 cm</a:t>
                </a:r>
              </a:p>
              <a:p>
                <a:pPr lvl="1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Prescribed head of 5cm at the top and free drainage conditions at the bottom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Saturated, steady state condition was obtained at the end of 5 day period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Resulted in a Darcy velocity of 45.7 cm/day and pore velocity of 95.2 cm/day</a:t>
                </a:r>
              </a:p>
              <a:p>
                <a:pPr lvl="1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hypothetical solute was introduced at the beginning of 6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day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solute has a unit GFW (1 gm or 1000mg per mol)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concentration of 1000 mg (C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was prescribed at the top as Dirichlet BC</a:t>
                </a:r>
              </a:p>
              <a:p>
                <a:pPr lvl="2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new module was developed (Fertigation module)</a:t>
                </a:r>
              </a:p>
              <a:p>
                <a:pPr lvl="1"/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 and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12.8 has been taken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9B65E6-842B-6E40-0772-61D950B26A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1647"/>
                <a:ext cx="8543544" cy="4675316"/>
              </a:xfrm>
              <a:blipFill>
                <a:blip r:embed="rId2"/>
                <a:stretch>
                  <a:fillRect l="-857" t="-2738" r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B61BC50-EAF6-0AE3-06F1-A344179B89ED}"/>
              </a:ext>
            </a:extLst>
          </p:cNvPr>
          <p:cNvSpPr/>
          <p:nvPr/>
        </p:nvSpPr>
        <p:spPr>
          <a:xfrm>
            <a:off x="10296144" y="2068926"/>
            <a:ext cx="274320" cy="395020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E715C-96D7-9BDF-0702-118DA69BC9B1}"/>
              </a:ext>
            </a:extLst>
          </p:cNvPr>
          <p:cNvSpPr txBox="1"/>
          <p:nvPr/>
        </p:nvSpPr>
        <p:spPr>
          <a:xfrm>
            <a:off x="9125712" y="6311900"/>
            <a:ext cx="261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Soil Column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A1DC2FCF-40D4-7CBC-AE2E-3FC0ABEAB137}"/>
              </a:ext>
            </a:extLst>
          </p:cNvPr>
          <p:cNvSpPr/>
          <p:nvPr/>
        </p:nvSpPr>
        <p:spPr>
          <a:xfrm>
            <a:off x="11128248" y="3712464"/>
            <a:ext cx="274320" cy="8253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D45FC-8D62-6D51-A2FA-9FC48C1E2ED9}"/>
              </a:ext>
            </a:extLst>
          </p:cNvPr>
          <p:cNvSpPr txBox="1"/>
          <p:nvPr/>
        </p:nvSpPr>
        <p:spPr>
          <a:xfrm>
            <a:off x="10570464" y="3066133"/>
            <a:ext cx="144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Direction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AA285E-48DF-20C6-42B2-E5D3DD5EB2D9}"/>
              </a:ext>
            </a:extLst>
          </p:cNvPr>
          <p:cNvSpPr txBox="1"/>
          <p:nvPr/>
        </p:nvSpPr>
        <p:spPr>
          <a:xfrm>
            <a:off x="9272016" y="1884260"/>
            <a:ext cx="90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0 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159380-E181-7572-3B3E-993321C9E873}"/>
              </a:ext>
            </a:extLst>
          </p:cNvPr>
          <p:cNvSpPr txBox="1"/>
          <p:nvPr/>
        </p:nvSpPr>
        <p:spPr>
          <a:xfrm>
            <a:off x="9125712" y="5796185"/>
            <a:ext cx="111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7.5 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836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C4831-809D-5C7F-D659-3ECB12632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0805"/>
            <a:ext cx="10515600" cy="9698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 No Degradation or Production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µ = 0 and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4DD192-1757-5973-35FA-F3EC4CDCD9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118006"/>
              </p:ext>
            </p:extLst>
          </p:nvPr>
        </p:nvGraphicFramePr>
        <p:xfrm>
          <a:off x="3340165" y="1056045"/>
          <a:ext cx="5511667" cy="5711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01E91DE-A7F2-4EB9-98DC-351057008E26}"/>
              </a:ext>
            </a:extLst>
          </p:cNvPr>
          <p:cNvSpPr/>
          <p:nvPr/>
        </p:nvSpPr>
        <p:spPr>
          <a:xfrm>
            <a:off x="2139696" y="1192196"/>
            <a:ext cx="274320" cy="456247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EABE9-5BE0-489B-B5FE-E4701CC0EB57}"/>
              </a:ext>
            </a:extLst>
          </p:cNvPr>
          <p:cNvSpPr txBox="1"/>
          <p:nvPr/>
        </p:nvSpPr>
        <p:spPr>
          <a:xfrm>
            <a:off x="969264" y="5973402"/>
            <a:ext cx="261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Soil Column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9995C3F2-3E21-7680-21B3-E32CC686BD5C}"/>
              </a:ext>
            </a:extLst>
          </p:cNvPr>
          <p:cNvSpPr/>
          <p:nvPr/>
        </p:nvSpPr>
        <p:spPr>
          <a:xfrm>
            <a:off x="1699641" y="2933647"/>
            <a:ext cx="274320" cy="8253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4D26CF-DAC0-0AD6-00F3-E91324360D1B}"/>
              </a:ext>
            </a:extLst>
          </p:cNvPr>
          <p:cNvSpPr txBox="1"/>
          <p:nvPr/>
        </p:nvSpPr>
        <p:spPr>
          <a:xfrm>
            <a:off x="420624" y="2884249"/>
            <a:ext cx="144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Direction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EF5A50-4D90-044D-61EB-2A6E04F39FC7}"/>
              </a:ext>
            </a:extLst>
          </p:cNvPr>
          <p:cNvSpPr txBox="1"/>
          <p:nvPr/>
        </p:nvSpPr>
        <p:spPr>
          <a:xfrm>
            <a:off x="1115568" y="1056045"/>
            <a:ext cx="90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0 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23DE15-7600-0EE6-0CE9-4DA7641F4B9A}"/>
              </a:ext>
            </a:extLst>
          </p:cNvPr>
          <p:cNvSpPr txBox="1"/>
          <p:nvPr/>
        </p:nvSpPr>
        <p:spPr>
          <a:xfrm>
            <a:off x="966978" y="5585197"/>
            <a:ext cx="111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7.5 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28764C0-F3FE-BA85-CF96-E5034B0A7C8E}"/>
                  </a:ext>
                </a:extLst>
              </p14:cNvPr>
              <p14:cNvContentPartPr/>
              <p14:nvPr/>
            </p14:nvContentPartPr>
            <p14:xfrm>
              <a:off x="2130408" y="1141344"/>
              <a:ext cx="419760" cy="11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28764C0-F3FE-BA85-CF96-E5034B0A7C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24288" y="1135224"/>
                <a:ext cx="432000" cy="234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DEF7FAC-A119-62C4-A8FF-36020D8B892E}"/>
              </a:ext>
            </a:extLst>
          </p:cNvPr>
          <p:cNvSpPr txBox="1"/>
          <p:nvPr/>
        </p:nvSpPr>
        <p:spPr>
          <a:xfrm>
            <a:off x="966978" y="754028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r>
              <a:rPr lang="en-US" baseline="-25000" dirty="0"/>
              <a:t>o</a:t>
            </a:r>
            <a:r>
              <a:rPr lang="en-US" dirty="0"/>
              <a:t> = 1000mg for t &gt;5 days</a:t>
            </a:r>
          </a:p>
        </p:txBody>
      </p:sp>
    </p:spTree>
    <p:extLst>
      <p:ext uri="{BB962C8B-B14F-4D97-AF65-F5344CB8AC3E}">
        <p14:creationId xmlns:p14="http://schemas.microsoft.com/office/powerpoint/2010/main" val="793607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D672E-3474-CFA1-190A-3EA0B9F1F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0E939-7728-3B2C-CB24-4615A99E6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791" y="90805"/>
            <a:ext cx="8446007" cy="9698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 No Degradation or Production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µ = 10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mol/sec and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251C09-D6D8-05DA-40C9-E1DB9AAC6FF2}"/>
              </a:ext>
            </a:extLst>
          </p:cNvPr>
          <p:cNvSpPr/>
          <p:nvPr/>
        </p:nvSpPr>
        <p:spPr>
          <a:xfrm>
            <a:off x="2139696" y="1192196"/>
            <a:ext cx="274320" cy="456247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706F8-5AAA-16DD-E0CE-2E7060CD4BB1}"/>
              </a:ext>
            </a:extLst>
          </p:cNvPr>
          <p:cNvSpPr txBox="1"/>
          <p:nvPr/>
        </p:nvSpPr>
        <p:spPr>
          <a:xfrm>
            <a:off x="969264" y="5973402"/>
            <a:ext cx="261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Soil Column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99881778-7D67-DF87-A90D-076E26A73D18}"/>
              </a:ext>
            </a:extLst>
          </p:cNvPr>
          <p:cNvSpPr/>
          <p:nvPr/>
        </p:nvSpPr>
        <p:spPr>
          <a:xfrm>
            <a:off x="1699641" y="2933647"/>
            <a:ext cx="274320" cy="8253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4A9F8E-0286-EB9E-5019-E0617D8BD909}"/>
              </a:ext>
            </a:extLst>
          </p:cNvPr>
          <p:cNvSpPr txBox="1"/>
          <p:nvPr/>
        </p:nvSpPr>
        <p:spPr>
          <a:xfrm>
            <a:off x="420624" y="2884249"/>
            <a:ext cx="144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Direction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3FB27C-01C3-6F9F-AEA7-B9084C7D2F66}"/>
              </a:ext>
            </a:extLst>
          </p:cNvPr>
          <p:cNvSpPr txBox="1"/>
          <p:nvPr/>
        </p:nvSpPr>
        <p:spPr>
          <a:xfrm>
            <a:off x="1115568" y="1056045"/>
            <a:ext cx="90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0 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4E3D2B-15A1-B33E-A5DC-DC76E1807A1B}"/>
              </a:ext>
            </a:extLst>
          </p:cNvPr>
          <p:cNvSpPr txBox="1"/>
          <p:nvPr/>
        </p:nvSpPr>
        <p:spPr>
          <a:xfrm>
            <a:off x="966978" y="5585197"/>
            <a:ext cx="111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7.5 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B431CDC-8E93-73AE-1873-6C730F7C320F}"/>
                  </a:ext>
                </a:extLst>
              </p14:cNvPr>
              <p14:cNvContentPartPr/>
              <p14:nvPr/>
            </p14:nvContentPartPr>
            <p14:xfrm>
              <a:off x="2130408" y="1141344"/>
              <a:ext cx="419760" cy="11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B431CDC-8E93-73AE-1873-6C730F7C32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4288" y="1135224"/>
                <a:ext cx="432000" cy="234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7059DD9-F6FC-77F4-A842-1386540AAFD6}"/>
              </a:ext>
            </a:extLst>
          </p:cNvPr>
          <p:cNvSpPr txBox="1"/>
          <p:nvPr/>
        </p:nvSpPr>
        <p:spPr>
          <a:xfrm>
            <a:off x="966978" y="754028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r>
              <a:rPr lang="en-US" baseline="-25000" dirty="0"/>
              <a:t>o</a:t>
            </a:r>
            <a:r>
              <a:rPr lang="en-US" dirty="0"/>
              <a:t> = 1000mg for t &gt;5 days</a:t>
            </a:r>
          </a:p>
        </p:txBody>
      </p:sp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3AADFD7B-D740-415C-8045-DE871F4DA6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9812696"/>
              </p:ext>
            </p:extLst>
          </p:nvPr>
        </p:nvGraphicFramePr>
        <p:xfrm>
          <a:off x="3493007" y="1152503"/>
          <a:ext cx="5327903" cy="5614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375682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7319A-B257-CC8A-52F3-509818027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AEC4C-1A8E-F6FF-8D08-92A512227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791" y="90805"/>
            <a:ext cx="8446007" cy="9698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 No Degradation or Production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µ = 3*10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mol/sec and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68C37D-D0DF-B4EF-77B9-FEE5EE26C228}"/>
              </a:ext>
            </a:extLst>
          </p:cNvPr>
          <p:cNvSpPr/>
          <p:nvPr/>
        </p:nvSpPr>
        <p:spPr>
          <a:xfrm>
            <a:off x="2139696" y="1192196"/>
            <a:ext cx="274320" cy="456247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DD8463-FE43-166B-06BC-0EE1FF46EDB5}"/>
              </a:ext>
            </a:extLst>
          </p:cNvPr>
          <p:cNvSpPr txBox="1"/>
          <p:nvPr/>
        </p:nvSpPr>
        <p:spPr>
          <a:xfrm>
            <a:off x="969264" y="5973402"/>
            <a:ext cx="261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Soil Column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60DCFC7-C47A-6B4A-EAAD-E0C251F44669}"/>
              </a:ext>
            </a:extLst>
          </p:cNvPr>
          <p:cNvSpPr/>
          <p:nvPr/>
        </p:nvSpPr>
        <p:spPr>
          <a:xfrm>
            <a:off x="1699641" y="2933647"/>
            <a:ext cx="274320" cy="8253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315796-C284-F722-74C7-6992C863A3D2}"/>
              </a:ext>
            </a:extLst>
          </p:cNvPr>
          <p:cNvSpPr txBox="1"/>
          <p:nvPr/>
        </p:nvSpPr>
        <p:spPr>
          <a:xfrm>
            <a:off x="420624" y="2884249"/>
            <a:ext cx="144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Direction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842EB2-B932-9339-6F8F-6559F783038C}"/>
              </a:ext>
            </a:extLst>
          </p:cNvPr>
          <p:cNvSpPr txBox="1"/>
          <p:nvPr/>
        </p:nvSpPr>
        <p:spPr>
          <a:xfrm>
            <a:off x="1115568" y="1056045"/>
            <a:ext cx="90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0 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F5B670-6421-16B3-5823-DE8037434A14}"/>
              </a:ext>
            </a:extLst>
          </p:cNvPr>
          <p:cNvSpPr txBox="1"/>
          <p:nvPr/>
        </p:nvSpPr>
        <p:spPr>
          <a:xfrm>
            <a:off x="966978" y="5585197"/>
            <a:ext cx="111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7.5 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D4EADCE-4814-37C6-1E98-CCA482EF6E6C}"/>
                  </a:ext>
                </a:extLst>
              </p14:cNvPr>
              <p14:cNvContentPartPr/>
              <p14:nvPr/>
            </p14:nvContentPartPr>
            <p14:xfrm>
              <a:off x="2130408" y="1141344"/>
              <a:ext cx="419760" cy="11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D4EADCE-4814-37C6-1E98-CCA482EF6E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4288" y="1135224"/>
                <a:ext cx="432000" cy="234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B69C0FB-5985-BF5A-862A-D172E3AB1A02}"/>
              </a:ext>
            </a:extLst>
          </p:cNvPr>
          <p:cNvSpPr txBox="1"/>
          <p:nvPr/>
        </p:nvSpPr>
        <p:spPr>
          <a:xfrm>
            <a:off x="966978" y="754028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r>
              <a:rPr lang="en-US" baseline="-25000" dirty="0"/>
              <a:t>o</a:t>
            </a:r>
            <a:r>
              <a:rPr lang="en-US" dirty="0"/>
              <a:t> = 1000mg for t &gt;5 days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034E0AC-A0C5-43D3-8BC4-6078805E55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5045817"/>
              </p:ext>
            </p:extLst>
          </p:nvPr>
        </p:nvGraphicFramePr>
        <p:xfrm>
          <a:off x="3467100" y="1152504"/>
          <a:ext cx="5257800" cy="5643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995988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724D0-2B6A-ADA1-D06C-097EA9312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64F4-ED86-7BA6-C689-11E51B672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791" y="90805"/>
            <a:ext cx="8446007" cy="9698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 No Degradation or Production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µ = 3*10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mol/sec and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mol/sec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6DD5CF-8C3C-D0C9-2E15-975DDC5FCE87}"/>
              </a:ext>
            </a:extLst>
          </p:cNvPr>
          <p:cNvSpPr/>
          <p:nvPr/>
        </p:nvSpPr>
        <p:spPr>
          <a:xfrm>
            <a:off x="2139696" y="1192196"/>
            <a:ext cx="274320" cy="456247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9746E-4813-A339-26C4-7F90436975F3}"/>
              </a:ext>
            </a:extLst>
          </p:cNvPr>
          <p:cNvSpPr txBox="1"/>
          <p:nvPr/>
        </p:nvSpPr>
        <p:spPr>
          <a:xfrm>
            <a:off x="969264" y="5973402"/>
            <a:ext cx="261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Soil Column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61516D6E-4DB3-2DF7-2D9F-D459093423B4}"/>
              </a:ext>
            </a:extLst>
          </p:cNvPr>
          <p:cNvSpPr/>
          <p:nvPr/>
        </p:nvSpPr>
        <p:spPr>
          <a:xfrm>
            <a:off x="1699641" y="2933647"/>
            <a:ext cx="274320" cy="8253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B671BC-5818-177A-E9A6-C485CCAEC4AF}"/>
              </a:ext>
            </a:extLst>
          </p:cNvPr>
          <p:cNvSpPr txBox="1"/>
          <p:nvPr/>
        </p:nvSpPr>
        <p:spPr>
          <a:xfrm>
            <a:off x="420624" y="2884249"/>
            <a:ext cx="144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Direction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B23688-9620-C5C8-613D-0C6D8329F6E2}"/>
              </a:ext>
            </a:extLst>
          </p:cNvPr>
          <p:cNvSpPr txBox="1"/>
          <p:nvPr/>
        </p:nvSpPr>
        <p:spPr>
          <a:xfrm>
            <a:off x="1115568" y="1056045"/>
            <a:ext cx="90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0 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A31126-42B7-E708-B624-8ADB140CCCAD}"/>
              </a:ext>
            </a:extLst>
          </p:cNvPr>
          <p:cNvSpPr txBox="1"/>
          <p:nvPr/>
        </p:nvSpPr>
        <p:spPr>
          <a:xfrm>
            <a:off x="966978" y="5585197"/>
            <a:ext cx="111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7.5 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789717C-96F4-8D43-8ECA-ED30CE6A7DB0}"/>
                  </a:ext>
                </a:extLst>
              </p14:cNvPr>
              <p14:cNvContentPartPr/>
              <p14:nvPr/>
            </p14:nvContentPartPr>
            <p14:xfrm>
              <a:off x="2130408" y="1141344"/>
              <a:ext cx="419760" cy="11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789717C-96F4-8D43-8ECA-ED30CE6A7D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4288" y="1135224"/>
                <a:ext cx="432000" cy="234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005E3C4-810D-27EF-741F-B634EC11002A}"/>
              </a:ext>
            </a:extLst>
          </p:cNvPr>
          <p:cNvSpPr txBox="1"/>
          <p:nvPr/>
        </p:nvSpPr>
        <p:spPr>
          <a:xfrm>
            <a:off x="966978" y="754028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r>
              <a:rPr lang="en-US" baseline="-25000" dirty="0"/>
              <a:t>o</a:t>
            </a:r>
            <a:r>
              <a:rPr lang="en-US" dirty="0"/>
              <a:t> = 1000mg for t &gt;5 days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EC298850-F0D9-4960-A6B5-85917232F1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675968"/>
              </p:ext>
            </p:extLst>
          </p:nvPr>
        </p:nvGraphicFramePr>
        <p:xfrm>
          <a:off x="3541776" y="1123360"/>
          <a:ext cx="5556504" cy="5712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039765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56802-42BF-E685-8D73-52DF6D67E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What's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EF02B-7DB1-AB4C-398D-041918740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Demonstrating the model capabilities in: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Abiotic systems : soil reclamation with ion exchange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Biotic systems : C cycle and N cycle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good starting points: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AE197-50EC-A8E9-5394-2CFB6D614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941" y="4174507"/>
            <a:ext cx="3282215" cy="1788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41E1C7-D563-415F-1802-B6CDAF387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33" y="4152461"/>
            <a:ext cx="4280600" cy="18110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5207DA-30BD-62F8-68F8-8356A98F3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075" y="4300891"/>
            <a:ext cx="3663792" cy="139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519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</TotalTime>
  <Words>706</Words>
  <Application>Microsoft Office PowerPoint</Application>
  <PresentationFormat>Widescreen</PresentationFormat>
  <Paragraphs>102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Times New Roman</vt:lpstr>
      <vt:lpstr>Office Theme</vt:lpstr>
      <vt:lpstr>Integration of Phreeqc and its Benchmarking</vt:lpstr>
      <vt:lpstr>Setup of the Benchmark Problem by Van Genuchten 1981 </vt:lpstr>
      <vt:lpstr>Analytical Solution (Van Genuchten 1981) </vt:lpstr>
      <vt:lpstr>Implementation of Flow and Solute Conditions in the  2DSoil - Phreeqc model</vt:lpstr>
      <vt:lpstr>Case 1: No Degradation or Production µ = 0 and γ = 0</vt:lpstr>
      <vt:lpstr>Case 2: No Degradation or Production µ = 10-6 mol/sec and γ = 0</vt:lpstr>
      <vt:lpstr>Case 1: No Degradation or Production µ = 3*10-6 mol/sec and γ = 0</vt:lpstr>
      <vt:lpstr>Case 1: No Degradation or Production µ = 3*10-6 mol/sec and γ = 10-6 mol/sec </vt:lpstr>
      <vt:lpstr>What's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Kapoor, Aditya (CTR) - REE-ARS</dc:creator>
  <cp:lastModifiedBy>Kapoor, Aditya (CTR) - REE-ARS</cp:lastModifiedBy>
  <cp:revision>4</cp:revision>
  <dcterms:created xsi:type="dcterms:W3CDTF">2025-05-27T13:27:05Z</dcterms:created>
  <dcterms:modified xsi:type="dcterms:W3CDTF">2025-05-28T11:46:37Z</dcterms:modified>
</cp:coreProperties>
</file>