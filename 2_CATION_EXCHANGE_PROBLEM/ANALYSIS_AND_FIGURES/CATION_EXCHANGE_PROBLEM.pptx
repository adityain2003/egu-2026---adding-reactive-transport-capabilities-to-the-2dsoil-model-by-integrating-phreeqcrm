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theme/themeOverride8.xml" ContentType="application/vnd.openxmlformats-officedocument.themeOverride+xml"/>
  <Override PartName="/ppt/charts/chart9.xml" ContentType="application/vnd.openxmlformats-officedocument.drawingml.chart+xml"/>
  <Override PartName="/ppt/theme/themeOverride9.xml" ContentType="application/vnd.openxmlformats-officedocument.themeOverride+xml"/>
  <Override PartName="/ppt/charts/chart10.xml" ContentType="application/vnd.openxmlformats-officedocument.drawingml.chart+xml"/>
  <Override PartName="/ppt/theme/themeOverride10.xml" ContentType="application/vnd.openxmlformats-officedocument.themeOverride+xml"/>
  <Override PartName="/ppt/charts/chart11.xml" ContentType="application/vnd.openxmlformats-officedocument.drawingml.chart+xml"/>
  <Override PartName="/ppt/theme/themeOverride11.xml" ContentType="application/vnd.openxmlformats-officedocument.themeOverride+xml"/>
  <Override PartName="/ppt/charts/chart12.xml" ContentType="application/vnd.openxmlformats-officedocument.drawingml.chart+xml"/>
  <Override PartName="/ppt/theme/themeOverride12.xml" ContentType="application/vnd.openxmlformats-officedocument.themeOverride+xml"/>
  <Override PartName="/ppt/charts/chart13.xml" ContentType="application/vnd.openxmlformats-officedocument.drawingml.chart+xml"/>
  <Override PartName="/ppt/theme/themeOverride13.xml" ContentType="application/vnd.openxmlformats-officedocument.themeOverride+xml"/>
  <Override PartName="/ppt/charts/chart14.xml" ContentType="application/vnd.openxmlformats-officedocument.drawingml.chart+xml"/>
  <Override PartName="/ppt/theme/themeOverride14.xml" ContentType="application/vnd.openxmlformats-officedocument.themeOverride+xml"/>
  <Override PartName="/ppt/charts/chart15.xml" ContentType="application/vnd.openxmlformats-officedocument.drawingml.chart+xml"/>
  <Override PartName="/ppt/theme/themeOverride15.xml" ContentType="application/vnd.openxmlformats-officedocument.themeOverride+xml"/>
  <Override PartName="/ppt/charts/chart16.xml" ContentType="application/vnd.openxmlformats-officedocument.drawingml.chart+xml"/>
  <Override PartName="/ppt/theme/themeOverride16.xml" ContentType="application/vnd.openxmlformats-officedocument.themeOverride+xml"/>
  <Override PartName="/ppt/charts/chart17.xml" ContentType="application/vnd.openxmlformats-officedocument.drawingml.chart+xml"/>
  <Override PartName="/ppt/theme/themeOverride17.xml" ContentType="application/vnd.openxmlformats-officedocument.themeOverride+xml"/>
  <Override PartName="/ppt/charts/chart18.xml" ContentType="application/vnd.openxmlformats-officedocument.drawingml.chart+xml"/>
  <Override PartName="/ppt/theme/themeOverride18.xml" ContentType="application/vnd.openxmlformats-officedocument.themeOverride+xml"/>
  <Override PartName="/ppt/charts/chart19.xml" ContentType="application/vnd.openxmlformats-officedocument.drawingml.chart+xml"/>
  <Override PartName="/ppt/theme/themeOverride19.xml" ContentType="application/vnd.openxmlformats-officedocument.themeOverride+xml"/>
  <Override PartName="/ppt/charts/chart20.xml" ContentType="application/vnd.openxmlformats-officedocument.drawingml.chart+xml"/>
  <Override PartName="/ppt/theme/themeOverride20.xml" ContentType="application/vnd.openxmlformats-officedocument.themeOverride+xml"/>
  <Override PartName="/ppt/charts/chart21.xml" ContentType="application/vnd.openxmlformats-officedocument.drawingml.chart+xml"/>
  <Override PartName="/ppt/theme/themeOverride21.xml" ContentType="application/vnd.openxmlformats-officedocument.themeOverride+xml"/>
  <Override PartName="/ppt/charts/chart22.xml" ContentType="application/vnd.openxmlformats-officedocument.drawingml.chart+xml"/>
  <Override PartName="/ppt/theme/themeOverride22.xml" ContentType="application/vnd.openxmlformats-officedocument.themeOverride+xml"/>
  <Override PartName="/ppt/charts/chart23.xml" ContentType="application/vnd.openxmlformats-officedocument.drawingml.chart+xml"/>
  <Override PartName="/ppt/theme/themeOverride23.xml" ContentType="application/vnd.openxmlformats-officedocument.themeOverride+xml"/>
  <Override PartName="/ppt/charts/chart24.xml" ContentType="application/vnd.openxmlformats-officedocument.drawingml.chart+xml"/>
  <Override PartName="/ppt/theme/themeOverride2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7" r:id="rId3"/>
    <p:sldId id="269" r:id="rId4"/>
    <p:sldId id="258" r:id="rId5"/>
    <p:sldId id="259" r:id="rId6"/>
    <p:sldId id="265" r:id="rId7"/>
    <p:sldId id="262" r:id="rId8"/>
    <p:sldId id="264" r:id="rId9"/>
    <p:sldId id="274" r:id="rId10"/>
    <p:sldId id="272" r:id="rId11"/>
    <p:sldId id="267" r:id="rId12"/>
    <p:sldId id="270" r:id="rId13"/>
    <p:sldId id="273" r:id="rId14"/>
    <p:sldId id="271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3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6.xm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7.xml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8.xm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9.xm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10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11.xm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12.xm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13.xm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14.xml"/></Relationships>
</file>

<file path=ppt/charts/_rels/chart15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15.xml"/></Relationships>
</file>

<file path=ppt/charts/_rels/chart16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16.xml"/></Relationships>
</file>

<file path=ppt/charts/_rels/chart17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17.xml"/></Relationships>
</file>

<file path=ppt/charts/_rels/chart18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18.xml"/></Relationships>
</file>

<file path=ppt/charts/_rels/chart19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19.xml"/></Relationships>
</file>

<file path=ppt/charts/_rels/chart20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20.xml"/></Relationships>
</file>

<file path=ppt/charts/_rels/chart2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21.xml"/></Relationships>
</file>

<file path=ppt/charts/_rels/chart22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22.xml"/></Relationships>
</file>

<file path=ppt/charts/_rels/chart23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23.xml"/></Relationships>
</file>

<file path=ppt/charts/_rels/chart24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dity\Desktop\RESULTS_CATION_EXCHANGE_100cm_1cm.xlsx" TargetMode="External"/><Relationship Id="rId1" Type="http://schemas.openxmlformats.org/officeDocument/2006/relationships/themeOverride" Target="../theme/themeOverride2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 dirty="0"/>
              <a:t>Comparison of Ca</a:t>
            </a:r>
            <a:r>
              <a:rPr lang="en-US" b="1" baseline="30000" dirty="0"/>
              <a:t>2+</a:t>
            </a:r>
            <a:r>
              <a:rPr lang="en-US" b="1" dirty="0"/>
              <a:t> Concentrations after 1 Day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Ca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'100cm_1_cm_ALL_NODES_IPHR_1cm'!$I$102:$I$201</c:f>
              <c:numCache>
                <c:formatCode>0.00</c:formatCode>
                <c:ptCount val="100"/>
                <c:pt idx="0">
                  <c:v>0.5988023281</c:v>
                </c:pt>
                <c:pt idx="1">
                  <c:v>0.59869015219999999</c:v>
                </c:pt>
                <c:pt idx="2">
                  <c:v>0.59853827950000005</c:v>
                </c:pt>
                <c:pt idx="3">
                  <c:v>0.59833610059999998</c:v>
                </c:pt>
                <c:pt idx="4">
                  <c:v>0.59807026389999995</c:v>
                </c:pt>
                <c:pt idx="5">
                  <c:v>0.59772390129999997</c:v>
                </c:pt>
                <c:pt idx="6">
                  <c:v>0.59727555509999997</c:v>
                </c:pt>
                <c:pt idx="7">
                  <c:v>0.59669840340000002</c:v>
                </c:pt>
                <c:pt idx="8">
                  <c:v>0.59595870969999998</c:v>
                </c:pt>
                <c:pt idx="9">
                  <c:v>0.59501361850000001</c:v>
                </c:pt>
                <c:pt idx="10">
                  <c:v>0.59380984309999996</c:v>
                </c:pt>
                <c:pt idx="11">
                  <c:v>0.59228044749999997</c:v>
                </c:pt>
                <c:pt idx="12">
                  <c:v>0.5903418064</c:v>
                </c:pt>
                <c:pt idx="13">
                  <c:v>0.58788967130000003</c:v>
                </c:pt>
                <c:pt idx="14">
                  <c:v>0.58479458090000003</c:v>
                </c:pt>
                <c:pt idx="15">
                  <c:v>0.58089590069999997</c:v>
                </c:pt>
                <c:pt idx="16">
                  <c:v>0.57599467039999996</c:v>
                </c:pt>
                <c:pt idx="17">
                  <c:v>0.56984537840000005</c:v>
                </c:pt>
                <c:pt idx="18">
                  <c:v>0.56214535239999996</c:v>
                </c:pt>
                <c:pt idx="19">
                  <c:v>0.55252236129999999</c:v>
                </c:pt>
                <c:pt idx="20">
                  <c:v>0.54051953549999998</c:v>
                </c:pt>
                <c:pt idx="21">
                  <c:v>0.52557748559999995</c:v>
                </c:pt>
                <c:pt idx="22">
                  <c:v>0.50701290369999996</c:v>
                </c:pt>
                <c:pt idx="23">
                  <c:v>0.48399472240000002</c:v>
                </c:pt>
                <c:pt idx="24">
                  <c:v>0.455516696</c:v>
                </c:pt>
                <c:pt idx="25">
                  <c:v>0.42036971449999999</c:v>
                </c:pt>
                <c:pt idx="26">
                  <c:v>0.37711089850000001</c:v>
                </c:pt>
                <c:pt idx="27">
                  <c:v>0.32401061060000003</c:v>
                </c:pt>
                <c:pt idx="28">
                  <c:v>0.25890332459999998</c:v>
                </c:pt>
                <c:pt idx="29">
                  <c:v>0.17874823510000001</c:v>
                </c:pt>
                <c:pt idx="30">
                  <c:v>6.640644372E-2</c:v>
                </c:pt>
                <c:pt idx="31">
                  <c:v>4.0239174850000003E-3</c:v>
                </c:pt>
                <c:pt idx="32">
                  <c:v>7.2330556579999999E-4</c:v>
                </c:pt>
                <c:pt idx="33">
                  <c:v>2.076485107E-4</c:v>
                </c:pt>
                <c:pt idx="34">
                  <c:v>6.8984074460000003E-5</c:v>
                </c:pt>
                <c:pt idx="35">
                  <c:v>2.418436088E-5</c:v>
                </c:pt>
                <c:pt idx="36">
                  <c:v>8.6709233070000002E-6</c:v>
                </c:pt>
                <c:pt idx="37">
                  <c:v>3.1466081510000001E-6</c:v>
                </c:pt>
                <c:pt idx="38">
                  <c:v>1.153544758E-6</c:v>
                </c:pt>
                <c:pt idx="39">
                  <c:v>4.2788505539999999E-7</c:v>
                </c:pt>
                <c:pt idx="40">
                  <c:v>1.6100658230000001E-7</c:v>
                </c:pt>
                <c:pt idx="41">
                  <c:v>6.1589197739999994E-8</c:v>
                </c:pt>
                <c:pt idx="42">
                  <c:v>2.397192311E-8</c:v>
                </c:pt>
                <c:pt idx="43">
                  <c:v>9.4895877819999992E-9</c:v>
                </c:pt>
                <c:pt idx="44">
                  <c:v>3.8149536860000003E-9</c:v>
                </c:pt>
                <c:pt idx="45">
                  <c:v>1.554236961E-9</c:v>
                </c:pt>
                <c:pt idx="46">
                  <c:v>6.4021538070000003E-10</c:v>
                </c:pt>
                <c:pt idx="47">
                  <c:v>2.6598387379999998E-10</c:v>
                </c:pt>
                <c:pt idx="48">
                  <c:v>1.10990897E-10</c:v>
                </c:pt>
                <c:pt idx="49">
                  <c:v>4.5512753290000003E-11</c:v>
                </c:pt>
                <c:pt idx="50">
                  <c:v>1.343288588E-11</c:v>
                </c:pt>
                <c:pt idx="51">
                  <c:v>4.0785287470000002E-12</c:v>
                </c:pt>
                <c:pt idx="52">
                  <c:v>1.732225799E-12</c:v>
                </c:pt>
                <c:pt idx="53">
                  <c:v>7.3663324789999999E-13</c:v>
                </c:pt>
                <c:pt idx="54">
                  <c:v>3.1353703809999998E-13</c:v>
                </c:pt>
                <c:pt idx="55">
                  <c:v>1.335371429E-13</c:v>
                </c:pt>
                <c:pt idx="56">
                  <c:v>5.6899194289999994E-14</c:v>
                </c:pt>
                <c:pt idx="57">
                  <c:v>2.4251493489999999E-14</c:v>
                </c:pt>
                <c:pt idx="58">
                  <c:v>1.033840389E-14</c:v>
                </c:pt>
                <c:pt idx="59">
                  <c:v>4.4077595579999999E-15</c:v>
                </c:pt>
                <c:pt idx="60">
                  <c:v>1.8793520219999999E-15</c:v>
                </c:pt>
                <c:pt idx="61">
                  <c:v>8.0133107280000001E-16</c:v>
                </c:pt>
                <c:pt idx="62">
                  <c:v>3.4166868579999999E-16</c:v>
                </c:pt>
                <c:pt idx="63">
                  <c:v>1.4567657760000001E-16</c:v>
                </c:pt>
                <c:pt idx="64">
                  <c:v>6.2110993730000003E-17</c:v>
                </c:pt>
                <c:pt idx="65">
                  <c:v>2.648208639E-17</c:v>
                </c:pt>
                <c:pt idx="66">
                  <c:v>1.1292252E-17</c:v>
                </c:pt>
                <c:pt idx="67">
                  <c:v>4.8152913150000002E-18</c:v>
                </c:pt>
                <c:pt idx="68">
                  <c:v>2.0476173639999999E-18</c:v>
                </c:pt>
                <c:pt idx="69">
                  <c:v>8.6306567209999998E-19</c:v>
                </c:pt>
                <c:pt idx="70">
                  <c:v>3.6576249060000002E-19</c:v>
                </c:pt>
                <c:pt idx="71">
                  <c:v>1.5253453480000001E-19</c:v>
                </c:pt>
                <c:pt idx="72">
                  <c:v>5.8871691430000003E-20</c:v>
                </c:pt>
                <c:pt idx="73">
                  <c:v>1.9083454170000001E-20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xVal>
          <c:yVal>
            <c:numRef>
              <c:f>'100cm_1_cm_ALL_NODES_IPHR_1cm'!$H$102:$H$201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354-4C34-8F3A-50697071F697}"/>
            </c:ext>
          </c:extLst>
        </c:ser>
        <c:ser>
          <c:idx val="1"/>
          <c:order val="1"/>
          <c:tx>
            <c:v>Ca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'100cm_1_cm_ALL_NODES_IPHR_1cm'!$T$102:$T$201</c:f>
              <c:numCache>
                <c:formatCode>0.00000</c:formatCode>
                <c:ptCount val="100"/>
                <c:pt idx="0">
                  <c:v>0.59995999999999994</c:v>
                </c:pt>
                <c:pt idx="1">
                  <c:v>0.59989999999999999</c:v>
                </c:pt>
                <c:pt idx="2">
                  <c:v>0.5998</c:v>
                </c:pt>
                <c:pt idx="3">
                  <c:v>0.59966999999999993</c:v>
                </c:pt>
                <c:pt idx="4">
                  <c:v>0.59946999999999995</c:v>
                </c:pt>
                <c:pt idx="5">
                  <c:v>0.59919</c:v>
                </c:pt>
                <c:pt idx="6">
                  <c:v>0.59880999999999995</c:v>
                </c:pt>
                <c:pt idx="7">
                  <c:v>0.59829999999999994</c:v>
                </c:pt>
                <c:pt idx="8">
                  <c:v>0.59761000000000009</c:v>
                </c:pt>
                <c:pt idx="9">
                  <c:v>0.59667999999999999</c:v>
                </c:pt>
                <c:pt idx="10">
                  <c:v>0.59544999999999992</c:v>
                </c:pt>
                <c:pt idx="11">
                  <c:v>0.59384000000000003</c:v>
                </c:pt>
                <c:pt idx="12">
                  <c:v>0.59174000000000004</c:v>
                </c:pt>
                <c:pt idx="13">
                  <c:v>0.58899999999999997</c:v>
                </c:pt>
                <c:pt idx="14">
                  <c:v>0.58548</c:v>
                </c:pt>
                <c:pt idx="15">
                  <c:v>0.58094999999999997</c:v>
                </c:pt>
                <c:pt idx="16">
                  <c:v>0.57516999999999996</c:v>
                </c:pt>
                <c:pt idx="17">
                  <c:v>0.56780000000000008</c:v>
                </c:pt>
                <c:pt idx="18">
                  <c:v>0.55845999999999996</c:v>
                </c:pt>
                <c:pt idx="19">
                  <c:v>0.54666999999999999</c:v>
                </c:pt>
                <c:pt idx="20">
                  <c:v>0.53182999999999991</c:v>
                </c:pt>
                <c:pt idx="21">
                  <c:v>0.51322000000000001</c:v>
                </c:pt>
                <c:pt idx="22">
                  <c:v>0.48996000000000001</c:v>
                </c:pt>
                <c:pt idx="23">
                  <c:v>0.46098</c:v>
                </c:pt>
                <c:pt idx="24">
                  <c:v>0.42502000000000001</c:v>
                </c:pt>
                <c:pt idx="25">
                  <c:v>0.38057000000000002</c:v>
                </c:pt>
                <c:pt idx="26">
                  <c:v>0.3261</c:v>
                </c:pt>
                <c:pt idx="27">
                  <c:v>0.26038</c:v>
                </c:pt>
                <c:pt idx="28">
                  <c:v>0.18323</c:v>
                </c:pt>
                <c:pt idx="29">
                  <c:v>9.6359E-2</c:v>
                </c:pt>
                <c:pt idx="30">
                  <c:v>4.3954000000000007E-3</c:v>
                </c:pt>
                <c:pt idx="31">
                  <c:v>1.9619999999999998E-5</c:v>
                </c:pt>
                <c:pt idx="32">
                  <c:v>7.1159999999999997E-8</c:v>
                </c:pt>
                <c:pt idx="33">
                  <c:v>2.1939E-10</c:v>
                </c:pt>
                <c:pt idx="34">
                  <c:v>5.7075999999999998E-13</c:v>
                </c:pt>
                <c:pt idx="35">
                  <c:v>1.2484999999999999E-15</c:v>
                </c:pt>
                <c:pt idx="36">
                  <c:v>2.2858999999999999E-18</c:v>
                </c:pt>
                <c:pt idx="37">
                  <c:v>3.5393999999999998E-21</c:v>
                </c:pt>
                <c:pt idx="38">
                  <c:v>4.1263000000000003E-24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xVal>
          <c:yVal>
            <c:numRef>
              <c:f>'100cm_1_cm_ALL_NODES_IPHR_1cm'!$Q$102:$Q$201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F354-4C34-8F3A-50697071F6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0.60000000000000009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 sz="900"/>
                </a:pPr>
                <a:r>
                  <a:rPr lang="en-US" sz="900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 dirty="0"/>
              <a:t>Comparison of Ca</a:t>
            </a:r>
            <a:r>
              <a:rPr lang="en-US" b="1" baseline="30000" dirty="0"/>
              <a:t>2+</a:t>
            </a:r>
            <a:r>
              <a:rPr lang="en-US" b="1" dirty="0"/>
              <a:t> Concentrations after 2 Days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Ca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'100cm_1_cm_ALL_NODES_IPHR_1cm'!$I$202:$I$301</c:f>
              <c:numCache>
                <c:formatCode>0.00</c:formatCode>
                <c:ptCount val="100"/>
                <c:pt idx="0">
                  <c:v>0.5988023281</c:v>
                </c:pt>
                <c:pt idx="1">
                  <c:v>0.59879612920000003</c:v>
                </c:pt>
                <c:pt idx="2">
                  <c:v>0.59878844019999999</c:v>
                </c:pt>
                <c:pt idx="3">
                  <c:v>0.59877920149999997</c:v>
                </c:pt>
                <c:pt idx="4">
                  <c:v>0.59876811500000005</c:v>
                </c:pt>
                <c:pt idx="5">
                  <c:v>0.59875506160000003</c:v>
                </c:pt>
                <c:pt idx="6">
                  <c:v>0.59873968359999996</c:v>
                </c:pt>
                <c:pt idx="7">
                  <c:v>0.5987217426</c:v>
                </c:pt>
                <c:pt idx="8">
                  <c:v>0.59870094060000001</c:v>
                </c:pt>
                <c:pt idx="9">
                  <c:v>0.59867703910000003</c:v>
                </c:pt>
                <c:pt idx="10">
                  <c:v>0.59864944220000005</c:v>
                </c:pt>
                <c:pt idx="11">
                  <c:v>0.59861797090000002</c:v>
                </c:pt>
                <c:pt idx="12">
                  <c:v>0.59858208889999998</c:v>
                </c:pt>
                <c:pt idx="13">
                  <c:v>0.59854125979999995</c:v>
                </c:pt>
                <c:pt idx="14">
                  <c:v>0.59849494700000005</c:v>
                </c:pt>
                <c:pt idx="15">
                  <c:v>0.59844237570000003</c:v>
                </c:pt>
                <c:pt idx="16">
                  <c:v>0.59838289020000002</c:v>
                </c:pt>
                <c:pt idx="17">
                  <c:v>0.59831547740000002</c:v>
                </c:pt>
                <c:pt idx="18">
                  <c:v>0.59823882579999998</c:v>
                </c:pt>
                <c:pt idx="19">
                  <c:v>0.59815168379999994</c:v>
                </c:pt>
                <c:pt idx="20">
                  <c:v>0.59805232289999999</c:v>
                </c:pt>
                <c:pt idx="21">
                  <c:v>0.59793859719999998</c:v>
                </c:pt>
                <c:pt idx="22">
                  <c:v>0.59780800339999995</c:v>
                </c:pt>
                <c:pt idx="23">
                  <c:v>0.59765732289999995</c:v>
                </c:pt>
                <c:pt idx="24">
                  <c:v>0.59748256209999995</c:v>
                </c:pt>
                <c:pt idx="25">
                  <c:v>0.59727925059999998</c:v>
                </c:pt>
                <c:pt idx="26">
                  <c:v>0.59704113010000004</c:v>
                </c:pt>
                <c:pt idx="27">
                  <c:v>0.59676092859999996</c:v>
                </c:pt>
                <c:pt idx="28">
                  <c:v>0.59642946720000001</c:v>
                </c:pt>
                <c:pt idx="29">
                  <c:v>0.59603548049999999</c:v>
                </c:pt>
                <c:pt idx="30">
                  <c:v>0.59556490179999999</c:v>
                </c:pt>
                <c:pt idx="31">
                  <c:v>0.5950004458</c:v>
                </c:pt>
                <c:pt idx="32">
                  <c:v>0.59432071450000001</c:v>
                </c:pt>
                <c:pt idx="33">
                  <c:v>0.59349912410000005</c:v>
                </c:pt>
                <c:pt idx="34">
                  <c:v>0.59250277279999997</c:v>
                </c:pt>
                <c:pt idx="35">
                  <c:v>0.59129124879999995</c:v>
                </c:pt>
                <c:pt idx="36">
                  <c:v>0.58981424569999996</c:v>
                </c:pt>
                <c:pt idx="37">
                  <c:v>0.58800953629999997</c:v>
                </c:pt>
                <c:pt idx="38">
                  <c:v>0.5857999921</c:v>
                </c:pt>
                <c:pt idx="39">
                  <c:v>0.58309042450000004</c:v>
                </c:pt>
                <c:pt idx="40">
                  <c:v>0.57976269719999995</c:v>
                </c:pt>
                <c:pt idx="41">
                  <c:v>0.57567054029999998</c:v>
                </c:pt>
                <c:pt idx="42">
                  <c:v>0.57063299420000002</c:v>
                </c:pt>
                <c:pt idx="43">
                  <c:v>0.56442666050000001</c:v>
                </c:pt>
                <c:pt idx="44">
                  <c:v>0.55677604680000004</c:v>
                </c:pt>
                <c:pt idx="45">
                  <c:v>0.54734236000000003</c:v>
                </c:pt>
                <c:pt idx="46">
                  <c:v>0.53571069240000002</c:v>
                </c:pt>
                <c:pt idx="47">
                  <c:v>0.52137494090000003</c:v>
                </c:pt>
                <c:pt idx="48">
                  <c:v>0.50372058149999999</c:v>
                </c:pt>
                <c:pt idx="49">
                  <c:v>0.48200601339999999</c:v>
                </c:pt>
                <c:pt idx="50">
                  <c:v>0.43985959889999998</c:v>
                </c:pt>
                <c:pt idx="51">
                  <c:v>0.38291281459999998</c:v>
                </c:pt>
                <c:pt idx="52">
                  <c:v>0.33431366089999998</c:v>
                </c:pt>
                <c:pt idx="53">
                  <c:v>0.27497330310000001</c:v>
                </c:pt>
                <c:pt idx="54">
                  <c:v>0.2026152313</c:v>
                </c:pt>
                <c:pt idx="55">
                  <c:v>0.1125651374</c:v>
                </c:pt>
                <c:pt idx="56">
                  <c:v>1.304165926E-2</c:v>
                </c:pt>
                <c:pt idx="57">
                  <c:v>1.7957916720000001E-3</c:v>
                </c:pt>
                <c:pt idx="58">
                  <c:v>4.9601716460000004E-4</c:v>
                </c:pt>
                <c:pt idx="59">
                  <c:v>1.7016057970000001E-4</c:v>
                </c:pt>
                <c:pt idx="60">
                  <c:v>6.3137529649999995E-5</c:v>
                </c:pt>
                <c:pt idx="61">
                  <c:v>2.415349991E-5</c:v>
                </c:pt>
                <c:pt idx="62">
                  <c:v>9.3449634729999994E-6</c:v>
                </c:pt>
                <c:pt idx="63">
                  <c:v>3.6250733049999999E-6</c:v>
                </c:pt>
                <c:pt idx="64">
                  <c:v>1.4038852210000001E-6</c:v>
                </c:pt>
                <c:pt idx="65">
                  <c:v>5.4157476369999996E-7</c:v>
                </c:pt>
                <c:pt idx="66">
                  <c:v>2.0790564289999999E-7</c:v>
                </c:pt>
                <c:pt idx="67">
                  <c:v>7.9420608759999995E-8</c:v>
                </c:pt>
                <c:pt idx="68">
                  <c:v>3.0214465599999998E-8</c:v>
                </c:pt>
                <c:pt idx="69">
                  <c:v>1.146654682E-8</c:v>
                </c:pt>
                <c:pt idx="70">
                  <c:v>4.3514551960000001E-9</c:v>
                </c:pt>
                <c:pt idx="71">
                  <c:v>1.65613534E-9</c:v>
                </c:pt>
                <c:pt idx="72">
                  <c:v>6.3409538730000002E-10</c:v>
                </c:pt>
                <c:pt idx="73">
                  <c:v>2.449116188E-10</c:v>
                </c:pt>
                <c:pt idx="74">
                  <c:v>9.5618242489999999E-11</c:v>
                </c:pt>
                <c:pt idx="75">
                  <c:v>3.777573393E-11</c:v>
                </c:pt>
                <c:pt idx="76">
                  <c:v>1.5103435859999999E-11</c:v>
                </c:pt>
                <c:pt idx="77">
                  <c:v>6.1072457849999999E-12</c:v>
                </c:pt>
                <c:pt idx="78">
                  <c:v>2.4947114689999998E-12</c:v>
                </c:pt>
                <c:pt idx="79">
                  <c:v>1.028002336E-12</c:v>
                </c:pt>
                <c:pt idx="80">
                  <c:v>4.2671861049999999E-13</c:v>
                </c:pt>
                <c:pt idx="81">
                  <c:v>1.7818698720000001E-13</c:v>
                </c:pt>
                <c:pt idx="82">
                  <c:v>7.4761465740000006E-14</c:v>
                </c:pt>
                <c:pt idx="83">
                  <c:v>3.1485193819999998E-14</c:v>
                </c:pt>
                <c:pt idx="84">
                  <c:v>1.3298368989999999E-14</c:v>
                </c:pt>
                <c:pt idx="85">
                  <c:v>5.6293873200000002E-15</c:v>
                </c:pt>
                <c:pt idx="86">
                  <c:v>2.3870565830000002E-15</c:v>
                </c:pt>
                <c:pt idx="87">
                  <c:v>1.013489003E-15</c:v>
                </c:pt>
                <c:pt idx="88">
                  <c:v>4.3071614779999999E-16</c:v>
                </c:pt>
                <c:pt idx="89">
                  <c:v>1.831782202E-16</c:v>
                </c:pt>
                <c:pt idx="90">
                  <c:v>7.7943402710000006E-17</c:v>
                </c:pt>
                <c:pt idx="91">
                  <c:v>3.3177430200000002E-17</c:v>
                </c:pt>
                <c:pt idx="92">
                  <c:v>1.412683866E-17</c:v>
                </c:pt>
                <c:pt idx="93">
                  <c:v>6.0175722790000001E-18</c:v>
                </c:pt>
                <c:pt idx="94">
                  <c:v>2.5557726119999998E-18</c:v>
                </c:pt>
                <c:pt idx="95">
                  <c:v>1.083402496E-18</c:v>
                </c:pt>
                <c:pt idx="96">
                  <c:v>4.5313600189999996E-19</c:v>
                </c:pt>
                <c:pt idx="97">
                  <c:v>1.8816502949999999E-19</c:v>
                </c:pt>
                <c:pt idx="98">
                  <c:v>8.1815213000000004E-20</c:v>
                </c:pt>
                <c:pt idx="99">
                  <c:v>3.466024092E-20</c:v>
                </c:pt>
              </c:numCache>
            </c:numRef>
          </c:xVal>
          <c:yVal>
            <c:numRef>
              <c:f>'100cm_1_cm_ALL_NODES_IPHR_1cm'!$H$202:$H$301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6C1-4ABD-81E9-9A90A836EB2B}"/>
            </c:ext>
          </c:extLst>
        </c:ser>
        <c:ser>
          <c:idx val="1"/>
          <c:order val="1"/>
          <c:tx>
            <c:v>Ca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'100cm_1_cm_ALL_NODES_IPHR_1cm'!$T$202:$T$301</c:f>
              <c:numCache>
                <c:formatCode>0.00000</c:formatCode>
                <c:ptCount val="100"/>
                <c:pt idx="0">
                  <c:v>0.6</c:v>
                </c:pt>
                <c:pt idx="1">
                  <c:v>0.6</c:v>
                </c:pt>
                <c:pt idx="2">
                  <c:v>0.6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0.59999000000000002</c:v>
                </c:pt>
                <c:pt idx="10">
                  <c:v>0.59999000000000002</c:v>
                </c:pt>
                <c:pt idx="11">
                  <c:v>0.59999000000000002</c:v>
                </c:pt>
                <c:pt idx="12">
                  <c:v>0.59997999999999996</c:v>
                </c:pt>
                <c:pt idx="13">
                  <c:v>0.59997999999999996</c:v>
                </c:pt>
                <c:pt idx="14">
                  <c:v>0.59997</c:v>
                </c:pt>
                <c:pt idx="15">
                  <c:v>0.59995999999999994</c:v>
                </c:pt>
                <c:pt idx="16">
                  <c:v>0.59994999999999998</c:v>
                </c:pt>
                <c:pt idx="17">
                  <c:v>0.59993000000000007</c:v>
                </c:pt>
                <c:pt idx="18">
                  <c:v>0.59991000000000005</c:v>
                </c:pt>
                <c:pt idx="19">
                  <c:v>0.59987999999999997</c:v>
                </c:pt>
                <c:pt idx="20">
                  <c:v>0.59984999999999999</c:v>
                </c:pt>
                <c:pt idx="21">
                  <c:v>0.5998</c:v>
                </c:pt>
                <c:pt idx="22">
                  <c:v>0.59973999999999994</c:v>
                </c:pt>
                <c:pt idx="23">
                  <c:v>0.59965999999999997</c:v>
                </c:pt>
                <c:pt idx="24">
                  <c:v>0.59955999999999998</c:v>
                </c:pt>
                <c:pt idx="25">
                  <c:v>0.59943999999999997</c:v>
                </c:pt>
                <c:pt idx="26">
                  <c:v>0.59928000000000003</c:v>
                </c:pt>
                <c:pt idx="27">
                  <c:v>0.59907999999999995</c:v>
                </c:pt>
                <c:pt idx="28">
                  <c:v>0.59882000000000002</c:v>
                </c:pt>
                <c:pt idx="29">
                  <c:v>0.59849999999999992</c:v>
                </c:pt>
                <c:pt idx="30">
                  <c:v>0.59809000000000001</c:v>
                </c:pt>
                <c:pt idx="31">
                  <c:v>0.59756999999999993</c:v>
                </c:pt>
                <c:pt idx="32">
                  <c:v>0.59692000000000001</c:v>
                </c:pt>
                <c:pt idx="33">
                  <c:v>0.59610999999999992</c:v>
                </c:pt>
                <c:pt idx="34">
                  <c:v>0.59508000000000005</c:v>
                </c:pt>
                <c:pt idx="35">
                  <c:v>0.59378999999999993</c:v>
                </c:pt>
                <c:pt idx="36">
                  <c:v>0.59218000000000004</c:v>
                </c:pt>
                <c:pt idx="37">
                  <c:v>0.59015999999999991</c:v>
                </c:pt>
                <c:pt idx="38">
                  <c:v>0.58762999999999999</c:v>
                </c:pt>
                <c:pt idx="39">
                  <c:v>0.58448</c:v>
                </c:pt>
                <c:pt idx="40">
                  <c:v>0.58054000000000006</c:v>
                </c:pt>
                <c:pt idx="41">
                  <c:v>0.57563000000000009</c:v>
                </c:pt>
                <c:pt idx="42">
                  <c:v>0.56952000000000003</c:v>
                </c:pt>
                <c:pt idx="43">
                  <c:v>0.56192000000000009</c:v>
                </c:pt>
                <c:pt idx="44">
                  <c:v>0.55247000000000002</c:v>
                </c:pt>
                <c:pt idx="45">
                  <c:v>0.54074999999999995</c:v>
                </c:pt>
                <c:pt idx="46">
                  <c:v>0.52621000000000007</c:v>
                </c:pt>
                <c:pt idx="47">
                  <c:v>0.50821000000000005</c:v>
                </c:pt>
                <c:pt idx="48">
                  <c:v>0.48596</c:v>
                </c:pt>
                <c:pt idx="49">
                  <c:v>0.45851000000000003</c:v>
                </c:pt>
                <c:pt idx="50">
                  <c:v>0.42474000000000001</c:v>
                </c:pt>
                <c:pt idx="51">
                  <c:v>0.38340000000000002</c:v>
                </c:pt>
                <c:pt idx="52">
                  <c:v>0.33312000000000003</c:v>
                </c:pt>
                <c:pt idx="53">
                  <c:v>0.27227000000000001</c:v>
                </c:pt>
                <c:pt idx="54">
                  <c:v>0.19902</c:v>
                </c:pt>
                <c:pt idx="55">
                  <c:v>0.11353000000000001</c:v>
                </c:pt>
                <c:pt idx="56">
                  <c:v>2.4892000000000001E-2</c:v>
                </c:pt>
                <c:pt idx="57">
                  <c:v>2.0902E-4</c:v>
                </c:pt>
                <c:pt idx="58">
                  <c:v>1.3715000000000001E-6</c:v>
                </c:pt>
                <c:pt idx="59">
                  <c:v>8.6708000000000011E-9</c:v>
                </c:pt>
                <c:pt idx="60">
                  <c:v>5.0507999999999998E-11</c:v>
                </c:pt>
                <c:pt idx="61">
                  <c:v>2.6725999999999996E-13</c:v>
                </c:pt>
                <c:pt idx="62">
                  <c:v>1.2826E-15</c:v>
                </c:pt>
                <c:pt idx="63">
                  <c:v>5.5436000000000003E-18</c:v>
                </c:pt>
                <c:pt idx="64">
                  <c:v>2.1520000000000002E-20</c:v>
                </c:pt>
                <c:pt idx="65">
                  <c:v>7.2433000000000001E-23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xVal>
          <c:yVal>
            <c:numRef>
              <c:f>'100cm_1_cm_ALL_NODES_IPHR_1cm'!$Q$202:$Q$301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6C1-4ABD-81E9-9A90A836EB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0.60000000000000009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 dirty="0"/>
              <a:t>Comparison of Ca</a:t>
            </a:r>
            <a:r>
              <a:rPr lang="en-US" b="1" baseline="30000" dirty="0"/>
              <a:t>2+</a:t>
            </a:r>
            <a:r>
              <a:rPr lang="en-US" b="1" dirty="0"/>
              <a:t> Concentrations after 3 Days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Ca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'100cm_1_cm_ALL_NODES_IPHR_1cm'!$I$302:$I$401</c:f>
              <c:numCache>
                <c:formatCode>0.00</c:formatCode>
                <c:ptCount val="100"/>
                <c:pt idx="0">
                  <c:v>0.5988023281</c:v>
                </c:pt>
                <c:pt idx="1">
                  <c:v>0.5988011956</c:v>
                </c:pt>
                <c:pt idx="2">
                  <c:v>0.59879976509999999</c:v>
                </c:pt>
                <c:pt idx="3">
                  <c:v>0.59879833459999998</c:v>
                </c:pt>
                <c:pt idx="4">
                  <c:v>0.59879642720000004</c:v>
                </c:pt>
                <c:pt idx="5">
                  <c:v>0.59879440070000001</c:v>
                </c:pt>
                <c:pt idx="6">
                  <c:v>0.59879195689999998</c:v>
                </c:pt>
                <c:pt idx="7">
                  <c:v>0.59878933430000003</c:v>
                </c:pt>
                <c:pt idx="8">
                  <c:v>0.59878623490000005</c:v>
                </c:pt>
                <c:pt idx="9">
                  <c:v>0.59878271819999995</c:v>
                </c:pt>
                <c:pt idx="10">
                  <c:v>0.59877872470000004</c:v>
                </c:pt>
                <c:pt idx="11">
                  <c:v>0.59877425429999998</c:v>
                </c:pt>
                <c:pt idx="12">
                  <c:v>0.5987691879</c:v>
                </c:pt>
                <c:pt idx="13">
                  <c:v>0.59876346589999996</c:v>
                </c:pt>
                <c:pt idx="14">
                  <c:v>0.59875702860000002</c:v>
                </c:pt>
                <c:pt idx="15">
                  <c:v>0.59874993560000001</c:v>
                </c:pt>
                <c:pt idx="16">
                  <c:v>0.59874206780000006</c:v>
                </c:pt>
                <c:pt idx="17">
                  <c:v>0.59873318669999998</c:v>
                </c:pt>
                <c:pt idx="18">
                  <c:v>0.59872347120000002</c:v>
                </c:pt>
                <c:pt idx="19">
                  <c:v>0.5987126827</c:v>
                </c:pt>
                <c:pt idx="20">
                  <c:v>0.59870070220000005</c:v>
                </c:pt>
                <c:pt idx="21">
                  <c:v>0.59868752960000005</c:v>
                </c:pt>
                <c:pt idx="22">
                  <c:v>0.59867304560000001</c:v>
                </c:pt>
                <c:pt idx="23">
                  <c:v>0.59865713119999997</c:v>
                </c:pt>
                <c:pt idx="24">
                  <c:v>0.59863972659999998</c:v>
                </c:pt>
                <c:pt idx="25">
                  <c:v>0.5986207724</c:v>
                </c:pt>
                <c:pt idx="26">
                  <c:v>0.59860002990000005</c:v>
                </c:pt>
                <c:pt idx="27">
                  <c:v>0.59857749940000005</c:v>
                </c:pt>
                <c:pt idx="28">
                  <c:v>0.59855318069999996</c:v>
                </c:pt>
                <c:pt idx="29">
                  <c:v>0.59852665660000004</c:v>
                </c:pt>
                <c:pt idx="30">
                  <c:v>0.59849786760000001</c:v>
                </c:pt>
                <c:pt idx="31">
                  <c:v>0.59846681359999998</c:v>
                </c:pt>
                <c:pt idx="32">
                  <c:v>0.59843301770000001</c:v>
                </c:pt>
                <c:pt idx="33">
                  <c:v>0.59839653969999995</c:v>
                </c:pt>
                <c:pt idx="34">
                  <c:v>0.59835702180000006</c:v>
                </c:pt>
                <c:pt idx="35">
                  <c:v>0.59831434490000002</c:v>
                </c:pt>
                <c:pt idx="36">
                  <c:v>0.59826803210000001</c:v>
                </c:pt>
                <c:pt idx="37">
                  <c:v>0.59821790460000002</c:v>
                </c:pt>
                <c:pt idx="38">
                  <c:v>0.5981633663</c:v>
                </c:pt>
                <c:pt idx="39">
                  <c:v>0.59810411929999996</c:v>
                </c:pt>
                <c:pt idx="40">
                  <c:v>0.5980394483</c:v>
                </c:pt>
                <c:pt idx="41">
                  <c:v>0.59796869750000003</c:v>
                </c:pt>
                <c:pt idx="42">
                  <c:v>0.59789091350000001</c:v>
                </c:pt>
                <c:pt idx="43">
                  <c:v>0.59780526160000003</c:v>
                </c:pt>
                <c:pt idx="44">
                  <c:v>0.5977104902</c:v>
                </c:pt>
                <c:pt idx="45">
                  <c:v>0.59760516880000003</c:v>
                </c:pt>
                <c:pt idx="46">
                  <c:v>0.59748762850000003</c:v>
                </c:pt>
                <c:pt idx="47">
                  <c:v>0.59735572339999998</c:v>
                </c:pt>
                <c:pt idx="48">
                  <c:v>0.59720712899999995</c:v>
                </c:pt>
                <c:pt idx="49">
                  <c:v>0.59703904389999995</c:v>
                </c:pt>
                <c:pt idx="50">
                  <c:v>0.59673625230000005</c:v>
                </c:pt>
                <c:pt idx="51">
                  <c:v>0.59636044499999996</c:v>
                </c:pt>
                <c:pt idx="52">
                  <c:v>0.59606075290000005</c:v>
                </c:pt>
                <c:pt idx="53">
                  <c:v>0.59570908550000001</c:v>
                </c:pt>
                <c:pt idx="54">
                  <c:v>0.59529417750000002</c:v>
                </c:pt>
                <c:pt idx="55">
                  <c:v>0.5948019028</c:v>
                </c:pt>
                <c:pt idx="56">
                  <c:v>0.5942149162</c:v>
                </c:pt>
                <c:pt idx="57">
                  <c:v>0.59351181980000001</c:v>
                </c:pt>
                <c:pt idx="58">
                  <c:v>0.59266608949999999</c:v>
                </c:pt>
                <c:pt idx="59">
                  <c:v>0.59164541960000006</c:v>
                </c:pt>
                <c:pt idx="60">
                  <c:v>0.59040969610000005</c:v>
                </c:pt>
                <c:pt idx="61">
                  <c:v>0.58890962599999996</c:v>
                </c:pt>
                <c:pt idx="62">
                  <c:v>0.58708429340000001</c:v>
                </c:pt>
                <c:pt idx="63">
                  <c:v>0.58485901360000003</c:v>
                </c:pt>
                <c:pt idx="64">
                  <c:v>0.58214145900000003</c:v>
                </c:pt>
                <c:pt idx="65">
                  <c:v>0.57881832119999999</c:v>
                </c:pt>
                <c:pt idx="66">
                  <c:v>0.57474976779999998</c:v>
                </c:pt>
                <c:pt idx="67">
                  <c:v>0.56976407770000004</c:v>
                </c:pt>
                <c:pt idx="68">
                  <c:v>0.56365001199999998</c:v>
                </c:pt>
                <c:pt idx="69">
                  <c:v>0.55614787340000005</c:v>
                </c:pt>
                <c:pt idx="70">
                  <c:v>0.54693883659999998</c:v>
                </c:pt>
                <c:pt idx="71">
                  <c:v>0.53563213350000005</c:v>
                </c:pt>
                <c:pt idx="72">
                  <c:v>0.52174949650000002</c:v>
                </c:pt>
                <c:pt idx="73">
                  <c:v>0.50470674039999996</c:v>
                </c:pt>
                <c:pt idx="74">
                  <c:v>0.48379299040000001</c:v>
                </c:pt>
                <c:pt idx="75">
                  <c:v>0.4581470788</c:v>
                </c:pt>
                <c:pt idx="76">
                  <c:v>0.42673286799999999</c:v>
                </c:pt>
                <c:pt idx="77">
                  <c:v>0.38831418750000002</c:v>
                </c:pt>
                <c:pt idx="78">
                  <c:v>0.34143000839999998</c:v>
                </c:pt>
                <c:pt idx="79">
                  <c:v>0.28437027339999998</c:v>
                </c:pt>
                <c:pt idx="80">
                  <c:v>0.2151694894</c:v>
                </c:pt>
                <c:pt idx="81">
                  <c:v>0.131057322</c:v>
                </c:pt>
                <c:pt idx="82">
                  <c:v>2.3355498910000001E-2</c:v>
                </c:pt>
                <c:pt idx="83">
                  <c:v>2.807351761E-3</c:v>
                </c:pt>
                <c:pt idx="84">
                  <c:v>7.4374128599999996E-4</c:v>
                </c:pt>
                <c:pt idx="85">
                  <c:v>2.5671283949999998E-4</c:v>
                </c:pt>
                <c:pt idx="86">
                  <c:v>9.7597432609999995E-5</c:v>
                </c:pt>
                <c:pt idx="87">
                  <c:v>3.8612637580000001E-5</c:v>
                </c:pt>
                <c:pt idx="88">
                  <c:v>1.5545967470000002E-5</c:v>
                </c:pt>
                <c:pt idx="89">
                  <c:v>6.306681826E-6</c:v>
                </c:pt>
                <c:pt idx="90">
                  <c:v>2.5652250320000002E-6</c:v>
                </c:pt>
                <c:pt idx="91">
                  <c:v>1.043221232E-6</c:v>
                </c:pt>
                <c:pt idx="92">
                  <c:v>4.234632058E-7</c:v>
                </c:pt>
                <c:pt idx="93">
                  <c:v>1.7140415310000001E-7</c:v>
                </c:pt>
                <c:pt idx="94">
                  <c:v>6.9163633039999995E-8</c:v>
                </c:pt>
                <c:pt idx="95">
                  <c:v>2.7841005949999999E-8</c:v>
                </c:pt>
                <c:pt idx="96">
                  <c:v>1.120811E-8</c:v>
                </c:pt>
                <c:pt idx="97">
                  <c:v>4.5511963089999999E-9</c:v>
                </c:pt>
                <c:pt idx="98">
                  <c:v>1.947534578E-9</c:v>
                </c:pt>
                <c:pt idx="99">
                  <c:v>1.1331783290000001E-9</c:v>
                </c:pt>
              </c:numCache>
            </c:numRef>
          </c:xVal>
          <c:yVal>
            <c:numRef>
              <c:f>'100cm_1_cm_ALL_NODES_IPHR_1cm'!$H$202:$H$301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B98-48FC-9A48-74E239D279A7}"/>
            </c:ext>
          </c:extLst>
        </c:ser>
        <c:ser>
          <c:idx val="1"/>
          <c:order val="1"/>
          <c:tx>
            <c:v>Ca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'100cm_1_cm_ALL_NODES_IPHR_1cm'!$T$302:$T$401</c:f>
              <c:numCache>
                <c:formatCode>0.00000</c:formatCode>
                <c:ptCount val="100"/>
                <c:pt idx="0">
                  <c:v>0.6</c:v>
                </c:pt>
                <c:pt idx="1">
                  <c:v>0.6</c:v>
                </c:pt>
                <c:pt idx="2">
                  <c:v>0.6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0.6</c:v>
                </c:pt>
                <c:pt idx="10">
                  <c:v>0.6</c:v>
                </c:pt>
                <c:pt idx="11">
                  <c:v>0.6</c:v>
                </c:pt>
                <c:pt idx="12">
                  <c:v>0.6</c:v>
                </c:pt>
                <c:pt idx="13">
                  <c:v>0.6</c:v>
                </c:pt>
                <c:pt idx="14">
                  <c:v>0.6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0.6</c:v>
                </c:pt>
                <c:pt idx="20">
                  <c:v>0.6</c:v>
                </c:pt>
                <c:pt idx="21">
                  <c:v>0.6</c:v>
                </c:pt>
                <c:pt idx="22">
                  <c:v>0.6</c:v>
                </c:pt>
                <c:pt idx="23">
                  <c:v>0.6</c:v>
                </c:pt>
                <c:pt idx="24">
                  <c:v>0.6</c:v>
                </c:pt>
                <c:pt idx="25">
                  <c:v>0.6</c:v>
                </c:pt>
                <c:pt idx="26">
                  <c:v>0.6</c:v>
                </c:pt>
                <c:pt idx="27">
                  <c:v>0.6</c:v>
                </c:pt>
                <c:pt idx="28">
                  <c:v>0.6</c:v>
                </c:pt>
                <c:pt idx="29">
                  <c:v>0.6</c:v>
                </c:pt>
                <c:pt idx="30">
                  <c:v>0.59999000000000002</c:v>
                </c:pt>
                <c:pt idx="31">
                  <c:v>0.59999000000000002</c:v>
                </c:pt>
                <c:pt idx="32">
                  <c:v>0.59999000000000002</c:v>
                </c:pt>
                <c:pt idx="33">
                  <c:v>0.59999000000000002</c:v>
                </c:pt>
                <c:pt idx="34">
                  <c:v>0.59999000000000002</c:v>
                </c:pt>
                <c:pt idx="35">
                  <c:v>0.59997999999999996</c:v>
                </c:pt>
                <c:pt idx="36">
                  <c:v>0.59997999999999996</c:v>
                </c:pt>
                <c:pt idx="37">
                  <c:v>0.59997</c:v>
                </c:pt>
                <c:pt idx="38">
                  <c:v>0.59995999999999994</c:v>
                </c:pt>
                <c:pt idx="39">
                  <c:v>0.59994999999999998</c:v>
                </c:pt>
                <c:pt idx="40">
                  <c:v>0.59994000000000003</c:v>
                </c:pt>
                <c:pt idx="41">
                  <c:v>0.59992000000000001</c:v>
                </c:pt>
                <c:pt idx="42">
                  <c:v>0.59989999999999999</c:v>
                </c:pt>
                <c:pt idx="43">
                  <c:v>0.59987999999999997</c:v>
                </c:pt>
                <c:pt idx="44">
                  <c:v>0.59984999999999999</c:v>
                </c:pt>
                <c:pt idx="45">
                  <c:v>0.59980999999999995</c:v>
                </c:pt>
                <c:pt idx="46">
                  <c:v>0.59975999999999996</c:v>
                </c:pt>
                <c:pt idx="47">
                  <c:v>0.59970000000000001</c:v>
                </c:pt>
                <c:pt idx="48">
                  <c:v>0.59962000000000004</c:v>
                </c:pt>
                <c:pt idx="49">
                  <c:v>0.59951999999999994</c:v>
                </c:pt>
                <c:pt idx="50">
                  <c:v>0.59940000000000004</c:v>
                </c:pt>
                <c:pt idx="51">
                  <c:v>0.59924999999999995</c:v>
                </c:pt>
                <c:pt idx="52">
                  <c:v>0.59906000000000004</c:v>
                </c:pt>
                <c:pt idx="53">
                  <c:v>0.59882999999999997</c:v>
                </c:pt>
                <c:pt idx="54">
                  <c:v>0.59853000000000001</c:v>
                </c:pt>
                <c:pt idx="55">
                  <c:v>0.59816999999999998</c:v>
                </c:pt>
                <c:pt idx="56">
                  <c:v>0.59770999999999996</c:v>
                </c:pt>
                <c:pt idx="57">
                  <c:v>0.59714999999999996</c:v>
                </c:pt>
                <c:pt idx="58">
                  <c:v>0.59643999999999997</c:v>
                </c:pt>
                <c:pt idx="59">
                  <c:v>0.59555999999999998</c:v>
                </c:pt>
                <c:pt idx="60">
                  <c:v>0.59447000000000005</c:v>
                </c:pt>
                <c:pt idx="61">
                  <c:v>0.59312000000000009</c:v>
                </c:pt>
                <c:pt idx="62">
                  <c:v>0.59144000000000008</c:v>
                </c:pt>
                <c:pt idx="63">
                  <c:v>0.58935000000000004</c:v>
                </c:pt>
                <c:pt idx="64">
                  <c:v>0.58675999999999995</c:v>
                </c:pt>
                <c:pt idx="65">
                  <c:v>0.58354000000000006</c:v>
                </c:pt>
                <c:pt idx="66">
                  <c:v>0.57955999999999996</c:v>
                </c:pt>
                <c:pt idx="67">
                  <c:v>0.57462000000000002</c:v>
                </c:pt>
                <c:pt idx="68">
                  <c:v>0.56850000000000001</c:v>
                </c:pt>
                <c:pt idx="69">
                  <c:v>0.56092999999999993</c:v>
                </c:pt>
                <c:pt idx="70">
                  <c:v>0.55155999999999994</c:v>
                </c:pt>
                <c:pt idx="71">
                  <c:v>0.53998000000000002</c:v>
                </c:pt>
                <c:pt idx="72">
                  <c:v>0.52566999999999997</c:v>
                </c:pt>
                <c:pt idx="73">
                  <c:v>0.50802999999999998</c:v>
                </c:pt>
                <c:pt idx="74">
                  <c:v>0.48627999999999999</c:v>
                </c:pt>
                <c:pt idx="75">
                  <c:v>0.45954</c:v>
                </c:pt>
                <c:pt idx="76">
                  <c:v>0.42674000000000001</c:v>
                </c:pt>
                <c:pt idx="77">
                  <c:v>0.38667999999999997</c:v>
                </c:pt>
                <c:pt idx="78">
                  <c:v>0.33801000000000003</c:v>
                </c:pt>
                <c:pt idx="79">
                  <c:v>0.27900999999999998</c:v>
                </c:pt>
                <c:pt idx="80">
                  <c:v>0.20802000000000001</c:v>
                </c:pt>
                <c:pt idx="81">
                  <c:v>0.12628</c:v>
                </c:pt>
                <c:pt idx="82">
                  <c:v>4.4768000000000002E-2</c:v>
                </c:pt>
                <c:pt idx="83">
                  <c:v>6.2761000000000002E-4</c:v>
                </c:pt>
                <c:pt idx="84">
                  <c:v>5.2227E-6</c:v>
                </c:pt>
                <c:pt idx="85">
                  <c:v>4.3295999999999999E-8</c:v>
                </c:pt>
                <c:pt idx="86">
                  <c:v>3.4925000000000001E-10</c:v>
                </c:pt>
                <c:pt idx="87">
                  <c:v>2.6931999999999999E-12</c:v>
                </c:pt>
                <c:pt idx="88">
                  <c:v>1.9806E-14</c:v>
                </c:pt>
                <c:pt idx="89">
                  <c:v>1.3848999999999998E-16</c:v>
                </c:pt>
                <c:pt idx="90">
                  <c:v>9.1717000000000003E-19</c:v>
                </c:pt>
                <c:pt idx="91">
                  <c:v>5.7452999999999999E-21</c:v>
                </c:pt>
                <c:pt idx="92">
                  <c:v>3.1046999999999999E-23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xVal>
          <c:yVal>
            <c:numRef>
              <c:f>'100cm_1_cm_ALL_NODES_IPHR_1cm'!$Q$102:$Q$201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B98-48FC-9A48-74E239D279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0.60000000000000009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 dirty="0"/>
              <a:t>Comparison of Ca</a:t>
            </a:r>
            <a:r>
              <a:rPr lang="en-US" b="1" baseline="30000" dirty="0"/>
              <a:t>2+</a:t>
            </a:r>
            <a:r>
              <a:rPr lang="en-US" b="1" dirty="0"/>
              <a:t> Concentrations after 4 Days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Ca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'100cm_1_cm_ALL_NODES_IPHR_1cm'!$I$402:$I$501</c:f>
              <c:numCache>
                <c:formatCode>0.00</c:formatCode>
                <c:ptCount val="100"/>
                <c:pt idx="0">
                  <c:v>0.5988023281</c:v>
                </c:pt>
                <c:pt idx="1">
                  <c:v>0.59880185129999997</c:v>
                </c:pt>
                <c:pt idx="2">
                  <c:v>0.5988011956</c:v>
                </c:pt>
                <c:pt idx="3">
                  <c:v>0.59880054000000005</c:v>
                </c:pt>
                <c:pt idx="4">
                  <c:v>0.59879988429999997</c:v>
                </c:pt>
                <c:pt idx="5">
                  <c:v>0.59879916909999997</c:v>
                </c:pt>
                <c:pt idx="6">
                  <c:v>0.59879845379999996</c:v>
                </c:pt>
                <c:pt idx="7">
                  <c:v>0.59879767890000002</c:v>
                </c:pt>
                <c:pt idx="8">
                  <c:v>0.59879684450000004</c:v>
                </c:pt>
                <c:pt idx="9">
                  <c:v>0.59879589079999995</c:v>
                </c:pt>
                <c:pt idx="10">
                  <c:v>0.5987948179</c:v>
                </c:pt>
                <c:pt idx="11">
                  <c:v>0.59879380459999998</c:v>
                </c:pt>
                <c:pt idx="12">
                  <c:v>0.59879261260000005</c:v>
                </c:pt>
                <c:pt idx="13">
                  <c:v>0.59879130130000002</c:v>
                </c:pt>
                <c:pt idx="14">
                  <c:v>0.5987898707</c:v>
                </c:pt>
                <c:pt idx="15">
                  <c:v>0.59878844019999999</c:v>
                </c:pt>
                <c:pt idx="16">
                  <c:v>0.59878677130000002</c:v>
                </c:pt>
                <c:pt idx="17">
                  <c:v>0.59878492360000002</c:v>
                </c:pt>
                <c:pt idx="18">
                  <c:v>0.59878307580000001</c:v>
                </c:pt>
                <c:pt idx="19">
                  <c:v>0.59878092999999999</c:v>
                </c:pt>
                <c:pt idx="20">
                  <c:v>0.59877854590000001</c:v>
                </c:pt>
                <c:pt idx="21">
                  <c:v>0.5987759829</c:v>
                </c:pt>
                <c:pt idx="22">
                  <c:v>0.59877318140000002</c:v>
                </c:pt>
                <c:pt idx="23">
                  <c:v>0.59877014159999997</c:v>
                </c:pt>
                <c:pt idx="24">
                  <c:v>0.59876680370000002</c:v>
                </c:pt>
                <c:pt idx="25">
                  <c:v>0.59876316789999995</c:v>
                </c:pt>
                <c:pt idx="26">
                  <c:v>0.59875911469999998</c:v>
                </c:pt>
                <c:pt idx="27">
                  <c:v>0.59875476360000002</c:v>
                </c:pt>
                <c:pt idx="28">
                  <c:v>0.59874993560000001</c:v>
                </c:pt>
                <c:pt idx="29">
                  <c:v>0.59874475000000005</c:v>
                </c:pt>
                <c:pt idx="30">
                  <c:v>0.59873902800000001</c:v>
                </c:pt>
                <c:pt idx="31">
                  <c:v>0.59873288869999997</c:v>
                </c:pt>
                <c:pt idx="32">
                  <c:v>0.59872609379999997</c:v>
                </c:pt>
                <c:pt idx="33">
                  <c:v>0.59871876239999999</c:v>
                </c:pt>
                <c:pt idx="34">
                  <c:v>0.59871077539999995</c:v>
                </c:pt>
                <c:pt idx="35">
                  <c:v>0.59870225190000004</c:v>
                </c:pt>
                <c:pt idx="36">
                  <c:v>0.59869295359999997</c:v>
                </c:pt>
                <c:pt idx="37">
                  <c:v>0.59868294</c:v>
                </c:pt>
                <c:pt idx="38">
                  <c:v>0.59867209200000004</c:v>
                </c:pt>
                <c:pt idx="39">
                  <c:v>0.59866046910000004</c:v>
                </c:pt>
                <c:pt idx="40">
                  <c:v>0.59864795209999999</c:v>
                </c:pt>
                <c:pt idx="41">
                  <c:v>0.59863454100000002</c:v>
                </c:pt>
                <c:pt idx="42">
                  <c:v>0.59862011670000004</c:v>
                </c:pt>
                <c:pt idx="43">
                  <c:v>0.59860479830000002</c:v>
                </c:pt>
                <c:pt idx="44">
                  <c:v>0.59858822820000002</c:v>
                </c:pt>
                <c:pt idx="45">
                  <c:v>0.59857076409999999</c:v>
                </c:pt>
                <c:pt idx="46">
                  <c:v>0.59855210780000001</c:v>
                </c:pt>
                <c:pt idx="47">
                  <c:v>0.59853231910000004</c:v>
                </c:pt>
                <c:pt idx="48">
                  <c:v>0.59851133820000002</c:v>
                </c:pt>
                <c:pt idx="49">
                  <c:v>0.59848934409999999</c:v>
                </c:pt>
                <c:pt idx="50">
                  <c:v>0.59845250839999997</c:v>
                </c:pt>
                <c:pt idx="51">
                  <c:v>0.59841185809999997</c:v>
                </c:pt>
                <c:pt idx="52">
                  <c:v>0.5983834267</c:v>
                </c:pt>
                <c:pt idx="53">
                  <c:v>0.59835332630000004</c:v>
                </c:pt>
                <c:pt idx="54">
                  <c:v>0.59832137819999998</c:v>
                </c:pt>
                <c:pt idx="55">
                  <c:v>0.59828776120000005</c:v>
                </c:pt>
                <c:pt idx="56">
                  <c:v>0.59825211759999997</c:v>
                </c:pt>
                <c:pt idx="57">
                  <c:v>0.59821444749999997</c:v>
                </c:pt>
                <c:pt idx="58">
                  <c:v>0.5981746912</c:v>
                </c:pt>
                <c:pt idx="59">
                  <c:v>0.59813243149999995</c:v>
                </c:pt>
                <c:pt idx="60">
                  <c:v>0.5980876088</c:v>
                </c:pt>
                <c:pt idx="61">
                  <c:v>0.59803998469999997</c:v>
                </c:pt>
                <c:pt idx="62">
                  <c:v>0.59798914189999997</c:v>
                </c:pt>
                <c:pt idx="63">
                  <c:v>0.59793460369999996</c:v>
                </c:pt>
                <c:pt idx="64">
                  <c:v>0.5978758931</c:v>
                </c:pt>
                <c:pt idx="65">
                  <c:v>0.597812593</c:v>
                </c:pt>
                <c:pt idx="66">
                  <c:v>0.59774374959999999</c:v>
                </c:pt>
                <c:pt idx="67">
                  <c:v>0.59766864779999995</c:v>
                </c:pt>
                <c:pt idx="68">
                  <c:v>0.59758621450000005</c:v>
                </c:pt>
                <c:pt idx="69">
                  <c:v>0.59749513860000003</c:v>
                </c:pt>
                <c:pt idx="70">
                  <c:v>0.59739404920000005</c:v>
                </c:pt>
                <c:pt idx="71">
                  <c:v>0.59728109839999999</c:v>
                </c:pt>
                <c:pt idx="72">
                  <c:v>0.59715396170000001</c:v>
                </c:pt>
                <c:pt idx="73">
                  <c:v>0.59701019529999999</c:v>
                </c:pt>
                <c:pt idx="74">
                  <c:v>0.59684634209999998</c:v>
                </c:pt>
                <c:pt idx="75">
                  <c:v>0.59665840859999997</c:v>
                </c:pt>
                <c:pt idx="76">
                  <c:v>0.59644156690000005</c:v>
                </c:pt>
                <c:pt idx="77">
                  <c:v>0.59618991610000005</c:v>
                </c:pt>
                <c:pt idx="78">
                  <c:v>0.59589624399999996</c:v>
                </c:pt>
                <c:pt idx="79">
                  <c:v>0.59555172919999999</c:v>
                </c:pt>
                <c:pt idx="80">
                  <c:v>0.59514582159999996</c:v>
                </c:pt>
                <c:pt idx="81">
                  <c:v>0.59466564659999999</c:v>
                </c:pt>
                <c:pt idx="82">
                  <c:v>0.59409594539999999</c:v>
                </c:pt>
                <c:pt idx="83">
                  <c:v>0.593418479</c:v>
                </c:pt>
                <c:pt idx="84">
                  <c:v>0.59261178969999995</c:v>
                </c:pt>
                <c:pt idx="85">
                  <c:v>0.59165066479999995</c:v>
                </c:pt>
                <c:pt idx="86">
                  <c:v>0.5905060768</c:v>
                </c:pt>
                <c:pt idx="87">
                  <c:v>0.58914548160000002</c:v>
                </c:pt>
                <c:pt idx="88">
                  <c:v>0.58753317589999998</c:v>
                </c:pt>
                <c:pt idx="89">
                  <c:v>0.58563184739999996</c:v>
                </c:pt>
                <c:pt idx="90">
                  <c:v>0.58340483899999995</c:v>
                </c:pt>
                <c:pt idx="91">
                  <c:v>0.58082097769999996</c:v>
                </c:pt>
                <c:pt idx="92">
                  <c:v>0.57786118980000001</c:v>
                </c:pt>
                <c:pt idx="93">
                  <c:v>0.57452875380000001</c:v>
                </c:pt>
                <c:pt idx="94">
                  <c:v>0.57086485620000005</c:v>
                </c:pt>
                <c:pt idx="95">
                  <c:v>0.56697070599999999</c:v>
                </c:pt>
                <c:pt idx="96">
                  <c:v>0.56303769349999999</c:v>
                </c:pt>
                <c:pt idx="97">
                  <c:v>0.55938827989999995</c:v>
                </c:pt>
                <c:pt idx="98">
                  <c:v>0.55653196569999996</c:v>
                </c:pt>
                <c:pt idx="99">
                  <c:v>0.55523729320000004</c:v>
                </c:pt>
              </c:numCache>
            </c:numRef>
          </c:xVal>
          <c:yVal>
            <c:numRef>
              <c:f>'100cm_1_cm_ALL_NODES_IPHR_1cm'!$H$202:$H$301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87E-4F7F-80B0-4F90E64882B1}"/>
            </c:ext>
          </c:extLst>
        </c:ser>
        <c:ser>
          <c:idx val="1"/>
          <c:order val="1"/>
          <c:tx>
            <c:v>Ca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'100cm_1_cm_ALL_NODES_IPHR_1cm'!$T$402:$T$501</c:f>
              <c:numCache>
                <c:formatCode>0.00000</c:formatCode>
                <c:ptCount val="100"/>
                <c:pt idx="0">
                  <c:v>0.6</c:v>
                </c:pt>
                <c:pt idx="1">
                  <c:v>0.6</c:v>
                </c:pt>
                <c:pt idx="2">
                  <c:v>0.6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0.6</c:v>
                </c:pt>
                <c:pt idx="10">
                  <c:v>0.6</c:v>
                </c:pt>
                <c:pt idx="11">
                  <c:v>0.6</c:v>
                </c:pt>
                <c:pt idx="12">
                  <c:v>0.6</c:v>
                </c:pt>
                <c:pt idx="13">
                  <c:v>0.6</c:v>
                </c:pt>
                <c:pt idx="14">
                  <c:v>0.6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0.6</c:v>
                </c:pt>
                <c:pt idx="20">
                  <c:v>0.6</c:v>
                </c:pt>
                <c:pt idx="21">
                  <c:v>0.6</c:v>
                </c:pt>
                <c:pt idx="22">
                  <c:v>0.6</c:v>
                </c:pt>
                <c:pt idx="23">
                  <c:v>0.6</c:v>
                </c:pt>
                <c:pt idx="24">
                  <c:v>0.6</c:v>
                </c:pt>
                <c:pt idx="25">
                  <c:v>0.6</c:v>
                </c:pt>
                <c:pt idx="26">
                  <c:v>0.6</c:v>
                </c:pt>
                <c:pt idx="27">
                  <c:v>0.6</c:v>
                </c:pt>
                <c:pt idx="28">
                  <c:v>0.6</c:v>
                </c:pt>
                <c:pt idx="29">
                  <c:v>0.6</c:v>
                </c:pt>
                <c:pt idx="30">
                  <c:v>0.6</c:v>
                </c:pt>
                <c:pt idx="31">
                  <c:v>0.6</c:v>
                </c:pt>
                <c:pt idx="32">
                  <c:v>0.6</c:v>
                </c:pt>
                <c:pt idx="33">
                  <c:v>0.6</c:v>
                </c:pt>
                <c:pt idx="34">
                  <c:v>0.6</c:v>
                </c:pt>
                <c:pt idx="35">
                  <c:v>0.6</c:v>
                </c:pt>
                <c:pt idx="36">
                  <c:v>0.6</c:v>
                </c:pt>
                <c:pt idx="37">
                  <c:v>0.6</c:v>
                </c:pt>
                <c:pt idx="38">
                  <c:v>0.6</c:v>
                </c:pt>
                <c:pt idx="39">
                  <c:v>0.6</c:v>
                </c:pt>
                <c:pt idx="40">
                  <c:v>0.6</c:v>
                </c:pt>
                <c:pt idx="41">
                  <c:v>0.6</c:v>
                </c:pt>
                <c:pt idx="42">
                  <c:v>0.6</c:v>
                </c:pt>
                <c:pt idx="43">
                  <c:v>0.6</c:v>
                </c:pt>
                <c:pt idx="44">
                  <c:v>0.6</c:v>
                </c:pt>
                <c:pt idx="45">
                  <c:v>0.6</c:v>
                </c:pt>
                <c:pt idx="46">
                  <c:v>0.6</c:v>
                </c:pt>
                <c:pt idx="47">
                  <c:v>0.6</c:v>
                </c:pt>
                <c:pt idx="48">
                  <c:v>0.6</c:v>
                </c:pt>
                <c:pt idx="49">
                  <c:v>0.6</c:v>
                </c:pt>
                <c:pt idx="50">
                  <c:v>0.6</c:v>
                </c:pt>
                <c:pt idx="51">
                  <c:v>0.6</c:v>
                </c:pt>
                <c:pt idx="52">
                  <c:v>0.6</c:v>
                </c:pt>
                <c:pt idx="53">
                  <c:v>0.6</c:v>
                </c:pt>
                <c:pt idx="54">
                  <c:v>0.6</c:v>
                </c:pt>
                <c:pt idx="55">
                  <c:v>0.59999000000000002</c:v>
                </c:pt>
                <c:pt idx="56">
                  <c:v>0.59999000000000002</c:v>
                </c:pt>
                <c:pt idx="57">
                  <c:v>0.59999000000000002</c:v>
                </c:pt>
                <c:pt idx="58">
                  <c:v>0.59999000000000002</c:v>
                </c:pt>
                <c:pt idx="59">
                  <c:v>0.59997999999999996</c:v>
                </c:pt>
                <c:pt idx="60">
                  <c:v>0.59997999999999996</c:v>
                </c:pt>
                <c:pt idx="61">
                  <c:v>0.59997999999999996</c:v>
                </c:pt>
                <c:pt idx="62">
                  <c:v>0.59997</c:v>
                </c:pt>
                <c:pt idx="63">
                  <c:v>0.59995999999999994</c:v>
                </c:pt>
                <c:pt idx="64">
                  <c:v>0.59994999999999998</c:v>
                </c:pt>
                <c:pt idx="65">
                  <c:v>0.59994000000000003</c:v>
                </c:pt>
                <c:pt idx="66">
                  <c:v>0.59993000000000007</c:v>
                </c:pt>
                <c:pt idx="67">
                  <c:v>0.59991000000000005</c:v>
                </c:pt>
                <c:pt idx="68">
                  <c:v>0.59988999999999992</c:v>
                </c:pt>
                <c:pt idx="69">
                  <c:v>0.59986000000000006</c:v>
                </c:pt>
                <c:pt idx="70">
                  <c:v>0.59982000000000002</c:v>
                </c:pt>
                <c:pt idx="71">
                  <c:v>0.59977999999999998</c:v>
                </c:pt>
                <c:pt idx="72">
                  <c:v>0.59972999999999999</c:v>
                </c:pt>
                <c:pt idx="73">
                  <c:v>0.59965999999999997</c:v>
                </c:pt>
                <c:pt idx="74">
                  <c:v>0.59958</c:v>
                </c:pt>
                <c:pt idx="75">
                  <c:v>0.59946999999999995</c:v>
                </c:pt>
                <c:pt idx="76">
                  <c:v>0.59933999999999998</c:v>
                </c:pt>
                <c:pt idx="77">
                  <c:v>0.59919</c:v>
                </c:pt>
                <c:pt idx="78">
                  <c:v>0.59899000000000002</c:v>
                </c:pt>
                <c:pt idx="79">
                  <c:v>0.59873999999999994</c:v>
                </c:pt>
                <c:pt idx="80">
                  <c:v>0.59843999999999997</c:v>
                </c:pt>
                <c:pt idx="81">
                  <c:v>0.59806999999999999</c:v>
                </c:pt>
                <c:pt idx="82">
                  <c:v>0.59761000000000009</c:v>
                </c:pt>
                <c:pt idx="83">
                  <c:v>0.59704000000000002</c:v>
                </c:pt>
                <c:pt idx="84">
                  <c:v>0.59633999999999998</c:v>
                </c:pt>
                <c:pt idx="85">
                  <c:v>0.59548000000000001</c:v>
                </c:pt>
                <c:pt idx="86">
                  <c:v>0.59443000000000001</c:v>
                </c:pt>
                <c:pt idx="87">
                  <c:v>0.59316000000000002</c:v>
                </c:pt>
                <c:pt idx="88">
                  <c:v>0.59160999999999997</c:v>
                </c:pt>
                <c:pt idx="89">
                  <c:v>0.58976000000000006</c:v>
                </c:pt>
                <c:pt idx="90">
                  <c:v>0.58755999999999997</c:v>
                </c:pt>
                <c:pt idx="91">
                  <c:v>0.58496999999999999</c:v>
                </c:pt>
                <c:pt idx="92">
                  <c:v>0.58195999999999992</c:v>
                </c:pt>
                <c:pt idx="93">
                  <c:v>0.57854000000000005</c:v>
                </c:pt>
                <c:pt idx="94">
                  <c:v>0.57474000000000003</c:v>
                </c:pt>
                <c:pt idx="95">
                  <c:v>0.57064999999999999</c:v>
                </c:pt>
                <c:pt idx="96">
                  <c:v>0.56645999999999996</c:v>
                </c:pt>
                <c:pt idx="97">
                  <c:v>0.56249000000000005</c:v>
                </c:pt>
                <c:pt idx="98">
                  <c:v>0.55925999999999998</c:v>
                </c:pt>
                <c:pt idx="99">
                  <c:v>0.55741000000000007</c:v>
                </c:pt>
              </c:numCache>
            </c:numRef>
          </c:xVal>
          <c:yVal>
            <c:numRef>
              <c:f>'100cm_1_cm_ALL_NODES_IPHR_1cm'!$Q$102:$Q$201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87E-4F7F-80B0-4F90E64882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0.60000000000000009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 dirty="0"/>
              <a:t>Comparison of Na</a:t>
            </a:r>
            <a:r>
              <a:rPr lang="en-US" b="1" baseline="30000" dirty="0"/>
              <a:t>+</a:t>
            </a:r>
            <a:r>
              <a:rPr lang="en-US" b="1" dirty="0"/>
              <a:t> Concentrations after 1 Day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Na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'100cm_1_cm_ALL_NODES_IPHR_1cm'!$K$102:$K$201</c:f>
              <c:numCache>
                <c:formatCode>0.00</c:formatCode>
                <c:ptCount val="100"/>
                <c:pt idx="0">
                  <c:v>0</c:v>
                </c:pt>
                <c:pt idx="1">
                  <c:v>1.12101181E-4</c:v>
                </c:pt>
                <c:pt idx="2">
                  <c:v>2.620128216E-4</c:v>
                </c:pt>
                <c:pt idx="3">
                  <c:v>4.5773718739999998E-4</c:v>
                </c:pt>
                <c:pt idx="4">
                  <c:v>7.1004912020000005E-4</c:v>
                </c:pt>
                <c:pt idx="5">
                  <c:v>1.0328027420000001E-3</c:v>
                </c:pt>
                <c:pt idx="6">
                  <c:v>1.4429792060000001E-3</c:v>
                </c:pt>
                <c:pt idx="7">
                  <c:v>1.9615341439999999E-3</c:v>
                </c:pt>
                <c:pt idx="8">
                  <c:v>2.614368917E-3</c:v>
                </c:pt>
                <c:pt idx="9">
                  <c:v>3.4334680530000001E-3</c:v>
                </c:pt>
                <c:pt idx="10">
                  <c:v>4.458249547E-3</c:v>
                </c:pt>
                <c:pt idx="11">
                  <c:v>5.7371701109999998E-3</c:v>
                </c:pt>
                <c:pt idx="12">
                  <c:v>7.329627872E-3</c:v>
                </c:pt>
                <c:pt idx="13">
                  <c:v>9.3082124370000002E-3</c:v>
                </c:pt>
                <c:pt idx="14">
                  <c:v>1.1761358939999999E-2</c:v>
                </c:pt>
                <c:pt idx="15">
                  <c:v>1.4796474949999999E-2</c:v>
                </c:pt>
                <c:pt idx="16">
                  <c:v>1.8543615940000001E-2</c:v>
                </c:pt>
                <c:pt idx="17">
                  <c:v>2.3159800099999999E-2</c:v>
                </c:pt>
                <c:pt idx="18">
                  <c:v>2.8834102680000001E-2</c:v>
                </c:pt>
                <c:pt idx="19">
                  <c:v>3.579360619E-2</c:v>
                </c:pt>
                <c:pt idx="20">
                  <c:v>4.431041703E-2</c:v>
                </c:pt>
                <c:pt idx="21">
                  <c:v>5.4709881539999998E-2</c:v>
                </c:pt>
                <c:pt idx="22">
                  <c:v>6.7380182450000006E-2</c:v>
                </c:pt>
                <c:pt idx="23">
                  <c:v>8.2783475519999997E-2</c:v>
                </c:pt>
                <c:pt idx="24">
                  <c:v>0.1014684886</c:v>
                </c:pt>
                <c:pt idx="25">
                  <c:v>0.1240848973</c:v>
                </c:pt>
                <c:pt idx="26">
                  <c:v>0.1514004618</c:v>
                </c:pt>
                <c:pt idx="27">
                  <c:v>0.18432727460000001</c:v>
                </c:pt>
                <c:pt idx="28">
                  <c:v>0.2239736319</c:v>
                </c:pt>
                <c:pt idx="29">
                  <c:v>0.27174222469999998</c:v>
                </c:pt>
                <c:pt idx="30">
                  <c:v>0.33117598300000001</c:v>
                </c:pt>
                <c:pt idx="31">
                  <c:v>0.39241933820000002</c:v>
                </c:pt>
                <c:pt idx="32">
                  <c:v>0.44703334569999997</c:v>
                </c:pt>
                <c:pt idx="33">
                  <c:v>0.50291693209999999</c:v>
                </c:pt>
                <c:pt idx="34">
                  <c:v>0.55991011859999995</c:v>
                </c:pt>
                <c:pt idx="35">
                  <c:v>0.61706167460000005</c:v>
                </c:pt>
                <c:pt idx="36">
                  <c:v>0.67307388779999999</c:v>
                </c:pt>
                <c:pt idx="37">
                  <c:v>0.72647070879999998</c:v>
                </c:pt>
                <c:pt idx="38">
                  <c:v>0.77579498290000004</c:v>
                </c:pt>
                <c:pt idx="39">
                  <c:v>0.81983685490000002</c:v>
                </c:pt>
                <c:pt idx="40">
                  <c:v>0.85783284900000001</c:v>
                </c:pt>
                <c:pt idx="41">
                  <c:v>0.88956004379999998</c:v>
                </c:pt>
                <c:pt idx="42">
                  <c:v>0.91529214380000001</c:v>
                </c:pt>
                <c:pt idx="43">
                  <c:v>0.93565374609999996</c:v>
                </c:pt>
                <c:pt idx="44">
                  <c:v>0.95144516229999998</c:v>
                </c:pt>
                <c:pt idx="45">
                  <c:v>0.96349751949999995</c:v>
                </c:pt>
                <c:pt idx="46">
                  <c:v>0.97258061169999999</c:v>
                </c:pt>
                <c:pt idx="47">
                  <c:v>0.97935789819999997</c:v>
                </c:pt>
                <c:pt idx="48">
                  <c:v>0.98437535759999995</c:v>
                </c:pt>
                <c:pt idx="49">
                  <c:v>0.98807209730000001</c:v>
                </c:pt>
                <c:pt idx="50">
                  <c:v>0.99175184969999997</c:v>
                </c:pt>
                <c:pt idx="51">
                  <c:v>0.9940347075</c:v>
                </c:pt>
                <c:pt idx="52">
                  <c:v>0.99506729839999997</c:v>
                </c:pt>
                <c:pt idx="53">
                  <c:v>0.99580466749999996</c:v>
                </c:pt>
                <c:pt idx="54">
                  <c:v>0.99632793659999996</c:v>
                </c:pt>
                <c:pt idx="55">
                  <c:v>0.99669671059999998</c:v>
                </c:pt>
                <c:pt idx="56">
                  <c:v>0.99695473909999999</c:v>
                </c:pt>
                <c:pt idx="57">
                  <c:v>0.99713331459999999</c:v>
                </c:pt>
                <c:pt idx="58">
                  <c:v>0.99725532530000005</c:v>
                </c:pt>
                <c:pt idx="59">
                  <c:v>0.99733757970000003</c:v>
                </c:pt>
                <c:pt idx="60">
                  <c:v>0.9973916411</c:v>
                </c:pt>
                <c:pt idx="61">
                  <c:v>0.99742615219999997</c:v>
                </c:pt>
                <c:pt idx="62">
                  <c:v>0.99744713309999999</c:v>
                </c:pt>
                <c:pt idx="63">
                  <c:v>0.99745893480000003</c:v>
                </c:pt>
                <c:pt idx="64">
                  <c:v>0.9974644184</c:v>
                </c:pt>
                <c:pt idx="65">
                  <c:v>0.99746567009999998</c:v>
                </c:pt>
                <c:pt idx="66">
                  <c:v>0.99746429920000002</c:v>
                </c:pt>
                <c:pt idx="67">
                  <c:v>0.99746125939999997</c:v>
                </c:pt>
                <c:pt idx="68">
                  <c:v>0.99745744469999997</c:v>
                </c:pt>
                <c:pt idx="69">
                  <c:v>0.99745303389999995</c:v>
                </c:pt>
                <c:pt idx="70">
                  <c:v>0.99744874240000003</c:v>
                </c:pt>
                <c:pt idx="71">
                  <c:v>0.99744457009999998</c:v>
                </c:pt>
                <c:pt idx="72">
                  <c:v>0.99744075539999999</c:v>
                </c:pt>
                <c:pt idx="73">
                  <c:v>0.99743711950000002</c:v>
                </c:pt>
                <c:pt idx="74">
                  <c:v>0.99743390080000005</c:v>
                </c:pt>
                <c:pt idx="75">
                  <c:v>0.99743080139999996</c:v>
                </c:pt>
                <c:pt idx="76">
                  <c:v>0.99742799999999998</c:v>
                </c:pt>
                <c:pt idx="77">
                  <c:v>0.99742543699999997</c:v>
                </c:pt>
                <c:pt idx="78">
                  <c:v>0.99742317199999997</c:v>
                </c:pt>
                <c:pt idx="79">
                  <c:v>0.99742120499999998</c:v>
                </c:pt>
                <c:pt idx="80">
                  <c:v>0.99741935729999998</c:v>
                </c:pt>
                <c:pt idx="81">
                  <c:v>0.99741792679999997</c:v>
                </c:pt>
                <c:pt idx="82">
                  <c:v>0.99741643670000002</c:v>
                </c:pt>
                <c:pt idx="83">
                  <c:v>0.99741512539999999</c:v>
                </c:pt>
                <c:pt idx="84">
                  <c:v>0.99741387370000001</c:v>
                </c:pt>
                <c:pt idx="85">
                  <c:v>0.99741280080000005</c:v>
                </c:pt>
                <c:pt idx="86">
                  <c:v>0.99741166830000005</c:v>
                </c:pt>
                <c:pt idx="87">
                  <c:v>0.99741083379999995</c:v>
                </c:pt>
                <c:pt idx="88">
                  <c:v>0.99740999939999997</c:v>
                </c:pt>
                <c:pt idx="89">
                  <c:v>0.99740922450000002</c:v>
                </c:pt>
                <c:pt idx="90">
                  <c:v>0.99740839000000003</c:v>
                </c:pt>
                <c:pt idx="91">
                  <c:v>0.99740743639999996</c:v>
                </c:pt>
                <c:pt idx="92">
                  <c:v>0.99740642310000005</c:v>
                </c:pt>
                <c:pt idx="93">
                  <c:v>0.99740535019999998</c:v>
                </c:pt>
                <c:pt idx="94">
                  <c:v>0.99740427730000003</c:v>
                </c:pt>
                <c:pt idx="95">
                  <c:v>0.99740302560000005</c:v>
                </c:pt>
                <c:pt idx="96">
                  <c:v>0.99740195269999998</c:v>
                </c:pt>
                <c:pt idx="97">
                  <c:v>0.99740129710000003</c:v>
                </c:pt>
                <c:pt idx="98">
                  <c:v>0.99740076070000006</c:v>
                </c:pt>
                <c:pt idx="99">
                  <c:v>0.99740076070000006</c:v>
                </c:pt>
              </c:numCache>
            </c:numRef>
          </c:xVal>
          <c:yVal>
            <c:numRef>
              <c:f>'100cm_1_cm_ALL_NODES_IPHR_1cm'!$H$102:$H$201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A20-4C0F-A148-CD5608A63A52}"/>
            </c:ext>
          </c:extLst>
        </c:ser>
        <c:ser>
          <c:idx val="1"/>
          <c:order val="1"/>
          <c:tx>
            <c:v>Na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'100cm_1_cm_ALL_NODES_IPHR_1cm'!$V$102:$V$201</c:f>
              <c:numCache>
                <c:formatCode>0.00000</c:formatCode>
                <c:ptCount val="100"/>
                <c:pt idx="0">
                  <c:v>3.1634999999999998E-5</c:v>
                </c:pt>
                <c:pt idx="1">
                  <c:v>7.761299999999999E-5</c:v>
                </c:pt>
                <c:pt idx="2">
                  <c:v>1.4881000000000001E-4</c:v>
                </c:pt>
                <c:pt idx="3">
                  <c:v>2.5389999999999999E-4</c:v>
                </c:pt>
                <c:pt idx="4">
                  <c:v>4.0325000000000002E-4</c:v>
                </c:pt>
                <c:pt idx="5">
                  <c:v>6.1142E-4</c:v>
                </c:pt>
                <c:pt idx="6">
                  <c:v>8.9749999999999997E-4</c:v>
                </c:pt>
                <c:pt idx="7">
                  <c:v>1.2857000000000001E-3</c:v>
                </c:pt>
                <c:pt idx="8">
                  <c:v>1.8063999999999999E-3</c:v>
                </c:pt>
                <c:pt idx="9">
                  <c:v>2.4978000000000001E-3</c:v>
                </c:pt>
                <c:pt idx="10">
                  <c:v>3.4077000000000001E-3</c:v>
                </c:pt>
                <c:pt idx="11">
                  <c:v>4.5956E-3</c:v>
                </c:pt>
                <c:pt idx="12">
                  <c:v>6.1345999999999996E-3</c:v>
                </c:pt>
                <c:pt idx="13">
                  <c:v>8.1151999999999995E-3</c:v>
                </c:pt>
                <c:pt idx="14">
                  <c:v>1.0648000000000001E-2</c:v>
                </c:pt>
                <c:pt idx="15">
                  <c:v>1.3868E-2</c:v>
                </c:pt>
                <c:pt idx="16">
                  <c:v>1.7940000000000001E-2</c:v>
                </c:pt>
                <c:pt idx="17">
                  <c:v>2.3064000000000001E-2</c:v>
                </c:pt>
                <c:pt idx="18">
                  <c:v>2.9479999999999999E-2</c:v>
                </c:pt>
                <c:pt idx="19">
                  <c:v>3.7479999999999999E-2</c:v>
                </c:pt>
                <c:pt idx="20">
                  <c:v>4.7413999999999998E-2</c:v>
                </c:pt>
                <c:pt idx="21">
                  <c:v>5.9701000000000004E-2</c:v>
                </c:pt>
                <c:pt idx="22">
                  <c:v>7.4845000000000009E-2</c:v>
                </c:pt>
                <c:pt idx="23">
                  <c:v>9.3447000000000002E-2</c:v>
                </c:pt>
                <c:pt idx="24">
                  <c:v>0.11621999999999999</c:v>
                </c:pt>
                <c:pt idx="25">
                  <c:v>0.14400000000000002</c:v>
                </c:pt>
                <c:pt idx="26">
                  <c:v>0.17773</c:v>
                </c:pt>
                <c:pt idx="27">
                  <c:v>0.21851999999999999</c:v>
                </c:pt>
                <c:pt idx="28">
                  <c:v>0.26738000000000001</c:v>
                </c:pt>
                <c:pt idx="29">
                  <c:v>0.32449</c:v>
                </c:pt>
                <c:pt idx="30">
                  <c:v>0.38843</c:v>
                </c:pt>
                <c:pt idx="31">
                  <c:v>0.44212000000000001</c:v>
                </c:pt>
                <c:pt idx="32">
                  <c:v>0.49793000000000004</c:v>
                </c:pt>
                <c:pt idx="33">
                  <c:v>0.55533999999999994</c:v>
                </c:pt>
                <c:pt idx="34">
                  <c:v>0.61337999999999993</c:v>
                </c:pt>
                <c:pt idx="35">
                  <c:v>0.67075999999999991</c:v>
                </c:pt>
                <c:pt idx="36">
                  <c:v>0.72597999999999996</c:v>
                </c:pt>
                <c:pt idx="37">
                  <c:v>0.77754000000000001</c:v>
                </c:pt>
                <c:pt idx="38">
                  <c:v>0.82404999999999995</c:v>
                </c:pt>
                <c:pt idx="39">
                  <c:v>0.86448000000000003</c:v>
                </c:pt>
                <c:pt idx="40">
                  <c:v>0.89829000000000003</c:v>
                </c:pt>
                <c:pt idx="41">
                  <c:v>0.92549999999999999</c:v>
                </c:pt>
                <c:pt idx="42">
                  <c:v>0.94662000000000002</c:v>
                </c:pt>
                <c:pt idx="43">
                  <c:v>0.96248</c:v>
                </c:pt>
                <c:pt idx="44">
                  <c:v>0.97406999999999999</c:v>
                </c:pt>
                <c:pt idx="45">
                  <c:v>0.98233000000000004</c:v>
                </c:pt>
                <c:pt idx="46">
                  <c:v>0.98809999999999998</c:v>
                </c:pt>
                <c:pt idx="47">
                  <c:v>0.99207999999999996</c:v>
                </c:pt>
                <c:pt idx="48">
                  <c:v>0.99478</c:v>
                </c:pt>
                <c:pt idx="49">
                  <c:v>0.99659000000000009</c:v>
                </c:pt>
                <c:pt idx="50">
                  <c:v>0.99778999999999995</c:v>
                </c:pt>
                <c:pt idx="51">
                  <c:v>0.99858000000000002</c:v>
                </c:pt>
                <c:pt idx="52">
                  <c:v>0.99909999999999999</c:v>
                </c:pt>
                <c:pt idx="53">
                  <c:v>0.99942999999999993</c:v>
                </c:pt>
                <c:pt idx="54">
                  <c:v>0.99963999999999997</c:v>
                </c:pt>
                <c:pt idx="55">
                  <c:v>0.99978</c:v>
                </c:pt>
                <c:pt idx="56">
                  <c:v>0.99985999999999997</c:v>
                </c:pt>
                <c:pt idx="57">
                  <c:v>0.99992000000000003</c:v>
                </c:pt>
                <c:pt idx="58">
                  <c:v>0.99995000000000012</c:v>
                </c:pt>
                <c:pt idx="59">
                  <c:v>0.99997000000000003</c:v>
                </c:pt>
                <c:pt idx="60">
                  <c:v>0.99997999999999987</c:v>
                </c:pt>
                <c:pt idx="61">
                  <c:v>0.99999000000000005</c:v>
                </c:pt>
                <c:pt idx="62">
                  <c:v>0.99999000000000005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</c:numCache>
            </c:numRef>
          </c:xVal>
          <c:yVal>
            <c:numRef>
              <c:f>'100cm_1_cm_ALL_NODES_IPHR_1cm'!$Q$102:$Q$201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FA20-4C0F-A148-CD5608A63A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 dirty="0"/>
              <a:t>Comparison of Na</a:t>
            </a:r>
            <a:r>
              <a:rPr lang="en-US" b="1" baseline="30000" dirty="0"/>
              <a:t>+</a:t>
            </a:r>
            <a:r>
              <a:rPr lang="en-US" b="1" dirty="0"/>
              <a:t> Concentrations after 2 Days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Na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'100cm_1_cm_ALL_NODES_IPHR_1cm'!$K$202:$K$301</c:f>
              <c:numCache>
                <c:formatCode>0.00</c:formatCode>
                <c:ptCount val="100"/>
                <c:pt idx="0">
                  <c:v>0</c:v>
                </c:pt>
                <c:pt idx="1">
                  <c:v>2.3869185950000002E-6</c:v>
                </c:pt>
                <c:pt idx="2">
                  <c:v>5.5995387810000003E-6</c:v>
                </c:pt>
                <c:pt idx="3">
                  <c:v>9.8366026580000001E-6</c:v>
                </c:pt>
                <c:pt idx="4">
                  <c:v>1.5325707859999999E-5</c:v>
                </c:pt>
                <c:pt idx="5">
                  <c:v>2.2329924829999999E-5</c:v>
                </c:pt>
                <c:pt idx="6">
                  <c:v>3.1152187150000002E-5</c:v>
                </c:pt>
                <c:pt idx="7">
                  <c:v>4.2139345170000002E-5</c:v>
                </c:pt>
                <c:pt idx="8">
                  <c:v>5.5686061389999999E-5</c:v>
                </c:pt>
                <c:pt idx="9">
                  <c:v>7.2238515709999995E-5</c:v>
                </c:pt>
                <c:pt idx="10">
                  <c:v>9.2297908850000007E-5</c:v>
                </c:pt>
                <c:pt idx="11">
                  <c:v>1.164235291E-4</c:v>
                </c:pt>
                <c:pt idx="12">
                  <c:v>1.4523559370000001E-4</c:v>
                </c:pt>
                <c:pt idx="13">
                  <c:v>1.794167183E-4</c:v>
                </c:pt>
                <c:pt idx="14">
                  <c:v>2.1971322710000001E-4</c:v>
                </c:pt>
                <c:pt idx="15">
                  <c:v>2.6693529799999999E-4</c:v>
                </c:pt>
                <c:pt idx="16">
                  <c:v>3.2195611860000002E-4</c:v>
                </c:pt>
                <c:pt idx="17">
                  <c:v>3.8570948529999998E-4</c:v>
                </c:pt>
                <c:pt idx="18">
                  <c:v>4.5918588879999999E-4</c:v>
                </c:pt>
                <c:pt idx="19">
                  <c:v>5.4342695510000002E-4</c:v>
                </c:pt>
                <c:pt idx="20">
                  <c:v>6.3951790799999999E-4</c:v>
                </c:pt>
                <c:pt idx="21">
                  <c:v>7.4857816800000005E-4</c:v>
                </c:pt>
                <c:pt idx="22">
                  <c:v>8.7175040969999997E-4</c:v>
                </c:pt>
                <c:pt idx="23">
                  <c:v>1.010188367E-3</c:v>
                </c:pt>
                <c:pt idx="24">
                  <c:v>1.165046939E-3</c:v>
                </c:pt>
                <c:pt idx="25">
                  <c:v>1.3374816629999999E-3</c:v>
                </c:pt>
                <c:pt idx="26">
                  <c:v>1.528678462E-3</c:v>
                </c:pt>
                <c:pt idx="27">
                  <c:v>1.7400005599999999E-3</c:v>
                </c:pt>
                <c:pt idx="28">
                  <c:v>1.9737125840000001E-3</c:v>
                </c:pt>
                <c:pt idx="29">
                  <c:v>2.2346558980000002E-3</c:v>
                </c:pt>
                <c:pt idx="30">
                  <c:v>2.5285710580000001E-3</c:v>
                </c:pt>
                <c:pt idx="31">
                  <c:v>2.862388967E-3</c:v>
                </c:pt>
                <c:pt idx="32">
                  <c:v>3.2445038670000001E-3</c:v>
                </c:pt>
                <c:pt idx="33">
                  <c:v>3.6850869659999998E-3</c:v>
                </c:pt>
                <c:pt idx="34">
                  <c:v>4.1964510460000002E-3</c:v>
                </c:pt>
                <c:pt idx="35">
                  <c:v>4.7934972679999997E-3</c:v>
                </c:pt>
                <c:pt idx="36">
                  <c:v>5.494251847E-3</c:v>
                </c:pt>
                <c:pt idx="37">
                  <c:v>6.3205123879999997E-3</c:v>
                </c:pt>
                <c:pt idx="38">
                  <c:v>7.2986283340000001E-3</c:v>
                </c:pt>
                <c:pt idx="39">
                  <c:v>8.4604313599999995E-3</c:v>
                </c:pt>
                <c:pt idx="40">
                  <c:v>9.8443459720000005E-3</c:v>
                </c:pt>
                <c:pt idx="41">
                  <c:v>1.149670687E-2</c:v>
                </c:pt>
                <c:pt idx="42">
                  <c:v>1.347332727E-2</c:v>
                </c:pt>
                <c:pt idx="43">
                  <c:v>1.5841329469999998E-2</c:v>
                </c:pt>
                <c:pt idx="44">
                  <c:v>1.8681310119999999E-2</c:v>
                </c:pt>
                <c:pt idx="45">
                  <c:v>2.2089852019999998E-2</c:v>
                </c:pt>
                <c:pt idx="46">
                  <c:v>2.61824578E-2</c:v>
                </c:pt>
                <c:pt idx="47">
                  <c:v>3.109692037E-2</c:v>
                </c:pt>
                <c:pt idx="48">
                  <c:v>3.6997191610000001E-2</c:v>
                </c:pt>
                <c:pt idx="49">
                  <c:v>4.4077765200000001E-2</c:v>
                </c:pt>
                <c:pt idx="50">
                  <c:v>5.7439420370000001E-2</c:v>
                </c:pt>
                <c:pt idx="51">
                  <c:v>7.4932135639999994E-2</c:v>
                </c:pt>
                <c:pt idx="52">
                  <c:v>8.9511133729999998E-2</c:v>
                </c:pt>
                <c:pt idx="53">
                  <c:v>0.1070086136</c:v>
                </c:pt>
                <c:pt idx="54">
                  <c:v>0.12800422310000001</c:v>
                </c:pt>
                <c:pt idx="55">
                  <c:v>0.1532866061</c:v>
                </c:pt>
                <c:pt idx="56">
                  <c:v>0.18352288010000001</c:v>
                </c:pt>
                <c:pt idx="57">
                  <c:v>0.21103821689999999</c:v>
                </c:pt>
                <c:pt idx="58">
                  <c:v>0.2402121723</c:v>
                </c:pt>
                <c:pt idx="59">
                  <c:v>0.2719296813</c:v>
                </c:pt>
                <c:pt idx="60">
                  <c:v>0.30639058349999998</c:v>
                </c:pt>
                <c:pt idx="61">
                  <c:v>0.34365481139999998</c:v>
                </c:pt>
                <c:pt idx="62">
                  <c:v>0.38367751239999998</c:v>
                </c:pt>
                <c:pt idx="63">
                  <c:v>0.42630192639999998</c:v>
                </c:pt>
                <c:pt idx="64">
                  <c:v>0.47124242779999997</c:v>
                </c:pt>
                <c:pt idx="65">
                  <c:v>0.51806545260000003</c:v>
                </c:pt>
                <c:pt idx="66">
                  <c:v>0.56617420910000005</c:v>
                </c:pt>
                <c:pt idx="67">
                  <c:v>0.61480391030000003</c:v>
                </c:pt>
                <c:pt idx="68">
                  <c:v>0.66303801539999996</c:v>
                </c:pt>
                <c:pt idx="69">
                  <c:v>0.70985245699999999</c:v>
                </c:pt>
                <c:pt idx="70">
                  <c:v>0.7541978359</c:v>
                </c:pt>
                <c:pt idx="71">
                  <c:v>0.79511004689999998</c:v>
                </c:pt>
                <c:pt idx="72">
                  <c:v>0.83183074000000001</c:v>
                </c:pt>
                <c:pt idx="73">
                  <c:v>0.86390006539999997</c:v>
                </c:pt>
                <c:pt idx="74">
                  <c:v>0.89119261500000002</c:v>
                </c:pt>
                <c:pt idx="75">
                  <c:v>0.91388541459999995</c:v>
                </c:pt>
                <c:pt idx="76">
                  <c:v>0.93237894769999996</c:v>
                </c:pt>
                <c:pt idx="77">
                  <c:v>0.94720065590000002</c:v>
                </c:pt>
                <c:pt idx="78">
                  <c:v>0.95891922709999999</c:v>
                </c:pt>
                <c:pt idx="79">
                  <c:v>0.96808433530000004</c:v>
                </c:pt>
                <c:pt idx="80">
                  <c:v>0.9751906991</c:v>
                </c:pt>
                <c:pt idx="81">
                  <c:v>0.98066300149999996</c:v>
                </c:pt>
                <c:pt idx="82">
                  <c:v>0.98485320809999999</c:v>
                </c:pt>
                <c:pt idx="83">
                  <c:v>0.9880473018</c:v>
                </c:pt>
                <c:pt idx="84">
                  <c:v>0.99047225709999998</c:v>
                </c:pt>
                <c:pt idx="85">
                  <c:v>0.99230748410000003</c:v>
                </c:pt>
                <c:pt idx="86">
                  <c:v>0.99369174240000002</c:v>
                </c:pt>
                <c:pt idx="87">
                  <c:v>0.99473279709999995</c:v>
                </c:pt>
                <c:pt idx="88">
                  <c:v>0.99551337959999997</c:v>
                </c:pt>
                <c:pt idx="89">
                  <c:v>0.99609678980000005</c:v>
                </c:pt>
                <c:pt idx="90">
                  <c:v>0.99653148650000001</c:v>
                </c:pt>
                <c:pt idx="91">
                  <c:v>0.99685394760000001</c:v>
                </c:pt>
                <c:pt idx="92">
                  <c:v>0.99709194899999998</c:v>
                </c:pt>
                <c:pt idx="93">
                  <c:v>0.99726670979999998</c:v>
                </c:pt>
                <c:pt idx="94">
                  <c:v>0.99739390610000001</c:v>
                </c:pt>
                <c:pt idx="95">
                  <c:v>0.99748581650000001</c:v>
                </c:pt>
                <c:pt idx="96">
                  <c:v>0.99755102399999995</c:v>
                </c:pt>
                <c:pt idx="97">
                  <c:v>0.99759614470000002</c:v>
                </c:pt>
                <c:pt idx="98">
                  <c:v>0.99762493370000005</c:v>
                </c:pt>
                <c:pt idx="99">
                  <c:v>0.99763828519999997</c:v>
                </c:pt>
              </c:numCache>
            </c:numRef>
          </c:xVal>
          <c:yVal>
            <c:numRef>
              <c:f>'100cm_1_cm_ALL_NODES_IPHR_1cm'!$H$102:$H$201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D36-49CC-8D73-0C9DB10A792A}"/>
            </c:ext>
          </c:extLst>
        </c:ser>
        <c:ser>
          <c:idx val="1"/>
          <c:order val="1"/>
          <c:tx>
            <c:v>Na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'100cm_1_cm_ALL_NODES_IPHR_1cm'!$V$202:$V$301</c:f>
              <c:numCache>
                <c:formatCode>0.00000</c:formatCode>
                <c:ptCount val="100"/>
                <c:pt idx="0">
                  <c:v>3.3088999999999999E-8</c:v>
                </c:pt>
                <c:pt idx="1">
                  <c:v>8.1397999999999999E-8</c:v>
                </c:pt>
                <c:pt idx="2">
                  <c:v>1.5673E-7</c:v>
                </c:pt>
                <c:pt idx="3">
                  <c:v>2.6893000000000001E-7</c:v>
                </c:pt>
                <c:pt idx="4">
                  <c:v>4.3029000000000002E-7</c:v>
                </c:pt>
                <c:pt idx="5">
                  <c:v>6.5827999999999999E-7</c:v>
                </c:pt>
                <c:pt idx="6">
                  <c:v>9.765000000000001E-7</c:v>
                </c:pt>
                <c:pt idx="7">
                  <c:v>1.4158000000000001E-6</c:v>
                </c:pt>
                <c:pt idx="8">
                  <c:v>2.0164000000000003E-6</c:v>
                </c:pt>
                <c:pt idx="9">
                  <c:v>2.8304E-6</c:v>
                </c:pt>
                <c:pt idx="10">
                  <c:v>3.9257000000000004E-6</c:v>
                </c:pt>
                <c:pt idx="11">
                  <c:v>5.3893999999999996E-6</c:v>
                </c:pt>
                <c:pt idx="12">
                  <c:v>7.3336999999999998E-6</c:v>
                </c:pt>
                <c:pt idx="13">
                  <c:v>9.9019999999999994E-6</c:v>
                </c:pt>
                <c:pt idx="14">
                  <c:v>1.3277E-5</c:v>
                </c:pt>
                <c:pt idx="15">
                  <c:v>1.7692999999999998E-5</c:v>
                </c:pt>
                <c:pt idx="16">
                  <c:v>2.3442999999999999E-5</c:v>
                </c:pt>
                <c:pt idx="17">
                  <c:v>3.0899999999999999E-5</c:v>
                </c:pt>
                <c:pt idx="18">
                  <c:v>4.0534999999999997E-5</c:v>
                </c:pt>
                <c:pt idx="19">
                  <c:v>5.2935999999999996E-5</c:v>
                </c:pt>
                <c:pt idx="20">
                  <c:v>6.8845000000000009E-5</c:v>
                </c:pt>
                <c:pt idx="21">
                  <c:v>8.9185999999999996E-5</c:v>
                </c:pt>
                <c:pt idx="22">
                  <c:v>1.1511E-4</c:v>
                </c:pt>
                <c:pt idx="23">
                  <c:v>1.4805999999999999E-4</c:v>
                </c:pt>
                <c:pt idx="24">
                  <c:v>1.8981E-4</c:v>
                </c:pt>
                <c:pt idx="25">
                  <c:v>2.4258E-4</c:v>
                </c:pt>
                <c:pt idx="26">
                  <c:v>3.0909999999999998E-4</c:v>
                </c:pt>
                <c:pt idx="27">
                  <c:v>3.9273999999999998E-4</c:v>
                </c:pt>
                <c:pt idx="28">
                  <c:v>4.9767000000000008E-4</c:v>
                </c:pt>
                <c:pt idx="29">
                  <c:v>6.2901999999999999E-4</c:v>
                </c:pt>
                <c:pt idx="30">
                  <c:v>7.9306999999999999E-4</c:v>
                </c:pt>
                <c:pt idx="31">
                  <c:v>9.9755999999999998E-4</c:v>
                </c:pt>
                <c:pt idx="32">
                  <c:v>1.2519E-3</c:v>
                </c:pt>
                <c:pt idx="33">
                  <c:v>1.5678000000000001E-3</c:v>
                </c:pt>
                <c:pt idx="34">
                  <c:v>1.9593000000000002E-3</c:v>
                </c:pt>
                <c:pt idx="35">
                  <c:v>2.4437999999999999E-3</c:v>
                </c:pt>
                <c:pt idx="36">
                  <c:v>3.0423E-3</c:v>
                </c:pt>
                <c:pt idx="37">
                  <c:v>3.7805999999999998E-3</c:v>
                </c:pt>
                <c:pt idx="38">
                  <c:v>4.6898999999999995E-3</c:v>
                </c:pt>
                <c:pt idx="39">
                  <c:v>5.8084E-3</c:v>
                </c:pt>
                <c:pt idx="40">
                  <c:v>7.1823E-3</c:v>
                </c:pt>
                <c:pt idx="41">
                  <c:v>8.8680000000000009E-3</c:v>
                </c:pt>
                <c:pt idx="42">
                  <c:v>1.0934000000000001E-2</c:v>
                </c:pt>
                <c:pt idx="43">
                  <c:v>1.3462E-2</c:v>
                </c:pt>
                <c:pt idx="44">
                  <c:v>1.6554000000000003E-2</c:v>
                </c:pt>
                <c:pt idx="45">
                  <c:v>2.0330000000000001E-2</c:v>
                </c:pt>
                <c:pt idx="46">
                  <c:v>2.4938000000000002E-2</c:v>
                </c:pt>
                <c:pt idx="47">
                  <c:v>3.0555000000000002E-2</c:v>
                </c:pt>
                <c:pt idx="48">
                  <c:v>3.7395999999999999E-2</c:v>
                </c:pt>
                <c:pt idx="49">
                  <c:v>4.5717000000000001E-2</c:v>
                </c:pt>
                <c:pt idx="50">
                  <c:v>5.5827000000000002E-2</c:v>
                </c:pt>
                <c:pt idx="51">
                  <c:v>6.8084999999999993E-2</c:v>
                </c:pt>
                <c:pt idx="52">
                  <c:v>8.2920999999999995E-2</c:v>
                </c:pt>
                <c:pt idx="53">
                  <c:v>0.10087</c:v>
                </c:pt>
                <c:pt idx="54">
                  <c:v>0.12253000000000001</c:v>
                </c:pt>
                <c:pt idx="55">
                  <c:v>0.14824999999999999</c:v>
                </c:pt>
                <c:pt idx="56">
                  <c:v>0.17748</c:v>
                </c:pt>
                <c:pt idx="57">
                  <c:v>0.20573999999999998</c:v>
                </c:pt>
                <c:pt idx="58">
                  <c:v>0.23515999999999998</c:v>
                </c:pt>
                <c:pt idx="59">
                  <c:v>0.26738000000000001</c:v>
                </c:pt>
                <c:pt idx="60">
                  <c:v>0.30248999999999998</c:v>
                </c:pt>
                <c:pt idx="61">
                  <c:v>0.34053</c:v>
                </c:pt>
                <c:pt idx="62">
                  <c:v>0.38144999999999996</c:v>
                </c:pt>
                <c:pt idx="63">
                  <c:v>0.42504000000000003</c:v>
                </c:pt>
                <c:pt idx="64">
                  <c:v>0.47101999999999999</c:v>
                </c:pt>
                <c:pt idx="65">
                  <c:v>0.51893</c:v>
                </c:pt>
                <c:pt idx="66">
                  <c:v>0.56818000000000002</c:v>
                </c:pt>
                <c:pt idx="67">
                  <c:v>0.61802000000000001</c:v>
                </c:pt>
                <c:pt idx="68">
                  <c:v>0.66752999999999996</c:v>
                </c:pt>
                <c:pt idx="69">
                  <c:v>0.71568999999999994</c:v>
                </c:pt>
                <c:pt idx="70">
                  <c:v>0.76146000000000003</c:v>
                </c:pt>
                <c:pt idx="71">
                  <c:v>0.80380999999999991</c:v>
                </c:pt>
                <c:pt idx="72">
                  <c:v>0.84189000000000003</c:v>
                </c:pt>
                <c:pt idx="73">
                  <c:v>0.87512999999999996</c:v>
                </c:pt>
                <c:pt idx="74">
                  <c:v>0.90325</c:v>
                </c:pt>
                <c:pt idx="75">
                  <c:v>0.92635000000000001</c:v>
                </c:pt>
                <c:pt idx="76">
                  <c:v>0.94481000000000004</c:v>
                </c:pt>
                <c:pt idx="77">
                  <c:v>0.95918999999999999</c:v>
                </c:pt>
                <c:pt idx="78">
                  <c:v>0.97016999999999998</c:v>
                </c:pt>
                <c:pt idx="79">
                  <c:v>0.97839999999999994</c:v>
                </c:pt>
                <c:pt idx="80">
                  <c:v>0.98448000000000002</c:v>
                </c:pt>
                <c:pt idx="81">
                  <c:v>0.98891999999999991</c:v>
                </c:pt>
                <c:pt idx="82">
                  <c:v>0.99212999999999996</c:v>
                </c:pt>
                <c:pt idx="83">
                  <c:v>0.9944400000000001</c:v>
                </c:pt>
                <c:pt idx="84">
                  <c:v>0.99609000000000003</c:v>
                </c:pt>
                <c:pt idx="85">
                  <c:v>0.99726000000000004</c:v>
                </c:pt>
                <c:pt idx="86">
                  <c:v>0.99809000000000014</c:v>
                </c:pt>
                <c:pt idx="87">
                  <c:v>0.99866999999999995</c:v>
                </c:pt>
                <c:pt idx="88">
                  <c:v>0.99908000000000008</c:v>
                </c:pt>
                <c:pt idx="89">
                  <c:v>0.99935999999999992</c:v>
                </c:pt>
                <c:pt idx="90">
                  <c:v>0.99956</c:v>
                </c:pt>
                <c:pt idx="91">
                  <c:v>0.99970000000000003</c:v>
                </c:pt>
                <c:pt idx="92">
                  <c:v>0.99978999999999996</c:v>
                </c:pt>
                <c:pt idx="93">
                  <c:v>0.99985999999999997</c:v>
                </c:pt>
                <c:pt idx="94">
                  <c:v>0.99990000000000001</c:v>
                </c:pt>
                <c:pt idx="95">
                  <c:v>0.99993999999999994</c:v>
                </c:pt>
                <c:pt idx="96">
                  <c:v>0.99996000000000007</c:v>
                </c:pt>
                <c:pt idx="97">
                  <c:v>0.99997000000000003</c:v>
                </c:pt>
                <c:pt idx="98">
                  <c:v>0.99997999999999987</c:v>
                </c:pt>
                <c:pt idx="99">
                  <c:v>0.99997999999999987</c:v>
                </c:pt>
              </c:numCache>
            </c:numRef>
          </c:xVal>
          <c:yVal>
            <c:numRef>
              <c:f>'100cm_1_cm_ALL_NODES_IPHR_1cm'!$Q$102:$Q$201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D36-49CC-8D73-0C9DB10A79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 dirty="0"/>
              <a:t>Comparison of Na</a:t>
            </a:r>
            <a:r>
              <a:rPr lang="en-US" b="1" baseline="30000" dirty="0"/>
              <a:t>+</a:t>
            </a:r>
            <a:r>
              <a:rPr lang="en-US" b="1" dirty="0"/>
              <a:t> Concentrations after 3 Days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Na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'100cm_1_cm_ALL_NODES_IPHR_1cm'!$K$302:$K$401</c:f>
              <c:numCache>
                <c:formatCode>0.00</c:formatCode>
                <c:ptCount val="100"/>
                <c:pt idx="0">
                  <c:v>0</c:v>
                </c:pt>
                <c:pt idx="1">
                  <c:v>8.3767425000000005E-8</c:v>
                </c:pt>
                <c:pt idx="2">
                  <c:v>1.9597018759999999E-7</c:v>
                </c:pt>
                <c:pt idx="3">
                  <c:v>3.4475914390000002E-7</c:v>
                </c:pt>
                <c:pt idx="4">
                  <c:v>5.3894683560000002E-7</c:v>
                </c:pt>
                <c:pt idx="5">
                  <c:v>7.8884409049999998E-7</c:v>
                </c:pt>
                <c:pt idx="6">
                  <c:v>1.1066290429999999E-6</c:v>
                </c:pt>
                <c:pt idx="7">
                  <c:v>1.506668241E-6</c:v>
                </c:pt>
                <c:pt idx="8">
                  <c:v>2.0058464540000001E-6</c:v>
                </c:pt>
                <c:pt idx="9">
                  <c:v>2.6239208639999999E-6</c:v>
                </c:pt>
                <c:pt idx="10">
                  <c:v>3.3839080519999999E-6</c:v>
                </c:pt>
                <c:pt idx="11">
                  <c:v>4.3125110099999997E-6</c:v>
                </c:pt>
                <c:pt idx="12">
                  <c:v>5.4405882109999997E-6</c:v>
                </c:pt>
                <c:pt idx="13">
                  <c:v>6.8036620179999998E-6</c:v>
                </c:pt>
                <c:pt idx="14">
                  <c:v>8.4424709710000007E-6</c:v>
                </c:pt>
                <c:pt idx="15">
                  <c:v>1.0403567099999999E-5</c:v>
                </c:pt>
                <c:pt idx="16">
                  <c:v>1.273994894E-5</c:v>
                </c:pt>
                <c:pt idx="17">
                  <c:v>1.5511744999999999E-5</c:v>
                </c:pt>
                <c:pt idx="18">
                  <c:v>1.8786922739999999E-5</c:v>
                </c:pt>
                <c:pt idx="19">
                  <c:v>2.2642043399999998E-5</c:v>
                </c:pt>
                <c:pt idx="20">
                  <c:v>2.7163056069999999E-5</c:v>
                </c:pt>
                <c:pt idx="21">
                  <c:v>3.2446099790000001E-5</c:v>
                </c:pt>
                <c:pt idx="22">
                  <c:v>3.8598347599999998E-5</c:v>
                </c:pt>
                <c:pt idx="23">
                  <c:v>4.5738874180000003E-5</c:v>
                </c:pt>
                <c:pt idx="24">
                  <c:v>5.3999461670000002E-5</c:v>
                </c:pt>
                <c:pt idx="25">
                  <c:v>6.3525520089999997E-5</c:v>
                </c:pt>
                <c:pt idx="26">
                  <c:v>7.4476920420000006E-5</c:v>
                </c:pt>
                <c:pt idx="27">
                  <c:v>8.7028740380000005E-5</c:v>
                </c:pt>
                <c:pt idx="28">
                  <c:v>1.013721121E-4</c:v>
                </c:pt>
                <c:pt idx="29">
                  <c:v>1.177149315E-4</c:v>
                </c:pt>
                <c:pt idx="30">
                  <c:v>1.3628257149999999E-4</c:v>
                </c:pt>
                <c:pt idx="31">
                  <c:v>1.5731822349999999E-4</c:v>
                </c:pt>
                <c:pt idx="32">
                  <c:v>1.810831163E-4</c:v>
                </c:pt>
                <c:pt idx="33">
                  <c:v>2.078569232E-4</c:v>
                </c:pt>
                <c:pt idx="34">
                  <c:v>2.3793781289999999E-4</c:v>
                </c:pt>
                <c:pt idx="35">
                  <c:v>2.7164202770000001E-4</c:v>
                </c:pt>
                <c:pt idx="36">
                  <c:v>3.0930349019999998E-4</c:v>
                </c:pt>
                <c:pt idx="37">
                  <c:v>3.5127252340000001E-4</c:v>
                </c:pt>
                <c:pt idx="38">
                  <c:v>3.9791470040000001E-4</c:v>
                </c:pt>
                <c:pt idx="39">
                  <c:v>4.4960866220000002E-4</c:v>
                </c:pt>
                <c:pt idx="40">
                  <c:v>5.0674338129999997E-4</c:v>
                </c:pt>
                <c:pt idx="41">
                  <c:v>5.6971475710000002E-4</c:v>
                </c:pt>
                <c:pt idx="42">
                  <c:v>6.3892110480000004E-4</c:v>
                </c:pt>
                <c:pt idx="43">
                  <c:v>7.1475782900000005E-4</c:v>
                </c:pt>
                <c:pt idx="44">
                  <c:v>7.9761072989999995E-4</c:v>
                </c:pt>
                <c:pt idx="45">
                  <c:v>8.8784779649999995E-4</c:v>
                </c:pt>
                <c:pt idx="46">
                  <c:v>9.8581006750000011E-4</c:v>
                </c:pt>
                <c:pt idx="47">
                  <c:v>1.0917996990000001E-3</c:v>
                </c:pt>
                <c:pt idx="48">
                  <c:v>1.2060641310000001E-3</c:v>
                </c:pt>
                <c:pt idx="49">
                  <c:v>1.3287677430000001E-3</c:v>
                </c:pt>
                <c:pt idx="50">
                  <c:v>1.5361041300000001E-3</c:v>
                </c:pt>
                <c:pt idx="51">
                  <c:v>1.7674302219999999E-3</c:v>
                </c:pt>
                <c:pt idx="52">
                  <c:v>1.930537052E-3</c:v>
                </c:pt>
                <c:pt idx="53">
                  <c:v>2.1040651479999999E-3</c:v>
                </c:pt>
                <c:pt idx="54">
                  <c:v>2.2903135980000002E-3</c:v>
                </c:pt>
                <c:pt idx="55">
                  <c:v>2.4924217719999998E-3</c:v>
                </c:pt>
                <c:pt idx="56">
                  <c:v>2.7139799199999998E-3</c:v>
                </c:pt>
                <c:pt idx="57">
                  <c:v>2.9591801579999999E-3</c:v>
                </c:pt>
                <c:pt idx="58">
                  <c:v>3.2329442909999999E-3</c:v>
                </c:pt>
                <c:pt idx="59">
                  <c:v>3.541046521E-3</c:v>
                </c:pt>
                <c:pt idx="60">
                  <c:v>3.8902782839999998E-3</c:v>
                </c:pt>
                <c:pt idx="61">
                  <c:v>4.2887530289999996E-3</c:v>
                </c:pt>
                <c:pt idx="62">
                  <c:v>4.7463639639999996E-3</c:v>
                </c:pt>
                <c:pt idx="63">
                  <c:v>5.2751055919999998E-3</c:v>
                </c:pt>
                <c:pt idx="64">
                  <c:v>5.8894758109999997E-3</c:v>
                </c:pt>
                <c:pt idx="65">
                  <c:v>6.6069634629999999E-3</c:v>
                </c:pt>
                <c:pt idx="66">
                  <c:v>7.4486401860000004E-3</c:v>
                </c:pt>
                <c:pt idx="67">
                  <c:v>8.4398807960000006E-3</c:v>
                </c:pt>
                <c:pt idx="68">
                  <c:v>9.6112163739999999E-3</c:v>
                </c:pt>
                <c:pt idx="69">
                  <c:v>1.099936944E-2</c:v>
                </c:pt>
                <c:pt idx="70">
                  <c:v>1.26485005E-2</c:v>
                </c:pt>
                <c:pt idx="71">
                  <c:v>1.461169124E-2</c:v>
                </c:pt>
                <c:pt idx="72">
                  <c:v>1.6952715810000001E-2</c:v>
                </c:pt>
                <c:pt idx="73">
                  <c:v>1.974816062E-2</c:v>
                </c:pt>
                <c:pt idx="74">
                  <c:v>2.3089909929999999E-2</c:v>
                </c:pt>
                <c:pt idx="75">
                  <c:v>2.7088087050000001E-2</c:v>
                </c:pt>
                <c:pt idx="76">
                  <c:v>3.1874414529999999E-2</c:v>
                </c:pt>
                <c:pt idx="77">
                  <c:v>3.7606127560000001E-2</c:v>
                </c:pt>
                <c:pt idx="78">
                  <c:v>4.4470511380000001E-2</c:v>
                </c:pt>
                <c:pt idx="79">
                  <c:v>5.2690383049999998E-2</c:v>
                </c:pt>
                <c:pt idx="80">
                  <c:v>6.2530390919999998E-2</c:v>
                </c:pt>
                <c:pt idx="81">
                  <c:v>7.4318759139999996E-2</c:v>
                </c:pt>
                <c:pt idx="82">
                  <c:v>8.877200633E-2</c:v>
                </c:pt>
                <c:pt idx="83">
                  <c:v>0.10235764830000001</c:v>
                </c:pt>
                <c:pt idx="84">
                  <c:v>0.11669483780000001</c:v>
                </c:pt>
                <c:pt idx="85">
                  <c:v>0.13252209130000001</c:v>
                </c:pt>
                <c:pt idx="86">
                  <c:v>0.15005756910000001</c:v>
                </c:pt>
                <c:pt idx="87">
                  <c:v>0.1694644988</c:v>
                </c:pt>
                <c:pt idx="88">
                  <c:v>0.19088278710000001</c:v>
                </c:pt>
                <c:pt idx="89">
                  <c:v>0.21442773940000001</c:v>
                </c:pt>
                <c:pt idx="90">
                  <c:v>0.2401787192</c:v>
                </c:pt>
                <c:pt idx="91">
                  <c:v>0.26815840600000002</c:v>
                </c:pt>
                <c:pt idx="92">
                  <c:v>0.29829853769999998</c:v>
                </c:pt>
                <c:pt idx="93">
                  <c:v>0.3303864896</c:v>
                </c:pt>
                <c:pt idx="94">
                  <c:v>0.36398085949999998</c:v>
                </c:pt>
                <c:pt idx="95">
                  <c:v>0.39828163389999999</c:v>
                </c:pt>
                <c:pt idx="96">
                  <c:v>0.4319294393</c:v>
                </c:pt>
                <c:pt idx="97">
                  <c:v>0.46270501609999998</c:v>
                </c:pt>
                <c:pt idx="98">
                  <c:v>0.48708593849999998</c:v>
                </c:pt>
                <c:pt idx="99">
                  <c:v>0.49961763619999999</c:v>
                </c:pt>
              </c:numCache>
            </c:numRef>
          </c:xVal>
          <c:yVal>
            <c:numRef>
              <c:f>'100cm_1_cm_ALL_NODES_IPHR_1cm'!$H$202:$H$301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D79-4F3C-AABF-14ACB76F02BA}"/>
            </c:ext>
          </c:extLst>
        </c:ser>
        <c:ser>
          <c:idx val="1"/>
          <c:order val="1"/>
          <c:tx>
            <c:v>Na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'100cm_1_cm_ALL_NODES_IPHR_1cm'!$V$302:$V$401</c:f>
              <c:numCache>
                <c:formatCode>0.00000</c:formatCode>
                <c:ptCount val="100"/>
                <c:pt idx="0">
                  <c:v>4.5816000000000001E-11</c:v>
                </c:pt>
                <c:pt idx="1">
                  <c:v>1.1281E-10</c:v>
                </c:pt>
                <c:pt idx="2">
                  <c:v>2.1753E-10</c:v>
                </c:pt>
                <c:pt idx="3">
                  <c:v>3.7400999999999998E-10</c:v>
                </c:pt>
                <c:pt idx="4">
                  <c:v>5.9994999999999998E-10</c:v>
                </c:pt>
                <c:pt idx="5">
                  <c:v>9.2069999999999993E-10</c:v>
                </c:pt>
                <c:pt idx="6">
                  <c:v>1.3708000000000001E-9</c:v>
                </c:pt>
                <c:pt idx="7">
                  <c:v>1.9960000000000001E-9</c:v>
                </c:pt>
                <c:pt idx="8">
                  <c:v>2.8562999999999997E-9</c:v>
                </c:pt>
                <c:pt idx="9">
                  <c:v>4.0309999999999998E-9</c:v>
                </c:pt>
                <c:pt idx="10">
                  <c:v>5.6236999999999999E-9</c:v>
                </c:pt>
                <c:pt idx="11">
                  <c:v>7.7700999999999999E-9</c:v>
                </c:pt>
                <c:pt idx="12">
                  <c:v>1.0647000000000001E-8</c:v>
                </c:pt>
                <c:pt idx="13">
                  <c:v>1.4482E-8</c:v>
                </c:pt>
                <c:pt idx="14">
                  <c:v>1.9574E-8</c:v>
                </c:pt>
                <c:pt idx="15">
                  <c:v>2.6304000000000002E-8</c:v>
                </c:pt>
                <c:pt idx="16">
                  <c:v>3.5164000000000003E-8</c:v>
                </c:pt>
                <c:pt idx="17">
                  <c:v>4.6787000000000001E-8</c:v>
                </c:pt>
                <c:pt idx="18">
                  <c:v>6.1981000000000004E-8</c:v>
                </c:pt>
                <c:pt idx="19">
                  <c:v>8.1779999999999995E-8</c:v>
                </c:pt>
                <c:pt idx="20">
                  <c:v>1.075E-7</c:v>
                </c:pt>
                <c:pt idx="21">
                  <c:v>1.4082000000000001E-7</c:v>
                </c:pt>
                <c:pt idx="22">
                  <c:v>1.8386000000000001E-7</c:v>
                </c:pt>
                <c:pt idx="23">
                  <c:v>2.3931000000000004E-7</c:v>
                </c:pt>
                <c:pt idx="24">
                  <c:v>3.1057999999999997E-7</c:v>
                </c:pt>
                <c:pt idx="25">
                  <c:v>4.0195999999999998E-7</c:v>
                </c:pt>
                <c:pt idx="26">
                  <c:v>5.1884000000000006E-7</c:v>
                </c:pt>
                <c:pt idx="27">
                  <c:v>6.6802999999999998E-7</c:v>
                </c:pt>
                <c:pt idx="28">
                  <c:v>8.5802999999999996E-7</c:v>
                </c:pt>
                <c:pt idx="29">
                  <c:v>1.0995E-6</c:v>
                </c:pt>
                <c:pt idx="30">
                  <c:v>1.4059000000000002E-6</c:v>
                </c:pt>
                <c:pt idx="31">
                  <c:v>1.7936999999999999E-6</c:v>
                </c:pt>
                <c:pt idx="32">
                  <c:v>2.2838000000000001E-6</c:v>
                </c:pt>
                <c:pt idx="33">
                  <c:v>2.9021000000000001E-6</c:v>
                </c:pt>
                <c:pt idx="34">
                  <c:v>3.6806999999999998E-6</c:v>
                </c:pt>
                <c:pt idx="35">
                  <c:v>4.6595E-6</c:v>
                </c:pt>
                <c:pt idx="36">
                  <c:v>5.8880000000000002E-6</c:v>
                </c:pt>
                <c:pt idx="37">
                  <c:v>7.4276000000000007E-6</c:v>
                </c:pt>
                <c:pt idx="38">
                  <c:v>9.3540000000000006E-6</c:v>
                </c:pt>
                <c:pt idx="39">
                  <c:v>1.1761E-5</c:v>
                </c:pt>
                <c:pt idx="40">
                  <c:v>1.4764000000000001E-5</c:v>
                </c:pt>
                <c:pt idx="41">
                  <c:v>1.8505E-5</c:v>
                </c:pt>
                <c:pt idx="42">
                  <c:v>2.3161000000000001E-5</c:v>
                </c:pt>
                <c:pt idx="43">
                  <c:v>2.8946E-5</c:v>
                </c:pt>
                <c:pt idx="44">
                  <c:v>3.6125999999999999E-5</c:v>
                </c:pt>
                <c:pt idx="45">
                  <c:v>4.5026999999999994E-5</c:v>
                </c:pt>
                <c:pt idx="46">
                  <c:v>5.6048000000000003E-5</c:v>
                </c:pt>
                <c:pt idx="47">
                  <c:v>6.9677999999999993E-5</c:v>
                </c:pt>
                <c:pt idx="48">
                  <c:v>8.6518999999999989E-5</c:v>
                </c:pt>
                <c:pt idx="49">
                  <c:v>1.0730000000000001E-4</c:v>
                </c:pt>
                <c:pt idx="50">
                  <c:v>1.3293000000000002E-4</c:v>
                </c:pt>
                <c:pt idx="51">
                  <c:v>1.6449999999999999E-4</c:v>
                </c:pt>
                <c:pt idx="52">
                  <c:v>2.0333999999999999E-4</c:v>
                </c:pt>
                <c:pt idx="53">
                  <c:v>2.5110999999999997E-4</c:v>
                </c:pt>
                <c:pt idx="54">
                  <c:v>3.0979E-4</c:v>
                </c:pt>
                <c:pt idx="55">
                  <c:v>3.8182E-4</c:v>
                </c:pt>
                <c:pt idx="56">
                  <c:v>4.7018E-4</c:v>
                </c:pt>
                <c:pt idx="57">
                  <c:v>5.7848000000000003E-4</c:v>
                </c:pt>
                <c:pt idx="58">
                  <c:v>7.1113000000000003E-4</c:v>
                </c:pt>
                <c:pt idx="59">
                  <c:v>8.7348999999999999E-4</c:v>
                </c:pt>
                <c:pt idx="60">
                  <c:v>1.0721000000000001E-3</c:v>
                </c:pt>
                <c:pt idx="61">
                  <c:v>1.3148999999999999E-3</c:v>
                </c:pt>
                <c:pt idx="62">
                  <c:v>1.6115999999999999E-3</c:v>
                </c:pt>
                <c:pt idx="63">
                  <c:v>1.9738999999999998E-3</c:v>
                </c:pt>
                <c:pt idx="64">
                  <c:v>2.4161E-3</c:v>
                </c:pt>
                <c:pt idx="65">
                  <c:v>2.9554999999999998E-3</c:v>
                </c:pt>
                <c:pt idx="66">
                  <c:v>3.6133000000000003E-3</c:v>
                </c:pt>
                <c:pt idx="67">
                  <c:v>4.4149999999999997E-3</c:v>
                </c:pt>
                <c:pt idx="68">
                  <c:v>5.3917999999999995E-3</c:v>
                </c:pt>
                <c:pt idx="69">
                  <c:v>6.5811999999999997E-3</c:v>
                </c:pt>
                <c:pt idx="70">
                  <c:v>8.0291000000000008E-3</c:v>
                </c:pt>
                <c:pt idx="71">
                  <c:v>9.7907999999999988E-3</c:v>
                </c:pt>
                <c:pt idx="72">
                  <c:v>1.1933000000000001E-2</c:v>
                </c:pt>
                <c:pt idx="73">
                  <c:v>1.4538000000000001E-2</c:v>
                </c:pt>
                <c:pt idx="74">
                  <c:v>1.7703E-2</c:v>
                </c:pt>
                <c:pt idx="75">
                  <c:v>2.1545000000000002E-2</c:v>
                </c:pt>
                <c:pt idx="76">
                  <c:v>2.6207000000000001E-2</c:v>
                </c:pt>
                <c:pt idx="77">
                  <c:v>3.1853999999999993E-2</c:v>
                </c:pt>
                <c:pt idx="78">
                  <c:v>3.8688E-2</c:v>
                </c:pt>
                <c:pt idx="79">
                  <c:v>4.6956999999999999E-2</c:v>
                </c:pt>
                <c:pt idx="80">
                  <c:v>5.6932999999999997E-2</c:v>
                </c:pt>
                <c:pt idx="81">
                  <c:v>6.8779000000000007E-2</c:v>
                </c:pt>
                <c:pt idx="82">
                  <c:v>8.2294999999999993E-2</c:v>
                </c:pt>
                <c:pt idx="83">
                  <c:v>9.6440000000000012E-2</c:v>
                </c:pt>
                <c:pt idx="84">
                  <c:v>0.11084000000000001</c:v>
                </c:pt>
                <c:pt idx="85">
                  <c:v>0.12691</c:v>
                </c:pt>
                <c:pt idx="86">
                  <c:v>0.14478000000000002</c:v>
                </c:pt>
                <c:pt idx="87">
                  <c:v>0.16463</c:v>
                </c:pt>
                <c:pt idx="88">
                  <c:v>0.18658</c:v>
                </c:pt>
                <c:pt idx="89">
                  <c:v>0.21076</c:v>
                </c:pt>
                <c:pt idx="90">
                  <c:v>0.23722000000000001</c:v>
                </c:pt>
                <c:pt idx="91">
                  <c:v>0.26599</c:v>
                </c:pt>
                <c:pt idx="92">
                  <c:v>0.29699000000000003</c:v>
                </c:pt>
                <c:pt idx="93">
                  <c:v>0.32997000000000004</c:v>
                </c:pt>
                <c:pt idx="94">
                  <c:v>0.36446999999999996</c:v>
                </c:pt>
                <c:pt idx="95">
                  <c:v>0.39968000000000004</c:v>
                </c:pt>
                <c:pt idx="96">
                  <c:v>0.43425000000000002</c:v>
                </c:pt>
                <c:pt idx="97">
                  <c:v>0.46605000000000002</c:v>
                </c:pt>
                <c:pt idx="98">
                  <c:v>0.49165999999999999</c:v>
                </c:pt>
                <c:pt idx="99">
                  <c:v>0.50642000000000009</c:v>
                </c:pt>
              </c:numCache>
            </c:numRef>
          </c:xVal>
          <c:yVal>
            <c:numRef>
              <c:f>'100cm_1_cm_ALL_NODES_IPHR_1cm'!$Q$102:$Q$201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BD79-4F3C-AABF-14ACB76F02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 dirty="0"/>
              <a:t>Comparison of Na</a:t>
            </a:r>
            <a:r>
              <a:rPr lang="en-US" b="1" baseline="30000" dirty="0"/>
              <a:t>+</a:t>
            </a:r>
            <a:r>
              <a:rPr lang="en-US" b="1" dirty="0"/>
              <a:t> Concentrations after 4 Days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Na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'100cm_1_cm_ALL_NODES_IPHR_1cm'!$K$402:$K$501</c:f>
              <c:numCache>
                <c:formatCode>0.00</c:formatCode>
                <c:ptCount val="100"/>
                <c:pt idx="0">
                  <c:v>0</c:v>
                </c:pt>
                <c:pt idx="1">
                  <c:v>3.8319498690000001E-9</c:v>
                </c:pt>
                <c:pt idx="2">
                  <c:v>8.3155597959999995E-9</c:v>
                </c:pt>
                <c:pt idx="3">
                  <c:v>1.4382738560000001E-8</c:v>
                </c:pt>
                <c:pt idx="4">
                  <c:v>2.2504782040000001E-8</c:v>
                </c:pt>
                <c:pt idx="5">
                  <c:v>3.3133368049999999E-8</c:v>
                </c:pt>
                <c:pt idx="6">
                  <c:v>4.6792653310000003E-8</c:v>
                </c:pt>
                <c:pt idx="7">
                  <c:v>6.4118779620000005E-8</c:v>
                </c:pt>
                <c:pt idx="8">
                  <c:v>8.5883939960000005E-8</c:v>
                </c:pt>
                <c:pt idx="9">
                  <c:v>1.130150977E-7</c:v>
                </c:pt>
                <c:pt idx="10">
                  <c:v>1.4661414130000001E-7</c:v>
                </c:pt>
                <c:pt idx="11">
                  <c:v>1.879824083E-7</c:v>
                </c:pt>
                <c:pt idx="12">
                  <c:v>2.3865013079999999E-7</c:v>
                </c:pt>
                <c:pt idx="13">
                  <c:v>3.0041044850000001E-7</c:v>
                </c:pt>
                <c:pt idx="14">
                  <c:v>3.7535880889999999E-7</c:v>
                </c:pt>
                <c:pt idx="15">
                  <c:v>4.65936381E-7</c:v>
                </c:pt>
                <c:pt idx="16">
                  <c:v>5.7497942409999997E-7</c:v>
                </c:pt>
                <c:pt idx="17">
                  <c:v>7.0577459610000002E-7</c:v>
                </c:pt>
                <c:pt idx="18">
                  <c:v>8.6211986170000001E-7</c:v>
                </c:pt>
                <c:pt idx="19">
                  <c:v>1.0483930740000001E-6</c:v>
                </c:pt>
                <c:pt idx="20">
                  <c:v>1.2696275460000001E-6</c:v>
                </c:pt>
                <c:pt idx="21">
                  <c:v>1.5315955580000001E-6</c:v>
                </c:pt>
                <c:pt idx="22">
                  <c:v>1.8409002679999999E-6</c:v>
                </c:pt>
                <c:pt idx="23">
                  <c:v>2.2050755890000001E-6</c:v>
                </c:pt>
                <c:pt idx="24">
                  <c:v>2.6326983969999998E-6</c:v>
                </c:pt>
                <c:pt idx="25">
                  <c:v>3.133508244E-6</c:v>
                </c:pt>
                <c:pt idx="26">
                  <c:v>3.7185352539999998E-6</c:v>
                </c:pt>
                <c:pt idx="27">
                  <c:v>4.4002463260000004E-6</c:v>
                </c:pt>
                <c:pt idx="28">
                  <c:v>5.1926922419999999E-6</c:v>
                </c:pt>
                <c:pt idx="29">
                  <c:v>6.1116734290000004E-6</c:v>
                </c:pt>
                <c:pt idx="30">
                  <c:v>7.1749150270000001E-6</c:v>
                </c:pt>
                <c:pt idx="31">
                  <c:v>8.4022503869999997E-6</c:v>
                </c:pt>
                <c:pt idx="32">
                  <c:v>9.8158179749999998E-6</c:v>
                </c:pt>
                <c:pt idx="33">
                  <c:v>1.1440268280000001E-5</c:v>
                </c:pt>
                <c:pt idx="34">
                  <c:v>1.3302977999999999E-5</c:v>
                </c:pt>
                <c:pt idx="35">
                  <c:v>1.5434276069999999E-5</c:v>
                </c:pt>
                <c:pt idx="36">
                  <c:v>1.7867670979999999E-5</c:v>
                </c:pt>
                <c:pt idx="37">
                  <c:v>2.0640083680000001E-5</c:v>
                </c:pt>
                <c:pt idx="38">
                  <c:v>2.3792093999999999E-5</c:v>
                </c:pt>
                <c:pt idx="39">
                  <c:v>2.7368168959999999E-5</c:v>
                </c:pt>
                <c:pt idx="40">
                  <c:v>3.1416901040000003E-5</c:v>
                </c:pt>
                <c:pt idx="41">
                  <c:v>3.5991230109999999E-5</c:v>
                </c:pt>
                <c:pt idx="42">
                  <c:v>4.1148647140000001E-5</c:v>
                </c:pt>
                <c:pt idx="43">
                  <c:v>4.6951405240000002E-5</c:v>
                </c:pt>
                <c:pt idx="44">
                  <c:v>5.3466650569999998E-5</c:v>
                </c:pt>
                <c:pt idx="45">
                  <c:v>6.0766556999999998E-5</c:v>
                </c:pt>
                <c:pt idx="46">
                  <c:v>6.8928326069999995E-5</c:v>
                </c:pt>
                <c:pt idx="47">
                  <c:v>7.8034041510000005E-5</c:v>
                </c:pt>
                <c:pt idx="48">
                  <c:v>8.8170170779999996E-5</c:v>
                </c:pt>
                <c:pt idx="49">
                  <c:v>9.9425604279999998E-5</c:v>
                </c:pt>
                <c:pt idx="50">
                  <c:v>1.192801792E-4</c:v>
                </c:pt>
                <c:pt idx="51">
                  <c:v>1.4265066420000001E-4</c:v>
                </c:pt>
                <c:pt idx="52">
                  <c:v>1.5989865640000001E-4</c:v>
                </c:pt>
                <c:pt idx="53">
                  <c:v>1.7890434539999999E-4</c:v>
                </c:pt>
                <c:pt idx="54">
                  <c:v>1.9981220250000001E-4</c:v>
                </c:pt>
                <c:pt idx="55">
                  <c:v>2.2276942039999999E-4</c:v>
                </c:pt>
                <c:pt idx="56">
                  <c:v>2.4792819749999999E-4</c:v>
                </c:pt>
                <c:pt idx="57">
                  <c:v>2.7544554909999998E-4</c:v>
                </c:pt>
                <c:pt idx="58">
                  <c:v>3.0548308860000001E-4</c:v>
                </c:pt>
                <c:pt idx="59">
                  <c:v>3.3820612589999997E-4</c:v>
                </c:pt>
                <c:pt idx="60">
                  <c:v>3.737829393E-4</c:v>
                </c:pt>
                <c:pt idx="61">
                  <c:v>4.1238358240000002E-4</c:v>
                </c:pt>
                <c:pt idx="62">
                  <c:v>4.5417880760000002E-4</c:v>
                </c:pt>
                <c:pt idx="63">
                  <c:v>4.9933872650000002E-4</c:v>
                </c:pt>
                <c:pt idx="64">
                  <c:v>5.4803100650000001E-4</c:v>
                </c:pt>
                <c:pt idx="65">
                  <c:v>6.0041877439999999E-4</c:v>
                </c:pt>
                <c:pt idx="66">
                  <c:v>6.5665907459999998E-4</c:v>
                </c:pt>
                <c:pt idx="67">
                  <c:v>7.1689987090000002E-4</c:v>
                </c:pt>
                <c:pt idx="68">
                  <c:v>7.8127713640000005E-4</c:v>
                </c:pt>
                <c:pt idx="69">
                  <c:v>8.4991194309999997E-4</c:v>
                </c:pt>
                <c:pt idx="70">
                  <c:v>9.2290673640000004E-4</c:v>
                </c:pt>
                <c:pt idx="71">
                  <c:v>1.0003403289999999E-3</c:v>
                </c:pt>
                <c:pt idx="72">
                  <c:v>1.0822638869999999E-3</c:v>
                </c:pt>
                <c:pt idx="73">
                  <c:v>1.1686939980000001E-3</c:v>
                </c:pt>
                <c:pt idx="74">
                  <c:v>1.259607729E-3</c:v>
                </c:pt>
                <c:pt idx="75">
                  <c:v>1.354934415E-3</c:v>
                </c:pt>
                <c:pt idx="76">
                  <c:v>1.454552286E-3</c:v>
                </c:pt>
                <c:pt idx="77">
                  <c:v>1.5582866040000001E-3</c:v>
                </c:pt>
                <c:pt idx="78">
                  <c:v>1.665930147E-3</c:v>
                </c:pt>
                <c:pt idx="79">
                  <c:v>1.777362544E-3</c:v>
                </c:pt>
                <c:pt idx="80">
                  <c:v>1.893230015E-3</c:v>
                </c:pt>
                <c:pt idx="81">
                  <c:v>2.0149862390000002E-3</c:v>
                </c:pt>
                <c:pt idx="82">
                  <c:v>2.1442107390000002E-3</c:v>
                </c:pt>
                <c:pt idx="83">
                  <c:v>2.282630187E-3</c:v>
                </c:pt>
                <c:pt idx="84">
                  <c:v>2.4321265520000001E-3</c:v>
                </c:pt>
                <c:pt idx="85">
                  <c:v>2.594705671E-3</c:v>
                </c:pt>
                <c:pt idx="86">
                  <c:v>2.7724348469999999E-3</c:v>
                </c:pt>
                <c:pt idx="87">
                  <c:v>2.9673369139999999E-3</c:v>
                </c:pt>
                <c:pt idx="88">
                  <c:v>3.1812295780000001E-3</c:v>
                </c:pt>
                <c:pt idx="89">
                  <c:v>3.4154818860000001E-3</c:v>
                </c:pt>
                <c:pt idx="90">
                  <c:v>3.6706724199999999E-3</c:v>
                </c:pt>
                <c:pt idx="91">
                  <c:v>3.9461231789999999E-3</c:v>
                </c:pt>
                <c:pt idx="92">
                  <c:v>4.2394488120000001E-3</c:v>
                </c:pt>
                <c:pt idx="93">
                  <c:v>4.5456127259999998E-3</c:v>
                </c:pt>
                <c:pt idx="94">
                  <c:v>4.8555112439999997E-3</c:v>
                </c:pt>
                <c:pt idx="95">
                  <c:v>5.1539982670000001E-3</c:v>
                </c:pt>
                <c:pt idx="96">
                  <c:v>5.4171262309999999E-3</c:v>
                </c:pt>
                <c:pt idx="97">
                  <c:v>5.608342122E-3</c:v>
                </c:pt>
                <c:pt idx="98">
                  <c:v>5.6732525119999998E-3</c:v>
                </c:pt>
                <c:pt idx="99">
                  <c:v>5.5325343270000004E-3</c:v>
                </c:pt>
              </c:numCache>
            </c:numRef>
          </c:xVal>
          <c:yVal>
            <c:numRef>
              <c:f>'100cm_1_cm_ALL_NODES_IPHR_1cm'!$H$202:$H$301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8D2-4205-9062-5D90D9266FE4}"/>
            </c:ext>
          </c:extLst>
        </c:ser>
        <c:ser>
          <c:idx val="1"/>
          <c:order val="1"/>
          <c:tx>
            <c:v>Na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'100cm_1_cm_ALL_NODES_IPHR_1cm'!$V$402:$V$501</c:f>
              <c:numCache>
                <c:formatCode>0.00000</c:formatCode>
                <c:ptCount val="100"/>
                <c:pt idx="0">
                  <c:v>7.1467999999999991E-14</c:v>
                </c:pt>
                <c:pt idx="1">
                  <c:v>1.7605999999999998E-13</c:v>
                </c:pt>
                <c:pt idx="2">
                  <c:v>3.3974000000000002E-13</c:v>
                </c:pt>
                <c:pt idx="3">
                  <c:v>5.8473999999999999E-13</c:v>
                </c:pt>
                <c:pt idx="4">
                  <c:v>9.3919999999999988E-13</c:v>
                </c:pt>
                <c:pt idx="5">
                  <c:v>1.4437E-12</c:v>
                </c:pt>
                <c:pt idx="6">
                  <c:v>2.1536E-12</c:v>
                </c:pt>
                <c:pt idx="7">
                  <c:v>3.1426E-12</c:v>
                </c:pt>
                <c:pt idx="8">
                  <c:v>4.5083000000000001E-12</c:v>
                </c:pt>
                <c:pt idx="9">
                  <c:v>6.3799000000000003E-12</c:v>
                </c:pt>
                <c:pt idx="10">
                  <c:v>8.9280000000000007E-12</c:v>
                </c:pt>
                <c:pt idx="11">
                  <c:v>1.2377E-11</c:v>
                </c:pt>
                <c:pt idx="12">
                  <c:v>1.702E-11</c:v>
                </c:pt>
                <c:pt idx="13">
                  <c:v>2.3242999999999999E-11</c:v>
                </c:pt>
                <c:pt idx="14">
                  <c:v>3.1544999999999999E-11</c:v>
                </c:pt>
                <c:pt idx="15">
                  <c:v>4.2578999999999995E-11</c:v>
                </c:pt>
                <c:pt idx="16">
                  <c:v>5.7189999999999992E-11</c:v>
                </c:pt>
                <c:pt idx="17">
                  <c:v>7.6472E-11</c:v>
                </c:pt>
                <c:pt idx="18">
                  <c:v>1.0183999999999999E-10</c:v>
                </c:pt>
                <c:pt idx="19">
                  <c:v>1.3510999999999999E-10</c:v>
                </c:pt>
                <c:pt idx="20">
                  <c:v>1.7862E-10</c:v>
                </c:pt>
                <c:pt idx="21">
                  <c:v>2.3539E-10</c:v>
                </c:pt>
                <c:pt idx="22">
                  <c:v>3.0925000000000004E-10</c:v>
                </c:pt>
                <c:pt idx="23">
                  <c:v>4.0513999999999996E-10</c:v>
                </c:pt>
                <c:pt idx="24">
                  <c:v>5.2933000000000007E-10</c:v>
                </c:pt>
                <c:pt idx="25">
                  <c:v>6.8980999999999992E-10</c:v>
                </c:pt>
                <c:pt idx="26">
                  <c:v>8.9678999999999996E-10</c:v>
                </c:pt>
                <c:pt idx="27">
                  <c:v>1.1631999999999999E-9</c:v>
                </c:pt>
                <c:pt idx="28">
                  <c:v>1.5053E-9</c:v>
                </c:pt>
                <c:pt idx="29">
                  <c:v>1.9441000000000003E-9</c:v>
                </c:pt>
                <c:pt idx="30">
                  <c:v>2.5056000000000001E-9</c:v>
                </c:pt>
                <c:pt idx="31">
                  <c:v>3.2229000000000001E-9</c:v>
                </c:pt>
                <c:pt idx="32">
                  <c:v>4.1378999999999999E-9</c:v>
                </c:pt>
                <c:pt idx="33">
                  <c:v>5.3030000000000004E-9</c:v>
                </c:pt>
                <c:pt idx="34">
                  <c:v>6.7841999999999998E-9</c:v>
                </c:pt>
                <c:pt idx="35">
                  <c:v>8.6643999999999992E-9</c:v>
                </c:pt>
                <c:pt idx="36">
                  <c:v>1.1047E-8</c:v>
                </c:pt>
                <c:pt idx="37">
                  <c:v>1.4063999999999999E-8</c:v>
                </c:pt>
                <c:pt idx="38">
                  <c:v>1.7875E-8</c:v>
                </c:pt>
                <c:pt idx="39">
                  <c:v>2.2685999999999999E-8</c:v>
                </c:pt>
                <c:pt idx="40">
                  <c:v>2.8748999999999998E-8</c:v>
                </c:pt>
                <c:pt idx="41">
                  <c:v>3.6381E-8</c:v>
                </c:pt>
                <c:pt idx="42">
                  <c:v>4.5975E-8</c:v>
                </c:pt>
                <c:pt idx="43">
                  <c:v>5.8021000000000001E-8</c:v>
                </c:pt>
                <c:pt idx="44">
                  <c:v>7.3126000000000002E-8</c:v>
                </c:pt>
                <c:pt idx="45">
                  <c:v>9.2046000000000002E-8</c:v>
                </c:pt>
                <c:pt idx="46">
                  <c:v>1.1571E-7</c:v>
                </c:pt>
                <c:pt idx="47">
                  <c:v>1.4529E-7</c:v>
                </c:pt>
                <c:pt idx="48">
                  <c:v>1.8221000000000001E-7</c:v>
                </c:pt>
                <c:pt idx="49">
                  <c:v>2.2825E-7</c:v>
                </c:pt>
                <c:pt idx="50">
                  <c:v>2.8559999999999996E-7</c:v>
                </c:pt>
                <c:pt idx="51">
                  <c:v>3.5694999999999998E-7</c:v>
                </c:pt>
                <c:pt idx="52">
                  <c:v>4.4565999999999998E-7</c:v>
                </c:pt>
                <c:pt idx="53">
                  <c:v>5.5581E-7</c:v>
                </c:pt>
                <c:pt idx="54">
                  <c:v>6.9248999999999998E-7</c:v>
                </c:pt>
                <c:pt idx="55">
                  <c:v>8.6191000000000002E-7</c:v>
                </c:pt>
                <c:pt idx="56">
                  <c:v>1.0716999999999998E-6</c:v>
                </c:pt>
                <c:pt idx="57">
                  <c:v>1.3312999999999999E-6</c:v>
                </c:pt>
                <c:pt idx="58">
                  <c:v>1.6523E-6</c:v>
                </c:pt>
                <c:pt idx="59">
                  <c:v>2.0488000000000002E-6</c:v>
                </c:pt>
                <c:pt idx="60">
                  <c:v>2.5382000000000001E-6</c:v>
                </c:pt>
                <c:pt idx="61">
                  <c:v>3.1416999999999999E-6</c:v>
                </c:pt>
                <c:pt idx="62">
                  <c:v>3.8855999999999997E-6</c:v>
                </c:pt>
                <c:pt idx="63">
                  <c:v>4.8014999999999997E-6</c:v>
                </c:pt>
                <c:pt idx="64">
                  <c:v>5.9286999999999997E-6</c:v>
                </c:pt>
                <c:pt idx="65">
                  <c:v>7.3146999999999996E-6</c:v>
                </c:pt>
                <c:pt idx="66">
                  <c:v>9.0178999999999988E-6</c:v>
                </c:pt>
                <c:pt idx="67">
                  <c:v>1.1109E-5</c:v>
                </c:pt>
                <c:pt idx="68">
                  <c:v>1.3675999999999999E-5</c:v>
                </c:pt>
                <c:pt idx="69">
                  <c:v>1.6823000000000001E-5</c:v>
                </c:pt>
                <c:pt idx="70">
                  <c:v>2.0680000000000002E-5</c:v>
                </c:pt>
                <c:pt idx="71">
                  <c:v>2.5403000000000001E-5</c:v>
                </c:pt>
                <c:pt idx="72">
                  <c:v>3.1183000000000003E-5</c:v>
                </c:pt>
                <c:pt idx="73">
                  <c:v>3.8251999999999999E-5</c:v>
                </c:pt>
                <c:pt idx="74">
                  <c:v>4.689E-5</c:v>
                </c:pt>
                <c:pt idx="75">
                  <c:v>5.7435999999999997E-5</c:v>
                </c:pt>
                <c:pt idx="76">
                  <c:v>7.0302000000000006E-5</c:v>
                </c:pt>
                <c:pt idx="77">
                  <c:v>8.5982999999999993E-5</c:v>
                </c:pt>
                <c:pt idx="78">
                  <c:v>1.0507E-4</c:v>
                </c:pt>
                <c:pt idx="79">
                  <c:v>1.2828999999999998E-4</c:v>
                </c:pt>
                <c:pt idx="80">
                  <c:v>1.5648000000000002E-4</c:v>
                </c:pt>
                <c:pt idx="81">
                  <c:v>1.9066999999999999E-4</c:v>
                </c:pt>
                <c:pt idx="82">
                  <c:v>2.3204000000000001E-4</c:v>
                </c:pt>
                <c:pt idx="83">
                  <c:v>2.8198999999999998E-4</c:v>
                </c:pt>
                <c:pt idx="84">
                  <c:v>3.4215999999999999E-4</c:v>
                </c:pt>
                <c:pt idx="85">
                  <c:v>4.1441000000000004E-4</c:v>
                </c:pt>
                <c:pt idx="86">
                  <c:v>5.0085000000000006E-4</c:v>
                </c:pt>
                <c:pt idx="87">
                  <c:v>6.0378000000000005E-4</c:v>
                </c:pt>
                <c:pt idx="88">
                  <c:v>7.2570000000000002E-4</c:v>
                </c:pt>
                <c:pt idx="89">
                  <c:v>8.6916000000000001E-4</c:v>
                </c:pt>
                <c:pt idx="90">
                  <c:v>1.0365999999999999E-3</c:v>
                </c:pt>
                <c:pt idx="91">
                  <c:v>1.2300000000000002E-3</c:v>
                </c:pt>
                <c:pt idx="92">
                  <c:v>1.4505E-3</c:v>
                </c:pt>
                <c:pt idx="93">
                  <c:v>1.6977000000000001E-3</c:v>
                </c:pt>
                <c:pt idx="94">
                  <c:v>1.9688000000000002E-3</c:v>
                </c:pt>
                <c:pt idx="95">
                  <c:v>2.2570000000000003E-3</c:v>
                </c:pt>
                <c:pt idx="96">
                  <c:v>2.5498000000000001E-3</c:v>
                </c:pt>
                <c:pt idx="97">
                  <c:v>2.8244999999999998E-3</c:v>
                </c:pt>
                <c:pt idx="98">
                  <c:v>3.0458999999999998E-3</c:v>
                </c:pt>
                <c:pt idx="99">
                  <c:v>3.1717999999999998E-3</c:v>
                </c:pt>
              </c:numCache>
            </c:numRef>
          </c:xVal>
          <c:yVal>
            <c:numRef>
              <c:f>'100cm_1_cm_ALL_NODES_IPHR_1cm'!$Q$102:$Q$201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8D2-4205-9062-5D90D9266F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/>
              <a:t>Comparison of Ca2+ Concentrations after 1 Day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Ca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'100cm_1_cm_ALL_NODES_IPHR_1cm'!$I$102:$I$201</c:f>
              <c:numCache>
                <c:formatCode>0.00</c:formatCode>
                <c:ptCount val="100"/>
                <c:pt idx="0">
                  <c:v>0.5988023281</c:v>
                </c:pt>
                <c:pt idx="1">
                  <c:v>0.59869015219999999</c:v>
                </c:pt>
                <c:pt idx="2">
                  <c:v>0.59853827950000005</c:v>
                </c:pt>
                <c:pt idx="3">
                  <c:v>0.59833610059999998</c:v>
                </c:pt>
                <c:pt idx="4">
                  <c:v>0.59807026389999995</c:v>
                </c:pt>
                <c:pt idx="5">
                  <c:v>0.59772390129999997</c:v>
                </c:pt>
                <c:pt idx="6">
                  <c:v>0.59727555509999997</c:v>
                </c:pt>
                <c:pt idx="7">
                  <c:v>0.59669840340000002</c:v>
                </c:pt>
                <c:pt idx="8">
                  <c:v>0.59595870969999998</c:v>
                </c:pt>
                <c:pt idx="9">
                  <c:v>0.59501361850000001</c:v>
                </c:pt>
                <c:pt idx="10">
                  <c:v>0.59380984309999996</c:v>
                </c:pt>
                <c:pt idx="11">
                  <c:v>0.59228044749999997</c:v>
                </c:pt>
                <c:pt idx="12">
                  <c:v>0.5903418064</c:v>
                </c:pt>
                <c:pt idx="13">
                  <c:v>0.58788967130000003</c:v>
                </c:pt>
                <c:pt idx="14">
                  <c:v>0.58479458090000003</c:v>
                </c:pt>
                <c:pt idx="15">
                  <c:v>0.58089590069999997</c:v>
                </c:pt>
                <c:pt idx="16">
                  <c:v>0.57599467039999996</c:v>
                </c:pt>
                <c:pt idx="17">
                  <c:v>0.56984537840000005</c:v>
                </c:pt>
                <c:pt idx="18">
                  <c:v>0.56214535239999996</c:v>
                </c:pt>
                <c:pt idx="19">
                  <c:v>0.55252236129999999</c:v>
                </c:pt>
                <c:pt idx="20">
                  <c:v>0.54051953549999998</c:v>
                </c:pt>
                <c:pt idx="21">
                  <c:v>0.52557748559999995</c:v>
                </c:pt>
                <c:pt idx="22">
                  <c:v>0.50701290369999996</c:v>
                </c:pt>
                <c:pt idx="23">
                  <c:v>0.48399472240000002</c:v>
                </c:pt>
                <c:pt idx="24">
                  <c:v>0.455516696</c:v>
                </c:pt>
                <c:pt idx="25">
                  <c:v>0.42036971449999999</c:v>
                </c:pt>
                <c:pt idx="26">
                  <c:v>0.37711089850000001</c:v>
                </c:pt>
                <c:pt idx="27">
                  <c:v>0.32401061060000003</c:v>
                </c:pt>
                <c:pt idx="28">
                  <c:v>0.25890332459999998</c:v>
                </c:pt>
                <c:pt idx="29">
                  <c:v>0.17874823510000001</c:v>
                </c:pt>
                <c:pt idx="30">
                  <c:v>6.640644372E-2</c:v>
                </c:pt>
                <c:pt idx="31">
                  <c:v>4.0239174850000003E-3</c:v>
                </c:pt>
                <c:pt idx="32">
                  <c:v>7.2330556579999999E-4</c:v>
                </c:pt>
                <c:pt idx="33">
                  <c:v>2.076485107E-4</c:v>
                </c:pt>
                <c:pt idx="34">
                  <c:v>6.8984074460000003E-5</c:v>
                </c:pt>
                <c:pt idx="35">
                  <c:v>2.418436088E-5</c:v>
                </c:pt>
                <c:pt idx="36">
                  <c:v>8.6709233070000002E-6</c:v>
                </c:pt>
                <c:pt idx="37">
                  <c:v>3.1466081510000001E-6</c:v>
                </c:pt>
                <c:pt idx="38">
                  <c:v>1.153544758E-6</c:v>
                </c:pt>
                <c:pt idx="39">
                  <c:v>4.2788505539999999E-7</c:v>
                </c:pt>
                <c:pt idx="40">
                  <c:v>1.6100658230000001E-7</c:v>
                </c:pt>
                <c:pt idx="41">
                  <c:v>6.1589197739999994E-8</c:v>
                </c:pt>
                <c:pt idx="42">
                  <c:v>2.397192311E-8</c:v>
                </c:pt>
                <c:pt idx="43">
                  <c:v>9.4895877819999992E-9</c:v>
                </c:pt>
                <c:pt idx="44">
                  <c:v>3.8149536860000003E-9</c:v>
                </c:pt>
                <c:pt idx="45">
                  <c:v>1.554236961E-9</c:v>
                </c:pt>
                <c:pt idx="46">
                  <c:v>6.4021538070000003E-10</c:v>
                </c:pt>
                <c:pt idx="47">
                  <c:v>2.6598387379999998E-10</c:v>
                </c:pt>
                <c:pt idx="48">
                  <c:v>1.10990897E-10</c:v>
                </c:pt>
                <c:pt idx="49">
                  <c:v>4.5512753290000003E-11</c:v>
                </c:pt>
                <c:pt idx="50">
                  <c:v>1.343288588E-11</c:v>
                </c:pt>
                <c:pt idx="51">
                  <c:v>4.0785287470000002E-12</c:v>
                </c:pt>
                <c:pt idx="52">
                  <c:v>1.732225799E-12</c:v>
                </c:pt>
                <c:pt idx="53">
                  <c:v>7.3663324789999999E-13</c:v>
                </c:pt>
                <c:pt idx="54">
                  <c:v>3.1353703809999998E-13</c:v>
                </c:pt>
                <c:pt idx="55">
                  <c:v>1.335371429E-13</c:v>
                </c:pt>
                <c:pt idx="56">
                  <c:v>5.6899194289999994E-14</c:v>
                </c:pt>
                <c:pt idx="57">
                  <c:v>2.4251493489999999E-14</c:v>
                </c:pt>
                <c:pt idx="58">
                  <c:v>1.033840389E-14</c:v>
                </c:pt>
                <c:pt idx="59">
                  <c:v>4.4077595579999999E-15</c:v>
                </c:pt>
                <c:pt idx="60">
                  <c:v>1.8793520219999999E-15</c:v>
                </c:pt>
                <c:pt idx="61">
                  <c:v>8.0133107280000001E-16</c:v>
                </c:pt>
                <c:pt idx="62">
                  <c:v>3.4166868579999999E-16</c:v>
                </c:pt>
                <c:pt idx="63">
                  <c:v>1.4567657760000001E-16</c:v>
                </c:pt>
                <c:pt idx="64">
                  <c:v>6.2110993730000003E-17</c:v>
                </c:pt>
                <c:pt idx="65">
                  <c:v>2.648208639E-17</c:v>
                </c:pt>
                <c:pt idx="66">
                  <c:v>1.1292252E-17</c:v>
                </c:pt>
                <c:pt idx="67">
                  <c:v>4.8152913150000002E-18</c:v>
                </c:pt>
                <c:pt idx="68">
                  <c:v>2.0476173639999999E-18</c:v>
                </c:pt>
                <c:pt idx="69">
                  <c:v>8.6306567209999998E-19</c:v>
                </c:pt>
                <c:pt idx="70">
                  <c:v>3.6576249060000002E-19</c:v>
                </c:pt>
                <c:pt idx="71">
                  <c:v>1.5253453480000001E-19</c:v>
                </c:pt>
                <c:pt idx="72">
                  <c:v>5.8871691430000003E-20</c:v>
                </c:pt>
                <c:pt idx="73">
                  <c:v>1.9083454170000001E-20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xVal>
          <c:yVal>
            <c:numRef>
              <c:f>'100cm_1_cm_ALL_NODES_IPHR_1cm'!$H$102:$H$201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354-4C34-8F3A-50697071F697}"/>
            </c:ext>
          </c:extLst>
        </c:ser>
        <c:ser>
          <c:idx val="1"/>
          <c:order val="1"/>
          <c:tx>
            <c:v>Ca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'100cm_1_cm_ALL_NODES_IPHR_1cm'!$T$102:$T$201</c:f>
              <c:numCache>
                <c:formatCode>0.00000</c:formatCode>
                <c:ptCount val="100"/>
                <c:pt idx="0">
                  <c:v>0.59995999999999994</c:v>
                </c:pt>
                <c:pt idx="1">
                  <c:v>0.59989999999999999</c:v>
                </c:pt>
                <c:pt idx="2">
                  <c:v>0.5998</c:v>
                </c:pt>
                <c:pt idx="3">
                  <c:v>0.59966999999999993</c:v>
                </c:pt>
                <c:pt idx="4">
                  <c:v>0.59946999999999995</c:v>
                </c:pt>
                <c:pt idx="5">
                  <c:v>0.59919</c:v>
                </c:pt>
                <c:pt idx="6">
                  <c:v>0.59880999999999995</c:v>
                </c:pt>
                <c:pt idx="7">
                  <c:v>0.59829999999999994</c:v>
                </c:pt>
                <c:pt idx="8">
                  <c:v>0.59761000000000009</c:v>
                </c:pt>
                <c:pt idx="9">
                  <c:v>0.59667999999999999</c:v>
                </c:pt>
                <c:pt idx="10">
                  <c:v>0.59544999999999992</c:v>
                </c:pt>
                <c:pt idx="11">
                  <c:v>0.59384000000000003</c:v>
                </c:pt>
                <c:pt idx="12">
                  <c:v>0.59174000000000004</c:v>
                </c:pt>
                <c:pt idx="13">
                  <c:v>0.58899999999999997</c:v>
                </c:pt>
                <c:pt idx="14">
                  <c:v>0.58548</c:v>
                </c:pt>
                <c:pt idx="15">
                  <c:v>0.58094999999999997</c:v>
                </c:pt>
                <c:pt idx="16">
                  <c:v>0.57516999999999996</c:v>
                </c:pt>
                <c:pt idx="17">
                  <c:v>0.56780000000000008</c:v>
                </c:pt>
                <c:pt idx="18">
                  <c:v>0.55845999999999996</c:v>
                </c:pt>
                <c:pt idx="19">
                  <c:v>0.54666999999999999</c:v>
                </c:pt>
                <c:pt idx="20">
                  <c:v>0.53182999999999991</c:v>
                </c:pt>
                <c:pt idx="21">
                  <c:v>0.51322000000000001</c:v>
                </c:pt>
                <c:pt idx="22">
                  <c:v>0.48996000000000001</c:v>
                </c:pt>
                <c:pt idx="23">
                  <c:v>0.46098</c:v>
                </c:pt>
                <c:pt idx="24">
                  <c:v>0.42502000000000001</c:v>
                </c:pt>
                <c:pt idx="25">
                  <c:v>0.38057000000000002</c:v>
                </c:pt>
                <c:pt idx="26">
                  <c:v>0.3261</c:v>
                </c:pt>
                <c:pt idx="27">
                  <c:v>0.26038</c:v>
                </c:pt>
                <c:pt idx="28">
                  <c:v>0.18323</c:v>
                </c:pt>
                <c:pt idx="29">
                  <c:v>9.6359E-2</c:v>
                </c:pt>
                <c:pt idx="30">
                  <c:v>4.3954000000000007E-3</c:v>
                </c:pt>
                <c:pt idx="31">
                  <c:v>1.9619999999999998E-5</c:v>
                </c:pt>
                <c:pt idx="32">
                  <c:v>7.1159999999999997E-8</c:v>
                </c:pt>
                <c:pt idx="33">
                  <c:v>2.1939E-10</c:v>
                </c:pt>
                <c:pt idx="34">
                  <c:v>5.7075999999999998E-13</c:v>
                </c:pt>
                <c:pt idx="35">
                  <c:v>1.2484999999999999E-15</c:v>
                </c:pt>
                <c:pt idx="36">
                  <c:v>2.2858999999999999E-18</c:v>
                </c:pt>
                <c:pt idx="37">
                  <c:v>3.5393999999999998E-21</c:v>
                </c:pt>
                <c:pt idx="38">
                  <c:v>4.1263000000000003E-24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xVal>
          <c:yVal>
            <c:numRef>
              <c:f>'100cm_1_cm_ALL_NODES_IPHR_1cm'!$Q$102:$Q$201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F354-4C34-8F3A-50697071F6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0.60000000000000009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 sz="900"/>
                </a:pPr>
                <a:r>
                  <a:rPr lang="en-US" sz="900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/>
              <a:t>Comparison of Ca2+ Concentrations after 2 Days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Ca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'100cm_1_cm_ALL_NODES_IPHR_1cm'!$I$202:$I$301</c:f>
              <c:numCache>
                <c:formatCode>0.00</c:formatCode>
                <c:ptCount val="100"/>
                <c:pt idx="0">
                  <c:v>0.5988023281</c:v>
                </c:pt>
                <c:pt idx="1">
                  <c:v>0.59879612920000003</c:v>
                </c:pt>
                <c:pt idx="2">
                  <c:v>0.59878844019999999</c:v>
                </c:pt>
                <c:pt idx="3">
                  <c:v>0.59877920149999997</c:v>
                </c:pt>
                <c:pt idx="4">
                  <c:v>0.59876811500000005</c:v>
                </c:pt>
                <c:pt idx="5">
                  <c:v>0.59875506160000003</c:v>
                </c:pt>
                <c:pt idx="6">
                  <c:v>0.59873968359999996</c:v>
                </c:pt>
                <c:pt idx="7">
                  <c:v>0.5987217426</c:v>
                </c:pt>
                <c:pt idx="8">
                  <c:v>0.59870094060000001</c:v>
                </c:pt>
                <c:pt idx="9">
                  <c:v>0.59867703910000003</c:v>
                </c:pt>
                <c:pt idx="10">
                  <c:v>0.59864944220000005</c:v>
                </c:pt>
                <c:pt idx="11">
                  <c:v>0.59861797090000002</c:v>
                </c:pt>
                <c:pt idx="12">
                  <c:v>0.59858208889999998</c:v>
                </c:pt>
                <c:pt idx="13">
                  <c:v>0.59854125979999995</c:v>
                </c:pt>
                <c:pt idx="14">
                  <c:v>0.59849494700000005</c:v>
                </c:pt>
                <c:pt idx="15">
                  <c:v>0.59844237570000003</c:v>
                </c:pt>
                <c:pt idx="16">
                  <c:v>0.59838289020000002</c:v>
                </c:pt>
                <c:pt idx="17">
                  <c:v>0.59831547740000002</c:v>
                </c:pt>
                <c:pt idx="18">
                  <c:v>0.59823882579999998</c:v>
                </c:pt>
                <c:pt idx="19">
                  <c:v>0.59815168379999994</c:v>
                </c:pt>
                <c:pt idx="20">
                  <c:v>0.59805232289999999</c:v>
                </c:pt>
                <c:pt idx="21">
                  <c:v>0.59793859719999998</c:v>
                </c:pt>
                <c:pt idx="22">
                  <c:v>0.59780800339999995</c:v>
                </c:pt>
                <c:pt idx="23">
                  <c:v>0.59765732289999995</c:v>
                </c:pt>
                <c:pt idx="24">
                  <c:v>0.59748256209999995</c:v>
                </c:pt>
                <c:pt idx="25">
                  <c:v>0.59727925059999998</c:v>
                </c:pt>
                <c:pt idx="26">
                  <c:v>0.59704113010000004</c:v>
                </c:pt>
                <c:pt idx="27">
                  <c:v>0.59676092859999996</c:v>
                </c:pt>
                <c:pt idx="28">
                  <c:v>0.59642946720000001</c:v>
                </c:pt>
                <c:pt idx="29">
                  <c:v>0.59603548049999999</c:v>
                </c:pt>
                <c:pt idx="30">
                  <c:v>0.59556490179999999</c:v>
                </c:pt>
                <c:pt idx="31">
                  <c:v>0.5950004458</c:v>
                </c:pt>
                <c:pt idx="32">
                  <c:v>0.59432071450000001</c:v>
                </c:pt>
                <c:pt idx="33">
                  <c:v>0.59349912410000005</c:v>
                </c:pt>
                <c:pt idx="34">
                  <c:v>0.59250277279999997</c:v>
                </c:pt>
                <c:pt idx="35">
                  <c:v>0.59129124879999995</c:v>
                </c:pt>
                <c:pt idx="36">
                  <c:v>0.58981424569999996</c:v>
                </c:pt>
                <c:pt idx="37">
                  <c:v>0.58800953629999997</c:v>
                </c:pt>
                <c:pt idx="38">
                  <c:v>0.5857999921</c:v>
                </c:pt>
                <c:pt idx="39">
                  <c:v>0.58309042450000004</c:v>
                </c:pt>
                <c:pt idx="40">
                  <c:v>0.57976269719999995</c:v>
                </c:pt>
                <c:pt idx="41">
                  <c:v>0.57567054029999998</c:v>
                </c:pt>
                <c:pt idx="42">
                  <c:v>0.57063299420000002</c:v>
                </c:pt>
                <c:pt idx="43">
                  <c:v>0.56442666050000001</c:v>
                </c:pt>
                <c:pt idx="44">
                  <c:v>0.55677604680000004</c:v>
                </c:pt>
                <c:pt idx="45">
                  <c:v>0.54734236000000003</c:v>
                </c:pt>
                <c:pt idx="46">
                  <c:v>0.53571069240000002</c:v>
                </c:pt>
                <c:pt idx="47">
                  <c:v>0.52137494090000003</c:v>
                </c:pt>
                <c:pt idx="48">
                  <c:v>0.50372058149999999</c:v>
                </c:pt>
                <c:pt idx="49">
                  <c:v>0.48200601339999999</c:v>
                </c:pt>
                <c:pt idx="50">
                  <c:v>0.43985959889999998</c:v>
                </c:pt>
                <c:pt idx="51">
                  <c:v>0.38291281459999998</c:v>
                </c:pt>
                <c:pt idx="52">
                  <c:v>0.33431366089999998</c:v>
                </c:pt>
                <c:pt idx="53">
                  <c:v>0.27497330310000001</c:v>
                </c:pt>
                <c:pt idx="54">
                  <c:v>0.2026152313</c:v>
                </c:pt>
                <c:pt idx="55">
                  <c:v>0.1125651374</c:v>
                </c:pt>
                <c:pt idx="56">
                  <c:v>1.304165926E-2</c:v>
                </c:pt>
                <c:pt idx="57">
                  <c:v>1.7957916720000001E-3</c:v>
                </c:pt>
                <c:pt idx="58">
                  <c:v>4.9601716460000004E-4</c:v>
                </c:pt>
                <c:pt idx="59">
                  <c:v>1.7016057970000001E-4</c:v>
                </c:pt>
                <c:pt idx="60">
                  <c:v>6.3137529649999995E-5</c:v>
                </c:pt>
                <c:pt idx="61">
                  <c:v>2.415349991E-5</c:v>
                </c:pt>
                <c:pt idx="62">
                  <c:v>9.3449634729999994E-6</c:v>
                </c:pt>
                <c:pt idx="63">
                  <c:v>3.6250733049999999E-6</c:v>
                </c:pt>
                <c:pt idx="64">
                  <c:v>1.4038852210000001E-6</c:v>
                </c:pt>
                <c:pt idx="65">
                  <c:v>5.4157476369999996E-7</c:v>
                </c:pt>
                <c:pt idx="66">
                  <c:v>2.0790564289999999E-7</c:v>
                </c:pt>
                <c:pt idx="67">
                  <c:v>7.9420608759999995E-8</c:v>
                </c:pt>
                <c:pt idx="68">
                  <c:v>3.0214465599999998E-8</c:v>
                </c:pt>
                <c:pt idx="69">
                  <c:v>1.146654682E-8</c:v>
                </c:pt>
                <c:pt idx="70">
                  <c:v>4.3514551960000001E-9</c:v>
                </c:pt>
                <c:pt idx="71">
                  <c:v>1.65613534E-9</c:v>
                </c:pt>
                <c:pt idx="72">
                  <c:v>6.3409538730000002E-10</c:v>
                </c:pt>
                <c:pt idx="73">
                  <c:v>2.449116188E-10</c:v>
                </c:pt>
                <c:pt idx="74">
                  <c:v>9.5618242489999999E-11</c:v>
                </c:pt>
                <c:pt idx="75">
                  <c:v>3.777573393E-11</c:v>
                </c:pt>
                <c:pt idx="76">
                  <c:v>1.5103435859999999E-11</c:v>
                </c:pt>
                <c:pt idx="77">
                  <c:v>6.1072457849999999E-12</c:v>
                </c:pt>
                <c:pt idx="78">
                  <c:v>2.4947114689999998E-12</c:v>
                </c:pt>
                <c:pt idx="79">
                  <c:v>1.028002336E-12</c:v>
                </c:pt>
                <c:pt idx="80">
                  <c:v>4.2671861049999999E-13</c:v>
                </c:pt>
                <c:pt idx="81">
                  <c:v>1.7818698720000001E-13</c:v>
                </c:pt>
                <c:pt idx="82">
                  <c:v>7.4761465740000006E-14</c:v>
                </c:pt>
                <c:pt idx="83">
                  <c:v>3.1485193819999998E-14</c:v>
                </c:pt>
                <c:pt idx="84">
                  <c:v>1.3298368989999999E-14</c:v>
                </c:pt>
                <c:pt idx="85">
                  <c:v>5.6293873200000002E-15</c:v>
                </c:pt>
                <c:pt idx="86">
                  <c:v>2.3870565830000002E-15</c:v>
                </c:pt>
                <c:pt idx="87">
                  <c:v>1.013489003E-15</c:v>
                </c:pt>
                <c:pt idx="88">
                  <c:v>4.3071614779999999E-16</c:v>
                </c:pt>
                <c:pt idx="89">
                  <c:v>1.831782202E-16</c:v>
                </c:pt>
                <c:pt idx="90">
                  <c:v>7.7943402710000006E-17</c:v>
                </c:pt>
                <c:pt idx="91">
                  <c:v>3.3177430200000002E-17</c:v>
                </c:pt>
                <c:pt idx="92">
                  <c:v>1.412683866E-17</c:v>
                </c:pt>
                <c:pt idx="93">
                  <c:v>6.0175722790000001E-18</c:v>
                </c:pt>
                <c:pt idx="94">
                  <c:v>2.5557726119999998E-18</c:v>
                </c:pt>
                <c:pt idx="95">
                  <c:v>1.083402496E-18</c:v>
                </c:pt>
                <c:pt idx="96">
                  <c:v>4.5313600189999996E-19</c:v>
                </c:pt>
                <c:pt idx="97">
                  <c:v>1.8816502949999999E-19</c:v>
                </c:pt>
                <c:pt idx="98">
                  <c:v>8.1815213000000004E-20</c:v>
                </c:pt>
                <c:pt idx="99">
                  <c:v>3.466024092E-20</c:v>
                </c:pt>
              </c:numCache>
            </c:numRef>
          </c:xVal>
          <c:yVal>
            <c:numRef>
              <c:f>'100cm_1_cm_ALL_NODES_IPHR_1cm'!$H$202:$H$301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6C1-4ABD-81E9-9A90A836EB2B}"/>
            </c:ext>
          </c:extLst>
        </c:ser>
        <c:ser>
          <c:idx val="1"/>
          <c:order val="1"/>
          <c:tx>
            <c:v>Ca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'100cm_1_cm_ALL_NODES_IPHR_1cm'!$T$202:$T$301</c:f>
              <c:numCache>
                <c:formatCode>0.00000</c:formatCode>
                <c:ptCount val="100"/>
                <c:pt idx="0">
                  <c:v>0.6</c:v>
                </c:pt>
                <c:pt idx="1">
                  <c:v>0.6</c:v>
                </c:pt>
                <c:pt idx="2">
                  <c:v>0.6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0.59999000000000002</c:v>
                </c:pt>
                <c:pt idx="10">
                  <c:v>0.59999000000000002</c:v>
                </c:pt>
                <c:pt idx="11">
                  <c:v>0.59999000000000002</c:v>
                </c:pt>
                <c:pt idx="12">
                  <c:v>0.59997999999999996</c:v>
                </c:pt>
                <c:pt idx="13">
                  <c:v>0.59997999999999996</c:v>
                </c:pt>
                <c:pt idx="14">
                  <c:v>0.59997</c:v>
                </c:pt>
                <c:pt idx="15">
                  <c:v>0.59995999999999994</c:v>
                </c:pt>
                <c:pt idx="16">
                  <c:v>0.59994999999999998</c:v>
                </c:pt>
                <c:pt idx="17">
                  <c:v>0.59993000000000007</c:v>
                </c:pt>
                <c:pt idx="18">
                  <c:v>0.59991000000000005</c:v>
                </c:pt>
                <c:pt idx="19">
                  <c:v>0.59987999999999997</c:v>
                </c:pt>
                <c:pt idx="20">
                  <c:v>0.59984999999999999</c:v>
                </c:pt>
                <c:pt idx="21">
                  <c:v>0.5998</c:v>
                </c:pt>
                <c:pt idx="22">
                  <c:v>0.59973999999999994</c:v>
                </c:pt>
                <c:pt idx="23">
                  <c:v>0.59965999999999997</c:v>
                </c:pt>
                <c:pt idx="24">
                  <c:v>0.59955999999999998</c:v>
                </c:pt>
                <c:pt idx="25">
                  <c:v>0.59943999999999997</c:v>
                </c:pt>
                <c:pt idx="26">
                  <c:v>0.59928000000000003</c:v>
                </c:pt>
                <c:pt idx="27">
                  <c:v>0.59907999999999995</c:v>
                </c:pt>
                <c:pt idx="28">
                  <c:v>0.59882000000000002</c:v>
                </c:pt>
                <c:pt idx="29">
                  <c:v>0.59849999999999992</c:v>
                </c:pt>
                <c:pt idx="30">
                  <c:v>0.59809000000000001</c:v>
                </c:pt>
                <c:pt idx="31">
                  <c:v>0.59756999999999993</c:v>
                </c:pt>
                <c:pt idx="32">
                  <c:v>0.59692000000000001</c:v>
                </c:pt>
                <c:pt idx="33">
                  <c:v>0.59610999999999992</c:v>
                </c:pt>
                <c:pt idx="34">
                  <c:v>0.59508000000000005</c:v>
                </c:pt>
                <c:pt idx="35">
                  <c:v>0.59378999999999993</c:v>
                </c:pt>
                <c:pt idx="36">
                  <c:v>0.59218000000000004</c:v>
                </c:pt>
                <c:pt idx="37">
                  <c:v>0.59015999999999991</c:v>
                </c:pt>
                <c:pt idx="38">
                  <c:v>0.58762999999999999</c:v>
                </c:pt>
                <c:pt idx="39">
                  <c:v>0.58448</c:v>
                </c:pt>
                <c:pt idx="40">
                  <c:v>0.58054000000000006</c:v>
                </c:pt>
                <c:pt idx="41">
                  <c:v>0.57563000000000009</c:v>
                </c:pt>
                <c:pt idx="42">
                  <c:v>0.56952000000000003</c:v>
                </c:pt>
                <c:pt idx="43">
                  <c:v>0.56192000000000009</c:v>
                </c:pt>
                <c:pt idx="44">
                  <c:v>0.55247000000000002</c:v>
                </c:pt>
                <c:pt idx="45">
                  <c:v>0.54074999999999995</c:v>
                </c:pt>
                <c:pt idx="46">
                  <c:v>0.52621000000000007</c:v>
                </c:pt>
                <c:pt idx="47">
                  <c:v>0.50821000000000005</c:v>
                </c:pt>
                <c:pt idx="48">
                  <c:v>0.48596</c:v>
                </c:pt>
                <c:pt idx="49">
                  <c:v>0.45851000000000003</c:v>
                </c:pt>
                <c:pt idx="50">
                  <c:v>0.42474000000000001</c:v>
                </c:pt>
                <c:pt idx="51">
                  <c:v>0.38340000000000002</c:v>
                </c:pt>
                <c:pt idx="52">
                  <c:v>0.33312000000000003</c:v>
                </c:pt>
                <c:pt idx="53">
                  <c:v>0.27227000000000001</c:v>
                </c:pt>
                <c:pt idx="54">
                  <c:v>0.19902</c:v>
                </c:pt>
                <c:pt idx="55">
                  <c:v>0.11353000000000001</c:v>
                </c:pt>
                <c:pt idx="56">
                  <c:v>2.4892000000000001E-2</c:v>
                </c:pt>
                <c:pt idx="57">
                  <c:v>2.0902E-4</c:v>
                </c:pt>
                <c:pt idx="58">
                  <c:v>1.3715000000000001E-6</c:v>
                </c:pt>
                <c:pt idx="59">
                  <c:v>8.6708000000000011E-9</c:v>
                </c:pt>
                <c:pt idx="60">
                  <c:v>5.0507999999999998E-11</c:v>
                </c:pt>
                <c:pt idx="61">
                  <c:v>2.6725999999999996E-13</c:v>
                </c:pt>
                <c:pt idx="62">
                  <c:v>1.2826E-15</c:v>
                </c:pt>
                <c:pt idx="63">
                  <c:v>5.5436000000000003E-18</c:v>
                </c:pt>
                <c:pt idx="64">
                  <c:v>2.1520000000000002E-20</c:v>
                </c:pt>
                <c:pt idx="65">
                  <c:v>7.2433000000000001E-23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xVal>
          <c:yVal>
            <c:numRef>
              <c:f>'100cm_1_cm_ALL_NODES_IPHR_1cm'!$Q$202:$Q$301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6C1-4ABD-81E9-9A90A836EB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0.60000000000000009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/>
              <a:t>Comparison of Ca2+ Concentrations after 3 Days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Ca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'100cm_1_cm_ALL_NODES_IPHR_1cm'!$I$302:$I$401</c:f>
              <c:numCache>
                <c:formatCode>0.00</c:formatCode>
                <c:ptCount val="100"/>
                <c:pt idx="0">
                  <c:v>0.5988023281</c:v>
                </c:pt>
                <c:pt idx="1">
                  <c:v>0.5988011956</c:v>
                </c:pt>
                <c:pt idx="2">
                  <c:v>0.59879976509999999</c:v>
                </c:pt>
                <c:pt idx="3">
                  <c:v>0.59879833459999998</c:v>
                </c:pt>
                <c:pt idx="4">
                  <c:v>0.59879642720000004</c:v>
                </c:pt>
                <c:pt idx="5">
                  <c:v>0.59879440070000001</c:v>
                </c:pt>
                <c:pt idx="6">
                  <c:v>0.59879195689999998</c:v>
                </c:pt>
                <c:pt idx="7">
                  <c:v>0.59878933430000003</c:v>
                </c:pt>
                <c:pt idx="8">
                  <c:v>0.59878623490000005</c:v>
                </c:pt>
                <c:pt idx="9">
                  <c:v>0.59878271819999995</c:v>
                </c:pt>
                <c:pt idx="10">
                  <c:v>0.59877872470000004</c:v>
                </c:pt>
                <c:pt idx="11">
                  <c:v>0.59877425429999998</c:v>
                </c:pt>
                <c:pt idx="12">
                  <c:v>0.5987691879</c:v>
                </c:pt>
                <c:pt idx="13">
                  <c:v>0.59876346589999996</c:v>
                </c:pt>
                <c:pt idx="14">
                  <c:v>0.59875702860000002</c:v>
                </c:pt>
                <c:pt idx="15">
                  <c:v>0.59874993560000001</c:v>
                </c:pt>
                <c:pt idx="16">
                  <c:v>0.59874206780000006</c:v>
                </c:pt>
                <c:pt idx="17">
                  <c:v>0.59873318669999998</c:v>
                </c:pt>
                <c:pt idx="18">
                  <c:v>0.59872347120000002</c:v>
                </c:pt>
                <c:pt idx="19">
                  <c:v>0.5987126827</c:v>
                </c:pt>
                <c:pt idx="20">
                  <c:v>0.59870070220000005</c:v>
                </c:pt>
                <c:pt idx="21">
                  <c:v>0.59868752960000005</c:v>
                </c:pt>
                <c:pt idx="22">
                  <c:v>0.59867304560000001</c:v>
                </c:pt>
                <c:pt idx="23">
                  <c:v>0.59865713119999997</c:v>
                </c:pt>
                <c:pt idx="24">
                  <c:v>0.59863972659999998</c:v>
                </c:pt>
                <c:pt idx="25">
                  <c:v>0.5986207724</c:v>
                </c:pt>
                <c:pt idx="26">
                  <c:v>0.59860002990000005</c:v>
                </c:pt>
                <c:pt idx="27">
                  <c:v>0.59857749940000005</c:v>
                </c:pt>
                <c:pt idx="28">
                  <c:v>0.59855318069999996</c:v>
                </c:pt>
                <c:pt idx="29">
                  <c:v>0.59852665660000004</c:v>
                </c:pt>
                <c:pt idx="30">
                  <c:v>0.59849786760000001</c:v>
                </c:pt>
                <c:pt idx="31">
                  <c:v>0.59846681359999998</c:v>
                </c:pt>
                <c:pt idx="32">
                  <c:v>0.59843301770000001</c:v>
                </c:pt>
                <c:pt idx="33">
                  <c:v>0.59839653969999995</c:v>
                </c:pt>
                <c:pt idx="34">
                  <c:v>0.59835702180000006</c:v>
                </c:pt>
                <c:pt idx="35">
                  <c:v>0.59831434490000002</c:v>
                </c:pt>
                <c:pt idx="36">
                  <c:v>0.59826803210000001</c:v>
                </c:pt>
                <c:pt idx="37">
                  <c:v>0.59821790460000002</c:v>
                </c:pt>
                <c:pt idx="38">
                  <c:v>0.5981633663</c:v>
                </c:pt>
                <c:pt idx="39">
                  <c:v>0.59810411929999996</c:v>
                </c:pt>
                <c:pt idx="40">
                  <c:v>0.5980394483</c:v>
                </c:pt>
                <c:pt idx="41">
                  <c:v>0.59796869750000003</c:v>
                </c:pt>
                <c:pt idx="42">
                  <c:v>0.59789091350000001</c:v>
                </c:pt>
                <c:pt idx="43">
                  <c:v>0.59780526160000003</c:v>
                </c:pt>
                <c:pt idx="44">
                  <c:v>0.5977104902</c:v>
                </c:pt>
                <c:pt idx="45">
                  <c:v>0.59760516880000003</c:v>
                </c:pt>
                <c:pt idx="46">
                  <c:v>0.59748762850000003</c:v>
                </c:pt>
                <c:pt idx="47">
                  <c:v>0.59735572339999998</c:v>
                </c:pt>
                <c:pt idx="48">
                  <c:v>0.59720712899999995</c:v>
                </c:pt>
                <c:pt idx="49">
                  <c:v>0.59703904389999995</c:v>
                </c:pt>
                <c:pt idx="50">
                  <c:v>0.59673625230000005</c:v>
                </c:pt>
                <c:pt idx="51">
                  <c:v>0.59636044499999996</c:v>
                </c:pt>
                <c:pt idx="52">
                  <c:v>0.59606075290000005</c:v>
                </c:pt>
                <c:pt idx="53">
                  <c:v>0.59570908550000001</c:v>
                </c:pt>
                <c:pt idx="54">
                  <c:v>0.59529417750000002</c:v>
                </c:pt>
                <c:pt idx="55">
                  <c:v>0.5948019028</c:v>
                </c:pt>
                <c:pt idx="56">
                  <c:v>0.5942149162</c:v>
                </c:pt>
                <c:pt idx="57">
                  <c:v>0.59351181980000001</c:v>
                </c:pt>
                <c:pt idx="58">
                  <c:v>0.59266608949999999</c:v>
                </c:pt>
                <c:pt idx="59">
                  <c:v>0.59164541960000006</c:v>
                </c:pt>
                <c:pt idx="60">
                  <c:v>0.59040969610000005</c:v>
                </c:pt>
                <c:pt idx="61">
                  <c:v>0.58890962599999996</c:v>
                </c:pt>
                <c:pt idx="62">
                  <c:v>0.58708429340000001</c:v>
                </c:pt>
                <c:pt idx="63">
                  <c:v>0.58485901360000003</c:v>
                </c:pt>
                <c:pt idx="64">
                  <c:v>0.58214145900000003</c:v>
                </c:pt>
                <c:pt idx="65">
                  <c:v>0.57881832119999999</c:v>
                </c:pt>
                <c:pt idx="66">
                  <c:v>0.57474976779999998</c:v>
                </c:pt>
                <c:pt idx="67">
                  <c:v>0.56976407770000004</c:v>
                </c:pt>
                <c:pt idx="68">
                  <c:v>0.56365001199999998</c:v>
                </c:pt>
                <c:pt idx="69">
                  <c:v>0.55614787340000005</c:v>
                </c:pt>
                <c:pt idx="70">
                  <c:v>0.54693883659999998</c:v>
                </c:pt>
                <c:pt idx="71">
                  <c:v>0.53563213350000005</c:v>
                </c:pt>
                <c:pt idx="72">
                  <c:v>0.52174949650000002</c:v>
                </c:pt>
                <c:pt idx="73">
                  <c:v>0.50470674039999996</c:v>
                </c:pt>
                <c:pt idx="74">
                  <c:v>0.48379299040000001</c:v>
                </c:pt>
                <c:pt idx="75">
                  <c:v>0.4581470788</c:v>
                </c:pt>
                <c:pt idx="76">
                  <c:v>0.42673286799999999</c:v>
                </c:pt>
                <c:pt idx="77">
                  <c:v>0.38831418750000002</c:v>
                </c:pt>
                <c:pt idx="78">
                  <c:v>0.34143000839999998</c:v>
                </c:pt>
                <c:pt idx="79">
                  <c:v>0.28437027339999998</c:v>
                </c:pt>
                <c:pt idx="80">
                  <c:v>0.2151694894</c:v>
                </c:pt>
                <c:pt idx="81">
                  <c:v>0.131057322</c:v>
                </c:pt>
                <c:pt idx="82">
                  <c:v>2.3355498910000001E-2</c:v>
                </c:pt>
                <c:pt idx="83">
                  <c:v>2.807351761E-3</c:v>
                </c:pt>
                <c:pt idx="84">
                  <c:v>7.4374128599999996E-4</c:v>
                </c:pt>
                <c:pt idx="85">
                  <c:v>2.5671283949999998E-4</c:v>
                </c:pt>
                <c:pt idx="86">
                  <c:v>9.7597432609999995E-5</c:v>
                </c:pt>
                <c:pt idx="87">
                  <c:v>3.8612637580000001E-5</c:v>
                </c:pt>
                <c:pt idx="88">
                  <c:v>1.5545967470000002E-5</c:v>
                </c:pt>
                <c:pt idx="89">
                  <c:v>6.306681826E-6</c:v>
                </c:pt>
                <c:pt idx="90">
                  <c:v>2.5652250320000002E-6</c:v>
                </c:pt>
                <c:pt idx="91">
                  <c:v>1.043221232E-6</c:v>
                </c:pt>
                <c:pt idx="92">
                  <c:v>4.234632058E-7</c:v>
                </c:pt>
                <c:pt idx="93">
                  <c:v>1.7140415310000001E-7</c:v>
                </c:pt>
                <c:pt idx="94">
                  <c:v>6.9163633039999995E-8</c:v>
                </c:pt>
                <c:pt idx="95">
                  <c:v>2.7841005949999999E-8</c:v>
                </c:pt>
                <c:pt idx="96">
                  <c:v>1.120811E-8</c:v>
                </c:pt>
                <c:pt idx="97">
                  <c:v>4.5511963089999999E-9</c:v>
                </c:pt>
                <c:pt idx="98">
                  <c:v>1.947534578E-9</c:v>
                </c:pt>
                <c:pt idx="99">
                  <c:v>1.1331783290000001E-9</c:v>
                </c:pt>
              </c:numCache>
            </c:numRef>
          </c:xVal>
          <c:yVal>
            <c:numRef>
              <c:f>'100cm_1_cm_ALL_NODES_IPHR_1cm'!$H$202:$H$301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B98-48FC-9A48-74E239D279A7}"/>
            </c:ext>
          </c:extLst>
        </c:ser>
        <c:ser>
          <c:idx val="1"/>
          <c:order val="1"/>
          <c:tx>
            <c:v>Ca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'100cm_1_cm_ALL_NODES_IPHR_1cm'!$T$302:$T$401</c:f>
              <c:numCache>
                <c:formatCode>0.00000</c:formatCode>
                <c:ptCount val="100"/>
                <c:pt idx="0">
                  <c:v>0.6</c:v>
                </c:pt>
                <c:pt idx="1">
                  <c:v>0.6</c:v>
                </c:pt>
                <c:pt idx="2">
                  <c:v>0.6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0.6</c:v>
                </c:pt>
                <c:pt idx="10">
                  <c:v>0.6</c:v>
                </c:pt>
                <c:pt idx="11">
                  <c:v>0.6</c:v>
                </c:pt>
                <c:pt idx="12">
                  <c:v>0.6</c:v>
                </c:pt>
                <c:pt idx="13">
                  <c:v>0.6</c:v>
                </c:pt>
                <c:pt idx="14">
                  <c:v>0.6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0.6</c:v>
                </c:pt>
                <c:pt idx="20">
                  <c:v>0.6</c:v>
                </c:pt>
                <c:pt idx="21">
                  <c:v>0.6</c:v>
                </c:pt>
                <c:pt idx="22">
                  <c:v>0.6</c:v>
                </c:pt>
                <c:pt idx="23">
                  <c:v>0.6</c:v>
                </c:pt>
                <c:pt idx="24">
                  <c:v>0.6</c:v>
                </c:pt>
                <c:pt idx="25">
                  <c:v>0.6</c:v>
                </c:pt>
                <c:pt idx="26">
                  <c:v>0.6</c:v>
                </c:pt>
                <c:pt idx="27">
                  <c:v>0.6</c:v>
                </c:pt>
                <c:pt idx="28">
                  <c:v>0.6</c:v>
                </c:pt>
                <c:pt idx="29">
                  <c:v>0.6</c:v>
                </c:pt>
                <c:pt idx="30">
                  <c:v>0.59999000000000002</c:v>
                </c:pt>
                <c:pt idx="31">
                  <c:v>0.59999000000000002</c:v>
                </c:pt>
                <c:pt idx="32">
                  <c:v>0.59999000000000002</c:v>
                </c:pt>
                <c:pt idx="33">
                  <c:v>0.59999000000000002</c:v>
                </c:pt>
                <c:pt idx="34">
                  <c:v>0.59999000000000002</c:v>
                </c:pt>
                <c:pt idx="35">
                  <c:v>0.59997999999999996</c:v>
                </c:pt>
                <c:pt idx="36">
                  <c:v>0.59997999999999996</c:v>
                </c:pt>
                <c:pt idx="37">
                  <c:v>0.59997</c:v>
                </c:pt>
                <c:pt idx="38">
                  <c:v>0.59995999999999994</c:v>
                </c:pt>
                <c:pt idx="39">
                  <c:v>0.59994999999999998</c:v>
                </c:pt>
                <c:pt idx="40">
                  <c:v>0.59994000000000003</c:v>
                </c:pt>
                <c:pt idx="41">
                  <c:v>0.59992000000000001</c:v>
                </c:pt>
                <c:pt idx="42">
                  <c:v>0.59989999999999999</c:v>
                </c:pt>
                <c:pt idx="43">
                  <c:v>0.59987999999999997</c:v>
                </c:pt>
                <c:pt idx="44">
                  <c:v>0.59984999999999999</c:v>
                </c:pt>
                <c:pt idx="45">
                  <c:v>0.59980999999999995</c:v>
                </c:pt>
                <c:pt idx="46">
                  <c:v>0.59975999999999996</c:v>
                </c:pt>
                <c:pt idx="47">
                  <c:v>0.59970000000000001</c:v>
                </c:pt>
                <c:pt idx="48">
                  <c:v>0.59962000000000004</c:v>
                </c:pt>
                <c:pt idx="49">
                  <c:v>0.59951999999999994</c:v>
                </c:pt>
                <c:pt idx="50">
                  <c:v>0.59940000000000004</c:v>
                </c:pt>
                <c:pt idx="51">
                  <c:v>0.59924999999999995</c:v>
                </c:pt>
                <c:pt idx="52">
                  <c:v>0.59906000000000004</c:v>
                </c:pt>
                <c:pt idx="53">
                  <c:v>0.59882999999999997</c:v>
                </c:pt>
                <c:pt idx="54">
                  <c:v>0.59853000000000001</c:v>
                </c:pt>
                <c:pt idx="55">
                  <c:v>0.59816999999999998</c:v>
                </c:pt>
                <c:pt idx="56">
                  <c:v>0.59770999999999996</c:v>
                </c:pt>
                <c:pt idx="57">
                  <c:v>0.59714999999999996</c:v>
                </c:pt>
                <c:pt idx="58">
                  <c:v>0.59643999999999997</c:v>
                </c:pt>
                <c:pt idx="59">
                  <c:v>0.59555999999999998</c:v>
                </c:pt>
                <c:pt idx="60">
                  <c:v>0.59447000000000005</c:v>
                </c:pt>
                <c:pt idx="61">
                  <c:v>0.59312000000000009</c:v>
                </c:pt>
                <c:pt idx="62">
                  <c:v>0.59144000000000008</c:v>
                </c:pt>
                <c:pt idx="63">
                  <c:v>0.58935000000000004</c:v>
                </c:pt>
                <c:pt idx="64">
                  <c:v>0.58675999999999995</c:v>
                </c:pt>
                <c:pt idx="65">
                  <c:v>0.58354000000000006</c:v>
                </c:pt>
                <c:pt idx="66">
                  <c:v>0.57955999999999996</c:v>
                </c:pt>
                <c:pt idx="67">
                  <c:v>0.57462000000000002</c:v>
                </c:pt>
                <c:pt idx="68">
                  <c:v>0.56850000000000001</c:v>
                </c:pt>
                <c:pt idx="69">
                  <c:v>0.56092999999999993</c:v>
                </c:pt>
                <c:pt idx="70">
                  <c:v>0.55155999999999994</c:v>
                </c:pt>
                <c:pt idx="71">
                  <c:v>0.53998000000000002</c:v>
                </c:pt>
                <c:pt idx="72">
                  <c:v>0.52566999999999997</c:v>
                </c:pt>
                <c:pt idx="73">
                  <c:v>0.50802999999999998</c:v>
                </c:pt>
                <c:pt idx="74">
                  <c:v>0.48627999999999999</c:v>
                </c:pt>
                <c:pt idx="75">
                  <c:v>0.45954</c:v>
                </c:pt>
                <c:pt idx="76">
                  <c:v>0.42674000000000001</c:v>
                </c:pt>
                <c:pt idx="77">
                  <c:v>0.38667999999999997</c:v>
                </c:pt>
                <c:pt idx="78">
                  <c:v>0.33801000000000003</c:v>
                </c:pt>
                <c:pt idx="79">
                  <c:v>0.27900999999999998</c:v>
                </c:pt>
                <c:pt idx="80">
                  <c:v>0.20802000000000001</c:v>
                </c:pt>
                <c:pt idx="81">
                  <c:v>0.12628</c:v>
                </c:pt>
                <c:pt idx="82">
                  <c:v>4.4768000000000002E-2</c:v>
                </c:pt>
                <c:pt idx="83">
                  <c:v>6.2761000000000002E-4</c:v>
                </c:pt>
                <c:pt idx="84">
                  <c:v>5.2227E-6</c:v>
                </c:pt>
                <c:pt idx="85">
                  <c:v>4.3295999999999999E-8</c:v>
                </c:pt>
                <c:pt idx="86">
                  <c:v>3.4925000000000001E-10</c:v>
                </c:pt>
                <c:pt idx="87">
                  <c:v>2.6931999999999999E-12</c:v>
                </c:pt>
                <c:pt idx="88">
                  <c:v>1.9806E-14</c:v>
                </c:pt>
                <c:pt idx="89">
                  <c:v>1.3848999999999998E-16</c:v>
                </c:pt>
                <c:pt idx="90">
                  <c:v>9.1717000000000003E-19</c:v>
                </c:pt>
                <c:pt idx="91">
                  <c:v>5.7452999999999999E-21</c:v>
                </c:pt>
                <c:pt idx="92">
                  <c:v>3.1046999999999999E-23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xVal>
          <c:yVal>
            <c:numRef>
              <c:f>'100cm_1_cm_ALL_NODES_IPHR_1cm'!$Q$102:$Q$201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B98-48FC-9A48-74E239D279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0.60000000000000009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/>
              <a:t>Comparison of Ca2+ Concentrations after 4 Days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Ca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'100cm_1_cm_ALL_NODES_IPHR_1cm'!$I$402:$I$501</c:f>
              <c:numCache>
                <c:formatCode>0.00</c:formatCode>
                <c:ptCount val="100"/>
                <c:pt idx="0">
                  <c:v>0.5988023281</c:v>
                </c:pt>
                <c:pt idx="1">
                  <c:v>0.59880185129999997</c:v>
                </c:pt>
                <c:pt idx="2">
                  <c:v>0.5988011956</c:v>
                </c:pt>
                <c:pt idx="3">
                  <c:v>0.59880054000000005</c:v>
                </c:pt>
                <c:pt idx="4">
                  <c:v>0.59879988429999997</c:v>
                </c:pt>
                <c:pt idx="5">
                  <c:v>0.59879916909999997</c:v>
                </c:pt>
                <c:pt idx="6">
                  <c:v>0.59879845379999996</c:v>
                </c:pt>
                <c:pt idx="7">
                  <c:v>0.59879767890000002</c:v>
                </c:pt>
                <c:pt idx="8">
                  <c:v>0.59879684450000004</c:v>
                </c:pt>
                <c:pt idx="9">
                  <c:v>0.59879589079999995</c:v>
                </c:pt>
                <c:pt idx="10">
                  <c:v>0.5987948179</c:v>
                </c:pt>
                <c:pt idx="11">
                  <c:v>0.59879380459999998</c:v>
                </c:pt>
                <c:pt idx="12">
                  <c:v>0.59879261260000005</c:v>
                </c:pt>
                <c:pt idx="13">
                  <c:v>0.59879130130000002</c:v>
                </c:pt>
                <c:pt idx="14">
                  <c:v>0.5987898707</c:v>
                </c:pt>
                <c:pt idx="15">
                  <c:v>0.59878844019999999</c:v>
                </c:pt>
                <c:pt idx="16">
                  <c:v>0.59878677130000002</c:v>
                </c:pt>
                <c:pt idx="17">
                  <c:v>0.59878492360000002</c:v>
                </c:pt>
                <c:pt idx="18">
                  <c:v>0.59878307580000001</c:v>
                </c:pt>
                <c:pt idx="19">
                  <c:v>0.59878092999999999</c:v>
                </c:pt>
                <c:pt idx="20">
                  <c:v>0.59877854590000001</c:v>
                </c:pt>
                <c:pt idx="21">
                  <c:v>0.5987759829</c:v>
                </c:pt>
                <c:pt idx="22">
                  <c:v>0.59877318140000002</c:v>
                </c:pt>
                <c:pt idx="23">
                  <c:v>0.59877014159999997</c:v>
                </c:pt>
                <c:pt idx="24">
                  <c:v>0.59876680370000002</c:v>
                </c:pt>
                <c:pt idx="25">
                  <c:v>0.59876316789999995</c:v>
                </c:pt>
                <c:pt idx="26">
                  <c:v>0.59875911469999998</c:v>
                </c:pt>
                <c:pt idx="27">
                  <c:v>0.59875476360000002</c:v>
                </c:pt>
                <c:pt idx="28">
                  <c:v>0.59874993560000001</c:v>
                </c:pt>
                <c:pt idx="29">
                  <c:v>0.59874475000000005</c:v>
                </c:pt>
                <c:pt idx="30">
                  <c:v>0.59873902800000001</c:v>
                </c:pt>
                <c:pt idx="31">
                  <c:v>0.59873288869999997</c:v>
                </c:pt>
                <c:pt idx="32">
                  <c:v>0.59872609379999997</c:v>
                </c:pt>
                <c:pt idx="33">
                  <c:v>0.59871876239999999</c:v>
                </c:pt>
                <c:pt idx="34">
                  <c:v>0.59871077539999995</c:v>
                </c:pt>
                <c:pt idx="35">
                  <c:v>0.59870225190000004</c:v>
                </c:pt>
                <c:pt idx="36">
                  <c:v>0.59869295359999997</c:v>
                </c:pt>
                <c:pt idx="37">
                  <c:v>0.59868294</c:v>
                </c:pt>
                <c:pt idx="38">
                  <c:v>0.59867209200000004</c:v>
                </c:pt>
                <c:pt idx="39">
                  <c:v>0.59866046910000004</c:v>
                </c:pt>
                <c:pt idx="40">
                  <c:v>0.59864795209999999</c:v>
                </c:pt>
                <c:pt idx="41">
                  <c:v>0.59863454100000002</c:v>
                </c:pt>
                <c:pt idx="42">
                  <c:v>0.59862011670000004</c:v>
                </c:pt>
                <c:pt idx="43">
                  <c:v>0.59860479830000002</c:v>
                </c:pt>
                <c:pt idx="44">
                  <c:v>0.59858822820000002</c:v>
                </c:pt>
                <c:pt idx="45">
                  <c:v>0.59857076409999999</c:v>
                </c:pt>
                <c:pt idx="46">
                  <c:v>0.59855210780000001</c:v>
                </c:pt>
                <c:pt idx="47">
                  <c:v>0.59853231910000004</c:v>
                </c:pt>
                <c:pt idx="48">
                  <c:v>0.59851133820000002</c:v>
                </c:pt>
                <c:pt idx="49">
                  <c:v>0.59848934409999999</c:v>
                </c:pt>
                <c:pt idx="50">
                  <c:v>0.59845250839999997</c:v>
                </c:pt>
                <c:pt idx="51">
                  <c:v>0.59841185809999997</c:v>
                </c:pt>
                <c:pt idx="52">
                  <c:v>0.5983834267</c:v>
                </c:pt>
                <c:pt idx="53">
                  <c:v>0.59835332630000004</c:v>
                </c:pt>
                <c:pt idx="54">
                  <c:v>0.59832137819999998</c:v>
                </c:pt>
                <c:pt idx="55">
                  <c:v>0.59828776120000005</c:v>
                </c:pt>
                <c:pt idx="56">
                  <c:v>0.59825211759999997</c:v>
                </c:pt>
                <c:pt idx="57">
                  <c:v>0.59821444749999997</c:v>
                </c:pt>
                <c:pt idx="58">
                  <c:v>0.5981746912</c:v>
                </c:pt>
                <c:pt idx="59">
                  <c:v>0.59813243149999995</c:v>
                </c:pt>
                <c:pt idx="60">
                  <c:v>0.5980876088</c:v>
                </c:pt>
                <c:pt idx="61">
                  <c:v>0.59803998469999997</c:v>
                </c:pt>
                <c:pt idx="62">
                  <c:v>0.59798914189999997</c:v>
                </c:pt>
                <c:pt idx="63">
                  <c:v>0.59793460369999996</c:v>
                </c:pt>
                <c:pt idx="64">
                  <c:v>0.5978758931</c:v>
                </c:pt>
                <c:pt idx="65">
                  <c:v>0.597812593</c:v>
                </c:pt>
                <c:pt idx="66">
                  <c:v>0.59774374959999999</c:v>
                </c:pt>
                <c:pt idx="67">
                  <c:v>0.59766864779999995</c:v>
                </c:pt>
                <c:pt idx="68">
                  <c:v>0.59758621450000005</c:v>
                </c:pt>
                <c:pt idx="69">
                  <c:v>0.59749513860000003</c:v>
                </c:pt>
                <c:pt idx="70">
                  <c:v>0.59739404920000005</c:v>
                </c:pt>
                <c:pt idx="71">
                  <c:v>0.59728109839999999</c:v>
                </c:pt>
                <c:pt idx="72">
                  <c:v>0.59715396170000001</c:v>
                </c:pt>
                <c:pt idx="73">
                  <c:v>0.59701019529999999</c:v>
                </c:pt>
                <c:pt idx="74">
                  <c:v>0.59684634209999998</c:v>
                </c:pt>
                <c:pt idx="75">
                  <c:v>0.59665840859999997</c:v>
                </c:pt>
                <c:pt idx="76">
                  <c:v>0.59644156690000005</c:v>
                </c:pt>
                <c:pt idx="77">
                  <c:v>0.59618991610000005</c:v>
                </c:pt>
                <c:pt idx="78">
                  <c:v>0.59589624399999996</c:v>
                </c:pt>
                <c:pt idx="79">
                  <c:v>0.59555172919999999</c:v>
                </c:pt>
                <c:pt idx="80">
                  <c:v>0.59514582159999996</c:v>
                </c:pt>
                <c:pt idx="81">
                  <c:v>0.59466564659999999</c:v>
                </c:pt>
                <c:pt idx="82">
                  <c:v>0.59409594539999999</c:v>
                </c:pt>
                <c:pt idx="83">
                  <c:v>0.593418479</c:v>
                </c:pt>
                <c:pt idx="84">
                  <c:v>0.59261178969999995</c:v>
                </c:pt>
                <c:pt idx="85">
                  <c:v>0.59165066479999995</c:v>
                </c:pt>
                <c:pt idx="86">
                  <c:v>0.5905060768</c:v>
                </c:pt>
                <c:pt idx="87">
                  <c:v>0.58914548160000002</c:v>
                </c:pt>
                <c:pt idx="88">
                  <c:v>0.58753317589999998</c:v>
                </c:pt>
                <c:pt idx="89">
                  <c:v>0.58563184739999996</c:v>
                </c:pt>
                <c:pt idx="90">
                  <c:v>0.58340483899999995</c:v>
                </c:pt>
                <c:pt idx="91">
                  <c:v>0.58082097769999996</c:v>
                </c:pt>
                <c:pt idx="92">
                  <c:v>0.57786118980000001</c:v>
                </c:pt>
                <c:pt idx="93">
                  <c:v>0.57452875380000001</c:v>
                </c:pt>
                <c:pt idx="94">
                  <c:v>0.57086485620000005</c:v>
                </c:pt>
                <c:pt idx="95">
                  <c:v>0.56697070599999999</c:v>
                </c:pt>
                <c:pt idx="96">
                  <c:v>0.56303769349999999</c:v>
                </c:pt>
                <c:pt idx="97">
                  <c:v>0.55938827989999995</c:v>
                </c:pt>
                <c:pt idx="98">
                  <c:v>0.55653196569999996</c:v>
                </c:pt>
                <c:pt idx="99">
                  <c:v>0.55523729320000004</c:v>
                </c:pt>
              </c:numCache>
            </c:numRef>
          </c:xVal>
          <c:yVal>
            <c:numRef>
              <c:f>'100cm_1_cm_ALL_NODES_IPHR_1cm'!$H$202:$H$301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87E-4F7F-80B0-4F90E64882B1}"/>
            </c:ext>
          </c:extLst>
        </c:ser>
        <c:ser>
          <c:idx val="1"/>
          <c:order val="1"/>
          <c:tx>
            <c:v>Ca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'100cm_1_cm_ALL_NODES_IPHR_1cm'!$T$402:$T$501</c:f>
              <c:numCache>
                <c:formatCode>0.00000</c:formatCode>
                <c:ptCount val="100"/>
                <c:pt idx="0">
                  <c:v>0.6</c:v>
                </c:pt>
                <c:pt idx="1">
                  <c:v>0.6</c:v>
                </c:pt>
                <c:pt idx="2">
                  <c:v>0.6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0.6</c:v>
                </c:pt>
                <c:pt idx="10">
                  <c:v>0.6</c:v>
                </c:pt>
                <c:pt idx="11">
                  <c:v>0.6</c:v>
                </c:pt>
                <c:pt idx="12">
                  <c:v>0.6</c:v>
                </c:pt>
                <c:pt idx="13">
                  <c:v>0.6</c:v>
                </c:pt>
                <c:pt idx="14">
                  <c:v>0.6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0.6</c:v>
                </c:pt>
                <c:pt idx="20">
                  <c:v>0.6</c:v>
                </c:pt>
                <c:pt idx="21">
                  <c:v>0.6</c:v>
                </c:pt>
                <c:pt idx="22">
                  <c:v>0.6</c:v>
                </c:pt>
                <c:pt idx="23">
                  <c:v>0.6</c:v>
                </c:pt>
                <c:pt idx="24">
                  <c:v>0.6</c:v>
                </c:pt>
                <c:pt idx="25">
                  <c:v>0.6</c:v>
                </c:pt>
                <c:pt idx="26">
                  <c:v>0.6</c:v>
                </c:pt>
                <c:pt idx="27">
                  <c:v>0.6</c:v>
                </c:pt>
                <c:pt idx="28">
                  <c:v>0.6</c:v>
                </c:pt>
                <c:pt idx="29">
                  <c:v>0.6</c:v>
                </c:pt>
                <c:pt idx="30">
                  <c:v>0.6</c:v>
                </c:pt>
                <c:pt idx="31">
                  <c:v>0.6</c:v>
                </c:pt>
                <c:pt idx="32">
                  <c:v>0.6</c:v>
                </c:pt>
                <c:pt idx="33">
                  <c:v>0.6</c:v>
                </c:pt>
                <c:pt idx="34">
                  <c:v>0.6</c:v>
                </c:pt>
                <c:pt idx="35">
                  <c:v>0.6</c:v>
                </c:pt>
                <c:pt idx="36">
                  <c:v>0.6</c:v>
                </c:pt>
                <c:pt idx="37">
                  <c:v>0.6</c:v>
                </c:pt>
                <c:pt idx="38">
                  <c:v>0.6</c:v>
                </c:pt>
                <c:pt idx="39">
                  <c:v>0.6</c:v>
                </c:pt>
                <c:pt idx="40">
                  <c:v>0.6</c:v>
                </c:pt>
                <c:pt idx="41">
                  <c:v>0.6</c:v>
                </c:pt>
                <c:pt idx="42">
                  <c:v>0.6</c:v>
                </c:pt>
                <c:pt idx="43">
                  <c:v>0.6</c:v>
                </c:pt>
                <c:pt idx="44">
                  <c:v>0.6</c:v>
                </c:pt>
                <c:pt idx="45">
                  <c:v>0.6</c:v>
                </c:pt>
                <c:pt idx="46">
                  <c:v>0.6</c:v>
                </c:pt>
                <c:pt idx="47">
                  <c:v>0.6</c:v>
                </c:pt>
                <c:pt idx="48">
                  <c:v>0.6</c:v>
                </c:pt>
                <c:pt idx="49">
                  <c:v>0.6</c:v>
                </c:pt>
                <c:pt idx="50">
                  <c:v>0.6</c:v>
                </c:pt>
                <c:pt idx="51">
                  <c:v>0.6</c:v>
                </c:pt>
                <c:pt idx="52">
                  <c:v>0.6</c:v>
                </c:pt>
                <c:pt idx="53">
                  <c:v>0.6</c:v>
                </c:pt>
                <c:pt idx="54">
                  <c:v>0.6</c:v>
                </c:pt>
                <c:pt idx="55">
                  <c:v>0.59999000000000002</c:v>
                </c:pt>
                <c:pt idx="56">
                  <c:v>0.59999000000000002</c:v>
                </c:pt>
                <c:pt idx="57">
                  <c:v>0.59999000000000002</c:v>
                </c:pt>
                <c:pt idx="58">
                  <c:v>0.59999000000000002</c:v>
                </c:pt>
                <c:pt idx="59">
                  <c:v>0.59997999999999996</c:v>
                </c:pt>
                <c:pt idx="60">
                  <c:v>0.59997999999999996</c:v>
                </c:pt>
                <c:pt idx="61">
                  <c:v>0.59997999999999996</c:v>
                </c:pt>
                <c:pt idx="62">
                  <c:v>0.59997</c:v>
                </c:pt>
                <c:pt idx="63">
                  <c:v>0.59995999999999994</c:v>
                </c:pt>
                <c:pt idx="64">
                  <c:v>0.59994999999999998</c:v>
                </c:pt>
                <c:pt idx="65">
                  <c:v>0.59994000000000003</c:v>
                </c:pt>
                <c:pt idx="66">
                  <c:v>0.59993000000000007</c:v>
                </c:pt>
                <c:pt idx="67">
                  <c:v>0.59991000000000005</c:v>
                </c:pt>
                <c:pt idx="68">
                  <c:v>0.59988999999999992</c:v>
                </c:pt>
                <c:pt idx="69">
                  <c:v>0.59986000000000006</c:v>
                </c:pt>
                <c:pt idx="70">
                  <c:v>0.59982000000000002</c:v>
                </c:pt>
                <c:pt idx="71">
                  <c:v>0.59977999999999998</c:v>
                </c:pt>
                <c:pt idx="72">
                  <c:v>0.59972999999999999</c:v>
                </c:pt>
                <c:pt idx="73">
                  <c:v>0.59965999999999997</c:v>
                </c:pt>
                <c:pt idx="74">
                  <c:v>0.59958</c:v>
                </c:pt>
                <c:pt idx="75">
                  <c:v>0.59946999999999995</c:v>
                </c:pt>
                <c:pt idx="76">
                  <c:v>0.59933999999999998</c:v>
                </c:pt>
                <c:pt idx="77">
                  <c:v>0.59919</c:v>
                </c:pt>
                <c:pt idx="78">
                  <c:v>0.59899000000000002</c:v>
                </c:pt>
                <c:pt idx="79">
                  <c:v>0.59873999999999994</c:v>
                </c:pt>
                <c:pt idx="80">
                  <c:v>0.59843999999999997</c:v>
                </c:pt>
                <c:pt idx="81">
                  <c:v>0.59806999999999999</c:v>
                </c:pt>
                <c:pt idx="82">
                  <c:v>0.59761000000000009</c:v>
                </c:pt>
                <c:pt idx="83">
                  <c:v>0.59704000000000002</c:v>
                </c:pt>
                <c:pt idx="84">
                  <c:v>0.59633999999999998</c:v>
                </c:pt>
                <c:pt idx="85">
                  <c:v>0.59548000000000001</c:v>
                </c:pt>
                <c:pt idx="86">
                  <c:v>0.59443000000000001</c:v>
                </c:pt>
                <c:pt idx="87">
                  <c:v>0.59316000000000002</c:v>
                </c:pt>
                <c:pt idx="88">
                  <c:v>0.59160999999999997</c:v>
                </c:pt>
                <c:pt idx="89">
                  <c:v>0.58976000000000006</c:v>
                </c:pt>
                <c:pt idx="90">
                  <c:v>0.58755999999999997</c:v>
                </c:pt>
                <c:pt idx="91">
                  <c:v>0.58496999999999999</c:v>
                </c:pt>
                <c:pt idx="92">
                  <c:v>0.58195999999999992</c:v>
                </c:pt>
                <c:pt idx="93">
                  <c:v>0.57854000000000005</c:v>
                </c:pt>
                <c:pt idx="94">
                  <c:v>0.57474000000000003</c:v>
                </c:pt>
                <c:pt idx="95">
                  <c:v>0.57064999999999999</c:v>
                </c:pt>
                <c:pt idx="96">
                  <c:v>0.56645999999999996</c:v>
                </c:pt>
                <c:pt idx="97">
                  <c:v>0.56249000000000005</c:v>
                </c:pt>
                <c:pt idx="98">
                  <c:v>0.55925999999999998</c:v>
                </c:pt>
                <c:pt idx="99">
                  <c:v>0.55741000000000007</c:v>
                </c:pt>
              </c:numCache>
            </c:numRef>
          </c:xVal>
          <c:yVal>
            <c:numRef>
              <c:f>'100cm_1_cm_ALL_NODES_IPHR_1cm'!$Q$102:$Q$201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87E-4F7F-80B0-4F90E64882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0.60000000000000009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/>
              <a:t>Comparison of K+ Concentrations after 1 Day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K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'100cm_1_cm_ALL_NODES_IPHR_1cm'!$L$102:$L$201</c:f>
              <c:numCache>
                <c:formatCode>0.00000</c:formatCode>
                <c:ptCount val="100"/>
                <c:pt idx="0">
                  <c:v>0</c:v>
                </c:pt>
                <c:pt idx="1">
                  <c:v>1.1168068889999999E-4</c:v>
                </c:pt>
                <c:pt idx="2">
                  <c:v>2.6577484099999998E-4</c:v>
                </c:pt>
                <c:pt idx="3">
                  <c:v>4.745834158E-4</c:v>
                </c:pt>
                <c:pt idx="4">
                  <c:v>7.5384933730000001E-4</c:v>
                </c:pt>
                <c:pt idx="5">
                  <c:v>1.1237126310000001E-3</c:v>
                </c:pt>
                <c:pt idx="6">
                  <c:v>1.6099147030000001E-3</c:v>
                </c:pt>
                <c:pt idx="7">
                  <c:v>2.2453076670000001E-3</c:v>
                </c:pt>
                <c:pt idx="8">
                  <c:v>3.0717444609999998E-3</c:v>
                </c:pt>
                <c:pt idx="9">
                  <c:v>4.1424306109999996E-3</c:v>
                </c:pt>
                <c:pt idx="10">
                  <c:v>5.5248551070000004E-3</c:v>
                </c:pt>
                <c:pt idx="11">
                  <c:v>7.3044197630000003E-3</c:v>
                </c:pt>
                <c:pt idx="12">
                  <c:v>9.5889372750000007E-3</c:v>
                </c:pt>
                <c:pt idx="13">
                  <c:v>1.2514192610000001E-2</c:v>
                </c:pt>
                <c:pt idx="14">
                  <c:v>1.625080965E-2</c:v>
                </c:pt>
                <c:pt idx="15">
                  <c:v>2.101271041E-2</c:v>
                </c:pt>
                <c:pt idx="16">
                  <c:v>2.7067514139999999E-2</c:v>
                </c:pt>
                <c:pt idx="17">
                  <c:v>3.4749329090000003E-2</c:v>
                </c:pt>
                <c:pt idx="18">
                  <c:v>4.4474359599999999E-2</c:v>
                </c:pt>
                <c:pt idx="19">
                  <c:v>5.6759983299999997E-2</c:v>
                </c:pt>
                <c:pt idx="20">
                  <c:v>7.2247795759999997E-2</c:v>
                </c:pt>
                <c:pt idx="21">
                  <c:v>9.1731317339999993E-2</c:v>
                </c:pt>
                <c:pt idx="22">
                  <c:v>0.1161886603</c:v>
                </c:pt>
                <c:pt idx="23">
                  <c:v>0.14682018760000001</c:v>
                </c:pt>
                <c:pt idx="24">
                  <c:v>0.18508934969999999</c:v>
                </c:pt>
                <c:pt idx="25">
                  <c:v>0.23276457189999999</c:v>
                </c:pt>
                <c:pt idx="26">
                  <c:v>0.29196381570000002</c:v>
                </c:pt>
                <c:pt idx="27">
                  <c:v>0.3652341664</c:v>
                </c:pt>
                <c:pt idx="28">
                  <c:v>0.45579800009999999</c:v>
                </c:pt>
                <c:pt idx="29">
                  <c:v>0.56833428139999997</c:v>
                </c:pt>
                <c:pt idx="30">
                  <c:v>0.73357772830000001</c:v>
                </c:pt>
                <c:pt idx="31">
                  <c:v>0.79709041120000002</c:v>
                </c:pt>
                <c:pt idx="32">
                  <c:v>0.74906831979999999</c:v>
                </c:pt>
                <c:pt idx="33">
                  <c:v>0.69420641660000004</c:v>
                </c:pt>
                <c:pt idx="34">
                  <c:v>0.63747990129999998</c:v>
                </c:pt>
                <c:pt idx="35">
                  <c:v>0.58040660619999995</c:v>
                </c:pt>
                <c:pt idx="36">
                  <c:v>0.52441334719999999</c:v>
                </c:pt>
                <c:pt idx="37">
                  <c:v>0.47101455930000002</c:v>
                </c:pt>
                <c:pt idx="38">
                  <c:v>0.42168033119999998</c:v>
                </c:pt>
                <c:pt idx="39">
                  <c:v>0.37762531640000002</c:v>
                </c:pt>
                <c:pt idx="40">
                  <c:v>0.33961451050000002</c:v>
                </c:pt>
                <c:pt idx="41">
                  <c:v>0.3078713119</c:v>
                </c:pt>
                <c:pt idx="42">
                  <c:v>0.28212234380000001</c:v>
                </c:pt>
                <c:pt idx="43">
                  <c:v>0.26174330709999999</c:v>
                </c:pt>
                <c:pt idx="44">
                  <c:v>0.24593374130000001</c:v>
                </c:pt>
                <c:pt idx="45">
                  <c:v>0.2338625044</c:v>
                </c:pt>
                <c:pt idx="46">
                  <c:v>0.22475999590000001</c:v>
                </c:pt>
                <c:pt idx="47">
                  <c:v>0.2179630548</c:v>
                </c:pt>
                <c:pt idx="48">
                  <c:v>0.21292524039999999</c:v>
                </c:pt>
                <c:pt idx="49">
                  <c:v>0.20920799670000001</c:v>
                </c:pt>
                <c:pt idx="50">
                  <c:v>0.20549741390000001</c:v>
                </c:pt>
                <c:pt idx="51">
                  <c:v>0.20318382979999999</c:v>
                </c:pt>
                <c:pt idx="52">
                  <c:v>0.2021309584</c:v>
                </c:pt>
                <c:pt idx="53">
                  <c:v>0.20137357710000001</c:v>
                </c:pt>
                <c:pt idx="54">
                  <c:v>0.20083056390000001</c:v>
                </c:pt>
                <c:pt idx="55">
                  <c:v>0.2004424632</c:v>
                </c:pt>
                <c:pt idx="56">
                  <c:v>0.2001658529</c:v>
                </c:pt>
                <c:pt idx="57">
                  <c:v>0.1999691874</c:v>
                </c:pt>
                <c:pt idx="58">
                  <c:v>0.199829638</c:v>
                </c:pt>
                <c:pt idx="59">
                  <c:v>0.1997307837</c:v>
                </c:pt>
                <c:pt idx="60">
                  <c:v>0.19966082269999999</c:v>
                </c:pt>
                <c:pt idx="61">
                  <c:v>0.19961132109999999</c:v>
                </c:pt>
                <c:pt idx="62">
                  <c:v>0.19957625870000001</c:v>
                </c:pt>
                <c:pt idx="63">
                  <c:v>0.19955137370000001</c:v>
                </c:pt>
                <c:pt idx="64">
                  <c:v>0.19953364130000001</c:v>
                </c:pt>
                <c:pt idx="65">
                  <c:v>0.19952093060000001</c:v>
                </c:pt>
                <c:pt idx="66">
                  <c:v>0.1995117515</c:v>
                </c:pt>
                <c:pt idx="67">
                  <c:v>0.1995050609</c:v>
                </c:pt>
                <c:pt idx="68">
                  <c:v>0.1995001435</c:v>
                </c:pt>
                <c:pt idx="69">
                  <c:v>0.19949644799999999</c:v>
                </c:pt>
                <c:pt idx="70">
                  <c:v>0.1994936615</c:v>
                </c:pt>
                <c:pt idx="71">
                  <c:v>0.19949154559999999</c:v>
                </c:pt>
                <c:pt idx="72">
                  <c:v>0.1994899064</c:v>
                </c:pt>
                <c:pt idx="73">
                  <c:v>0.19948858019999999</c:v>
                </c:pt>
                <c:pt idx="74">
                  <c:v>0.19948755200000001</c:v>
                </c:pt>
                <c:pt idx="75">
                  <c:v>0.19948667289999999</c:v>
                </c:pt>
                <c:pt idx="76">
                  <c:v>0.19948595760000001</c:v>
                </c:pt>
                <c:pt idx="77">
                  <c:v>0.1994853318</c:v>
                </c:pt>
                <c:pt idx="78">
                  <c:v>0.19948479529999999</c:v>
                </c:pt>
                <c:pt idx="79">
                  <c:v>0.1994843483</c:v>
                </c:pt>
                <c:pt idx="80">
                  <c:v>0.199483946</c:v>
                </c:pt>
                <c:pt idx="81">
                  <c:v>0.19948361810000001</c:v>
                </c:pt>
                <c:pt idx="82">
                  <c:v>0.19948330519999999</c:v>
                </c:pt>
                <c:pt idx="83">
                  <c:v>0.199483037</c:v>
                </c:pt>
                <c:pt idx="84">
                  <c:v>0.19948279860000001</c:v>
                </c:pt>
                <c:pt idx="85">
                  <c:v>0.1994825751</c:v>
                </c:pt>
                <c:pt idx="86">
                  <c:v>0.19948235149999999</c:v>
                </c:pt>
                <c:pt idx="87">
                  <c:v>0.1994821578</c:v>
                </c:pt>
                <c:pt idx="88">
                  <c:v>0.1994820088</c:v>
                </c:pt>
                <c:pt idx="89">
                  <c:v>0.19948184490000001</c:v>
                </c:pt>
                <c:pt idx="90">
                  <c:v>0.19948168099999999</c:v>
                </c:pt>
                <c:pt idx="91">
                  <c:v>0.1994814724</c:v>
                </c:pt>
                <c:pt idx="92">
                  <c:v>0.19948127869999999</c:v>
                </c:pt>
                <c:pt idx="93">
                  <c:v>0.19948107000000001</c:v>
                </c:pt>
                <c:pt idx="94">
                  <c:v>0.1994808465</c:v>
                </c:pt>
                <c:pt idx="95">
                  <c:v>0.19948060810000001</c:v>
                </c:pt>
                <c:pt idx="96">
                  <c:v>0.19948039949999999</c:v>
                </c:pt>
                <c:pt idx="97">
                  <c:v>0.1994802654</c:v>
                </c:pt>
                <c:pt idx="98">
                  <c:v>0.1994801611</c:v>
                </c:pt>
                <c:pt idx="99">
                  <c:v>0.19948014620000001</c:v>
                </c:pt>
              </c:numCache>
            </c:numRef>
          </c:xVal>
          <c:yVal>
            <c:numRef>
              <c:f>'100cm_1_cm_ALL_NODES_IPHR_1cm'!$H$102:$H$201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983-4362-B735-44CCA247BA95}"/>
            </c:ext>
          </c:extLst>
        </c:ser>
        <c:ser>
          <c:idx val="1"/>
          <c:order val="1"/>
          <c:tx>
            <c:v>K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'100cm_1_cm_ALL_NODES_IPHR_1cm'!$W$102:$W$201</c:f>
              <c:numCache>
                <c:formatCode>0.00000</c:formatCode>
                <c:ptCount val="100"/>
                <c:pt idx="0">
                  <c:v>5.2034999999999999E-5</c:v>
                </c:pt>
                <c:pt idx="1">
                  <c:v>1.2768E-4</c:v>
                </c:pt>
                <c:pt idx="2">
                  <c:v>2.4438000000000004E-4</c:v>
                </c:pt>
                <c:pt idx="3">
                  <c:v>4.1609000000000004E-4</c:v>
                </c:pt>
                <c:pt idx="4">
                  <c:v>6.6027000000000002E-4</c:v>
                </c:pt>
                <c:pt idx="5">
                  <c:v>1.0016000000000001E-3</c:v>
                </c:pt>
                <c:pt idx="6">
                  <c:v>1.4726000000000001E-3</c:v>
                </c:pt>
                <c:pt idx="7">
                  <c:v>2.1151E-3</c:v>
                </c:pt>
                <c:pt idx="8">
                  <c:v>2.9828999999999997E-3</c:v>
                </c:pt>
                <c:pt idx="9">
                  <c:v>4.1446E-3</c:v>
                </c:pt>
                <c:pt idx="10">
                  <c:v>5.6879000000000001E-3</c:v>
                </c:pt>
                <c:pt idx="11">
                  <c:v>7.7240999999999994E-3</c:v>
                </c:pt>
                <c:pt idx="12">
                  <c:v>1.0394E-2</c:v>
                </c:pt>
                <c:pt idx="13">
                  <c:v>1.3876000000000001E-2</c:v>
                </c:pt>
                <c:pt idx="14">
                  <c:v>1.8393000000000003E-2</c:v>
                </c:pt>
                <c:pt idx="15">
                  <c:v>2.4226000000000001E-2</c:v>
                </c:pt>
                <c:pt idx="16">
                  <c:v>3.1726000000000004E-2</c:v>
                </c:pt>
                <c:pt idx="17">
                  <c:v>4.1333000000000002E-2</c:v>
                </c:pt>
                <c:pt idx="18">
                  <c:v>5.3591E-2</c:v>
                </c:pt>
                <c:pt idx="19">
                  <c:v>6.9177000000000002E-2</c:v>
                </c:pt>
                <c:pt idx="20">
                  <c:v>8.8926999999999992E-2</c:v>
                </c:pt>
                <c:pt idx="21">
                  <c:v>0.11386</c:v>
                </c:pt>
                <c:pt idx="22">
                  <c:v>0.14524000000000001</c:v>
                </c:pt>
                <c:pt idx="23">
                  <c:v>0.18459</c:v>
                </c:pt>
                <c:pt idx="24">
                  <c:v>0.23374999999999999</c:v>
                </c:pt>
                <c:pt idx="25">
                  <c:v>0.29485999999999996</c:v>
                </c:pt>
                <c:pt idx="26">
                  <c:v>0.37008000000000002</c:v>
                </c:pt>
                <c:pt idx="27">
                  <c:v>0.46072000000000002</c:v>
                </c:pt>
                <c:pt idx="28">
                  <c:v>0.56616</c:v>
                </c:pt>
                <c:pt idx="29">
                  <c:v>0.68279000000000001</c:v>
                </c:pt>
                <c:pt idx="30">
                  <c:v>0.80276999999999998</c:v>
                </c:pt>
                <c:pt idx="31">
                  <c:v>0.75783999999999996</c:v>
                </c:pt>
                <c:pt idx="32">
                  <c:v>0.70206999999999997</c:v>
                </c:pt>
                <c:pt idx="33">
                  <c:v>0.64466000000000001</c:v>
                </c:pt>
                <c:pt idx="34">
                  <c:v>0.58662000000000003</c:v>
                </c:pt>
                <c:pt idx="35">
                  <c:v>0.52924000000000004</c:v>
                </c:pt>
                <c:pt idx="36">
                  <c:v>0.47402</c:v>
                </c:pt>
                <c:pt idx="37">
                  <c:v>0.42246</c:v>
                </c:pt>
                <c:pt idx="38">
                  <c:v>0.37595000000000001</c:v>
                </c:pt>
                <c:pt idx="39">
                  <c:v>0.33552000000000004</c:v>
                </c:pt>
                <c:pt idx="40">
                  <c:v>0.30171000000000003</c:v>
                </c:pt>
                <c:pt idx="41">
                  <c:v>0.27450000000000002</c:v>
                </c:pt>
                <c:pt idx="42">
                  <c:v>0.25337999999999999</c:v>
                </c:pt>
                <c:pt idx="43">
                  <c:v>0.23751999999999998</c:v>
                </c:pt>
                <c:pt idx="44">
                  <c:v>0.22594</c:v>
                </c:pt>
                <c:pt idx="45">
                  <c:v>0.21767</c:v>
                </c:pt>
                <c:pt idx="46">
                  <c:v>0.21190000000000001</c:v>
                </c:pt>
                <c:pt idx="47">
                  <c:v>0.20791999999999999</c:v>
                </c:pt>
                <c:pt idx="48">
                  <c:v>0.20521999999999999</c:v>
                </c:pt>
                <c:pt idx="49">
                  <c:v>0.20341000000000001</c:v>
                </c:pt>
                <c:pt idx="50">
                  <c:v>0.20221</c:v>
                </c:pt>
                <c:pt idx="51">
                  <c:v>0.20142000000000002</c:v>
                </c:pt>
                <c:pt idx="52">
                  <c:v>0.2009</c:v>
                </c:pt>
                <c:pt idx="53">
                  <c:v>0.20057000000000003</c:v>
                </c:pt>
                <c:pt idx="54">
                  <c:v>0.20036000000000001</c:v>
                </c:pt>
                <c:pt idx="55">
                  <c:v>0.20022000000000001</c:v>
                </c:pt>
                <c:pt idx="56">
                  <c:v>0.20013999999999998</c:v>
                </c:pt>
                <c:pt idx="57">
                  <c:v>0.20008000000000001</c:v>
                </c:pt>
                <c:pt idx="58">
                  <c:v>0.20005000000000001</c:v>
                </c:pt>
                <c:pt idx="59">
                  <c:v>0.20002999999999999</c:v>
                </c:pt>
                <c:pt idx="60">
                  <c:v>0.20002</c:v>
                </c:pt>
                <c:pt idx="61">
                  <c:v>0.20000999999999999</c:v>
                </c:pt>
                <c:pt idx="62">
                  <c:v>0.20000999999999999</c:v>
                </c:pt>
                <c:pt idx="63">
                  <c:v>0.2</c:v>
                </c:pt>
                <c:pt idx="64">
                  <c:v>0.2</c:v>
                </c:pt>
                <c:pt idx="65">
                  <c:v>0.2</c:v>
                </c:pt>
                <c:pt idx="66">
                  <c:v>0.2</c:v>
                </c:pt>
                <c:pt idx="67">
                  <c:v>0.2</c:v>
                </c:pt>
                <c:pt idx="68">
                  <c:v>0.2</c:v>
                </c:pt>
                <c:pt idx="69">
                  <c:v>0.2</c:v>
                </c:pt>
                <c:pt idx="70">
                  <c:v>0.2</c:v>
                </c:pt>
                <c:pt idx="71">
                  <c:v>0.2</c:v>
                </c:pt>
                <c:pt idx="72">
                  <c:v>0.2</c:v>
                </c:pt>
                <c:pt idx="73">
                  <c:v>0.2</c:v>
                </c:pt>
                <c:pt idx="74">
                  <c:v>0.2</c:v>
                </c:pt>
                <c:pt idx="75">
                  <c:v>0.2</c:v>
                </c:pt>
                <c:pt idx="76">
                  <c:v>0.2</c:v>
                </c:pt>
                <c:pt idx="77">
                  <c:v>0.2</c:v>
                </c:pt>
                <c:pt idx="78">
                  <c:v>0.2</c:v>
                </c:pt>
                <c:pt idx="79">
                  <c:v>0.2</c:v>
                </c:pt>
                <c:pt idx="80">
                  <c:v>0.2</c:v>
                </c:pt>
                <c:pt idx="81">
                  <c:v>0.2</c:v>
                </c:pt>
                <c:pt idx="82">
                  <c:v>0.2</c:v>
                </c:pt>
                <c:pt idx="83">
                  <c:v>0.2</c:v>
                </c:pt>
                <c:pt idx="84">
                  <c:v>0.2</c:v>
                </c:pt>
                <c:pt idx="85">
                  <c:v>0.2</c:v>
                </c:pt>
                <c:pt idx="86">
                  <c:v>0.2</c:v>
                </c:pt>
                <c:pt idx="87">
                  <c:v>0.2</c:v>
                </c:pt>
                <c:pt idx="88">
                  <c:v>0.2</c:v>
                </c:pt>
                <c:pt idx="89">
                  <c:v>0.2</c:v>
                </c:pt>
                <c:pt idx="90">
                  <c:v>0.2</c:v>
                </c:pt>
                <c:pt idx="91">
                  <c:v>0.2</c:v>
                </c:pt>
                <c:pt idx="92">
                  <c:v>0.2</c:v>
                </c:pt>
                <c:pt idx="93">
                  <c:v>0.2</c:v>
                </c:pt>
                <c:pt idx="94">
                  <c:v>0.2</c:v>
                </c:pt>
                <c:pt idx="95">
                  <c:v>0.2</c:v>
                </c:pt>
                <c:pt idx="96">
                  <c:v>0.2</c:v>
                </c:pt>
                <c:pt idx="97">
                  <c:v>0.2</c:v>
                </c:pt>
                <c:pt idx="98">
                  <c:v>0.2</c:v>
                </c:pt>
                <c:pt idx="99">
                  <c:v>0.2</c:v>
                </c:pt>
              </c:numCache>
            </c:numRef>
          </c:xVal>
          <c:yVal>
            <c:numRef>
              <c:f>'100cm_1_cm_ALL_NODES_IPHR_1cm'!$Q$102:$Q$201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983-4362-B735-44CCA247BA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1.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/>
              <a:t>Comparison of K+ Concentrations after 2 Days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K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'100cm_1_cm_ALL_NODES_IPHR_1cm'!$L$202:$L$301</c:f>
              <c:numCache>
                <c:formatCode>0.00000</c:formatCode>
                <c:ptCount val="100"/>
                <c:pt idx="0">
                  <c:v>0</c:v>
                </c:pt>
                <c:pt idx="1">
                  <c:v>2.8845615820000001E-6</c:v>
                </c:pt>
                <c:pt idx="2">
                  <c:v>6.7672053769999997E-6</c:v>
                </c:pt>
                <c:pt idx="3">
                  <c:v>1.188525221E-5</c:v>
                </c:pt>
                <c:pt idx="4">
                  <c:v>1.8510840159999999E-5</c:v>
                </c:pt>
                <c:pt idx="5">
                  <c:v>2.69577431E-5</c:v>
                </c:pt>
                <c:pt idx="6">
                  <c:v>3.7586145479999997E-5</c:v>
                </c:pt>
                <c:pt idx="7">
                  <c:v>5.0807011579999997E-5</c:v>
                </c:pt>
                <c:pt idx="8">
                  <c:v>6.7086242780000003E-5</c:v>
                </c:pt>
                <c:pt idx="9">
                  <c:v>8.6948486569999998E-5</c:v>
                </c:pt>
                <c:pt idx="10">
                  <c:v>1.109805671E-4</c:v>
                </c:pt>
                <c:pt idx="11">
                  <c:v>1.3983434469999999E-4</c:v>
                </c:pt>
                <c:pt idx="12">
                  <c:v>1.742289605E-4</c:v>
                </c:pt>
                <c:pt idx="13">
                  <c:v>2.1495220430000001E-4</c:v>
                </c:pt>
                <c:pt idx="14">
                  <c:v>2.628613438E-4</c:v>
                </c:pt>
                <c:pt idx="15">
                  <c:v>3.1888330700000002E-4</c:v>
                </c:pt>
                <c:pt idx="16">
                  <c:v>3.8401634079999997E-4</c:v>
                </c:pt>
                <c:pt idx="17">
                  <c:v>4.593368794E-4</c:v>
                </c:pt>
                <c:pt idx="18">
                  <c:v>5.4602621819999997E-4</c:v>
                </c:pt>
                <c:pt idx="19">
                  <c:v>6.4548809309999998E-4</c:v>
                </c:pt>
                <c:pt idx="20">
                  <c:v>7.5992901110000005E-4</c:v>
                </c:pt>
                <c:pt idx="21">
                  <c:v>8.9276337530000004E-4</c:v>
                </c:pt>
                <c:pt idx="22">
                  <c:v>1.048096456E-3</c:v>
                </c:pt>
                <c:pt idx="23">
                  <c:v>1.230905764E-3</c:v>
                </c:pt>
                <c:pt idx="24">
                  <c:v>1.4472693440000001E-3</c:v>
                </c:pt>
                <c:pt idx="25">
                  <c:v>1.7046888819999999E-3</c:v>
                </c:pt>
                <c:pt idx="26">
                  <c:v>2.0125415180000002E-3</c:v>
                </c:pt>
                <c:pt idx="27">
                  <c:v>2.3825203529999998E-3</c:v>
                </c:pt>
                <c:pt idx="28">
                  <c:v>2.8291800990000002E-3</c:v>
                </c:pt>
                <c:pt idx="29">
                  <c:v>3.3706258979999998E-3</c:v>
                </c:pt>
                <c:pt idx="30">
                  <c:v>4.0293615309999996E-3</c:v>
                </c:pt>
                <c:pt idx="31">
                  <c:v>4.8333480950000004E-3</c:v>
                </c:pt>
                <c:pt idx="32">
                  <c:v>5.8173141439999999E-3</c:v>
                </c:pt>
                <c:pt idx="33">
                  <c:v>7.0243882949999996E-3</c:v>
                </c:pt>
                <c:pt idx="34">
                  <c:v>8.508138359E-3</c:v>
                </c:pt>
                <c:pt idx="35">
                  <c:v>1.0335107329999999E-2</c:v>
                </c:pt>
                <c:pt idx="36">
                  <c:v>1.2587988749999999E-2</c:v>
                </c:pt>
                <c:pt idx="37">
                  <c:v>1.5369589439999999E-2</c:v>
                </c:pt>
                <c:pt idx="38">
                  <c:v>1.8807791170000001E-2</c:v>
                </c:pt>
                <c:pt idx="39">
                  <c:v>2.3061700170000001E-2</c:v>
                </c:pt>
                <c:pt idx="40">
                  <c:v>2.832931466E-2</c:v>
                </c:pt>
                <c:pt idx="41">
                  <c:v>3.4856941549999999E-2</c:v>
                </c:pt>
                <c:pt idx="42">
                  <c:v>4.2950734499999997E-2</c:v>
                </c:pt>
                <c:pt idx="43">
                  <c:v>5.2990663799999997E-2</c:v>
                </c:pt>
                <c:pt idx="44">
                  <c:v>6.5447241069999995E-2</c:v>
                </c:pt>
                <c:pt idx="45">
                  <c:v>8.0901324750000003E-2</c:v>
                </c:pt>
                <c:pt idx="46">
                  <c:v>0.1000673398</c:v>
                </c:pt>
                <c:pt idx="47">
                  <c:v>0.12381989509999999</c:v>
                </c:pt>
                <c:pt idx="48">
                  <c:v>0.15322403609999999</c:v>
                </c:pt>
                <c:pt idx="49">
                  <c:v>0.18956865370000001</c:v>
                </c:pt>
                <c:pt idx="50">
                  <c:v>0.2604942918</c:v>
                </c:pt>
                <c:pt idx="51">
                  <c:v>0.35689014200000002</c:v>
                </c:pt>
                <c:pt idx="52">
                  <c:v>0.43950614329999999</c:v>
                </c:pt>
                <c:pt idx="53">
                  <c:v>0.54068607089999998</c:v>
                </c:pt>
                <c:pt idx="54">
                  <c:v>0.66440320009999998</c:v>
                </c:pt>
                <c:pt idx="55">
                  <c:v>0.81921756270000001</c:v>
                </c:pt>
                <c:pt idx="56">
                  <c:v>0.98802274469999996</c:v>
                </c:pt>
                <c:pt idx="57">
                  <c:v>0.98299396039999998</c:v>
                </c:pt>
                <c:pt idx="58">
                  <c:v>0.95641458030000004</c:v>
                </c:pt>
                <c:pt idx="59">
                  <c:v>0.92534393069999998</c:v>
                </c:pt>
                <c:pt idx="60">
                  <c:v>0.89109236000000003</c:v>
                </c:pt>
                <c:pt idx="61">
                  <c:v>0.85390126710000003</c:v>
                </c:pt>
                <c:pt idx="62">
                  <c:v>0.81390321249999997</c:v>
                </c:pt>
                <c:pt idx="63">
                  <c:v>0.77128547430000005</c:v>
                </c:pt>
                <c:pt idx="64">
                  <c:v>0.72634452579999997</c:v>
                </c:pt>
                <c:pt idx="65">
                  <c:v>0.67951840159999999</c:v>
                </c:pt>
                <c:pt idx="66">
                  <c:v>0.63140535350000004</c:v>
                </c:pt>
                <c:pt idx="67">
                  <c:v>0.58277070519999996</c:v>
                </c:pt>
                <c:pt idx="68">
                  <c:v>0.53453165290000004</c:v>
                </c:pt>
                <c:pt idx="69">
                  <c:v>0.48771202559999999</c:v>
                </c:pt>
                <c:pt idx="70">
                  <c:v>0.44336146119999997</c:v>
                </c:pt>
                <c:pt idx="71">
                  <c:v>0.40244370699999998</c:v>
                </c:pt>
                <c:pt idx="72">
                  <c:v>0.36571738120000002</c:v>
                </c:pt>
                <c:pt idx="73">
                  <c:v>0.3336420953</c:v>
                </c:pt>
                <c:pt idx="74">
                  <c:v>0.30634343619999999</c:v>
                </c:pt>
                <c:pt idx="75">
                  <c:v>0.28364413979999997</c:v>
                </c:pt>
                <c:pt idx="76">
                  <c:v>0.2651438713</c:v>
                </c:pt>
                <c:pt idx="77">
                  <c:v>0.2503151596</c:v>
                </c:pt>
                <c:pt idx="78">
                  <c:v>0.23858912290000001</c:v>
                </c:pt>
                <c:pt idx="79">
                  <c:v>0.2294161767</c:v>
                </c:pt>
                <c:pt idx="80">
                  <c:v>0.2223015726</c:v>
                </c:pt>
                <c:pt idx="81">
                  <c:v>0.2168208361</c:v>
                </c:pt>
                <c:pt idx="82">
                  <c:v>0.21262151000000001</c:v>
                </c:pt>
                <c:pt idx="83">
                  <c:v>0.20941811799999999</c:v>
                </c:pt>
                <c:pt idx="84">
                  <c:v>0.206983164</c:v>
                </c:pt>
                <c:pt idx="85">
                  <c:v>0.20513799790000001</c:v>
                </c:pt>
                <c:pt idx="86">
                  <c:v>0.20374323429999999</c:v>
                </c:pt>
                <c:pt idx="87">
                  <c:v>0.20269136130000001</c:v>
                </c:pt>
                <c:pt idx="88">
                  <c:v>0.20189963280000001</c:v>
                </c:pt>
                <c:pt idx="89">
                  <c:v>0.20130476359999999</c:v>
                </c:pt>
                <c:pt idx="90">
                  <c:v>0.20085850359999999</c:v>
                </c:pt>
                <c:pt idx="91">
                  <c:v>0.20052419599999999</c:v>
                </c:pt>
                <c:pt idx="92">
                  <c:v>0.2002740949</c:v>
                </c:pt>
                <c:pt idx="93">
                  <c:v>0.20008723440000001</c:v>
                </c:pt>
                <c:pt idx="94">
                  <c:v>0.19994789360000001</c:v>
                </c:pt>
                <c:pt idx="95">
                  <c:v>0.19984437529999999</c:v>
                </c:pt>
                <c:pt idx="96">
                  <c:v>0.1997681707</c:v>
                </c:pt>
                <c:pt idx="97">
                  <c:v>0.19971358780000001</c:v>
                </c:pt>
                <c:pt idx="98">
                  <c:v>0.19967770579999999</c:v>
                </c:pt>
                <c:pt idx="99">
                  <c:v>0.19966134429999999</c:v>
                </c:pt>
              </c:numCache>
            </c:numRef>
          </c:xVal>
          <c:yVal>
            <c:numRef>
              <c:f>'100cm_1_cm_ALL_NODES_IPHR_1cm'!$H$102:$H$201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A4E-4937-A31D-8095E38985DD}"/>
            </c:ext>
          </c:extLst>
        </c:ser>
        <c:ser>
          <c:idx val="1"/>
          <c:order val="1"/>
          <c:tx>
            <c:v>K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'100cm_1_cm_ALL_NODES_IPHR_1cm'!$W$202:$W$301</c:f>
              <c:numCache>
                <c:formatCode>0.00000</c:formatCode>
                <c:ptCount val="100"/>
                <c:pt idx="0">
                  <c:v>1.1289E-7</c:v>
                </c:pt>
                <c:pt idx="1">
                  <c:v>2.7751E-7</c:v>
                </c:pt>
                <c:pt idx="2">
                  <c:v>5.3271000000000006E-7</c:v>
                </c:pt>
                <c:pt idx="3">
                  <c:v>9.1066000000000008E-7</c:v>
                </c:pt>
                <c:pt idx="4">
                  <c:v>1.4525000000000001E-6</c:v>
                </c:pt>
                <c:pt idx="5">
                  <c:v>2.2170000000000001E-6</c:v>
                </c:pt>
                <c:pt idx="6">
                  <c:v>3.2834000000000002E-6</c:v>
                </c:pt>
                <c:pt idx="7">
                  <c:v>4.7554000000000002E-6</c:v>
                </c:pt>
                <c:pt idx="8">
                  <c:v>6.7688999999999997E-6</c:v>
                </c:pt>
                <c:pt idx="9">
                  <c:v>9.5016999999999992E-6</c:v>
                </c:pt>
                <c:pt idx="10">
                  <c:v>1.3186E-5</c:v>
                </c:pt>
                <c:pt idx="11">
                  <c:v>1.8121000000000001E-5</c:v>
                </c:pt>
                <c:pt idx="12">
                  <c:v>2.4698999999999998E-5</c:v>
                </c:pt>
                <c:pt idx="13">
                  <c:v>3.3419999999999995E-5</c:v>
                </c:pt>
                <c:pt idx="14">
                  <c:v>4.4934E-5</c:v>
                </c:pt>
                <c:pt idx="15">
                  <c:v>6.0070999999999995E-5</c:v>
                </c:pt>
                <c:pt idx="16">
                  <c:v>7.9896000000000009E-5</c:v>
                </c:pt>
                <c:pt idx="17">
                  <c:v>1.0577E-4</c:v>
                </c:pt>
                <c:pt idx="18">
                  <c:v>1.3943000000000001E-4</c:v>
                </c:pt>
                <c:pt idx="19">
                  <c:v>1.8309000000000001E-4</c:v>
                </c:pt>
                <c:pt idx="20">
                  <c:v>2.3956000000000002E-4</c:v>
                </c:pt>
                <c:pt idx="21">
                  <c:v>3.1239000000000001E-4</c:v>
                </c:pt>
                <c:pt idx="22">
                  <c:v>4.061E-4</c:v>
                </c:pt>
                <c:pt idx="23">
                  <c:v>5.2641000000000005E-4</c:v>
                </c:pt>
                <c:pt idx="24">
                  <c:v>6.8050000000000001E-4</c:v>
                </c:pt>
                <c:pt idx="25">
                  <c:v>8.7746000000000005E-4</c:v>
                </c:pt>
                <c:pt idx="26">
                  <c:v>1.1287000000000001E-3</c:v>
                </c:pt>
                <c:pt idx="27">
                  <c:v>1.4487E-3</c:v>
                </c:pt>
                <c:pt idx="28">
                  <c:v>1.8554000000000001E-3</c:v>
                </c:pt>
                <c:pt idx="29">
                  <c:v>2.3714999999999999E-3</c:v>
                </c:pt>
                <c:pt idx="30">
                  <c:v>3.0255E-3</c:v>
                </c:pt>
                <c:pt idx="31">
                  <c:v>3.8528999999999998E-3</c:v>
                </c:pt>
                <c:pt idx="32">
                  <c:v>4.8982000000000001E-3</c:v>
                </c:pt>
                <c:pt idx="33">
                  <c:v>6.2172E-3</c:v>
                </c:pt>
                <c:pt idx="34">
                  <c:v>7.8792999999999988E-3</c:v>
                </c:pt>
                <c:pt idx="35">
                  <c:v>9.9711999999999995E-3</c:v>
                </c:pt>
                <c:pt idx="36">
                  <c:v>1.2600999999999999E-2</c:v>
                </c:pt>
                <c:pt idx="37">
                  <c:v>1.5903999999999998E-2</c:v>
                </c:pt>
                <c:pt idx="38">
                  <c:v>2.0046999999999999E-2</c:v>
                </c:pt>
                <c:pt idx="39">
                  <c:v>2.5239000000000001E-2</c:v>
                </c:pt>
                <c:pt idx="40">
                  <c:v>3.1739999999999997E-2</c:v>
                </c:pt>
                <c:pt idx="41">
                  <c:v>3.9869000000000002E-2</c:v>
                </c:pt>
                <c:pt idx="42">
                  <c:v>5.0025E-2</c:v>
                </c:pt>
                <c:pt idx="43">
                  <c:v>6.2700000000000006E-2</c:v>
                </c:pt>
                <c:pt idx="44">
                  <c:v>7.8502000000000002E-2</c:v>
                </c:pt>
                <c:pt idx="45">
                  <c:v>9.8177999999999988E-2</c:v>
                </c:pt>
                <c:pt idx="46">
                  <c:v>0.12265</c:v>
                </c:pt>
                <c:pt idx="47">
                  <c:v>0.15303</c:v>
                </c:pt>
                <c:pt idx="48">
                  <c:v>0.19068000000000002</c:v>
                </c:pt>
                <c:pt idx="49">
                  <c:v>0.23726</c:v>
                </c:pt>
                <c:pt idx="50">
                  <c:v>0.29469000000000001</c:v>
                </c:pt>
                <c:pt idx="51">
                  <c:v>0.36510999999999999</c:v>
                </c:pt>
                <c:pt idx="52">
                  <c:v>0.45083000000000001</c:v>
                </c:pt>
                <c:pt idx="53">
                  <c:v>0.55458000000000007</c:v>
                </c:pt>
                <c:pt idx="54">
                  <c:v>0.67942000000000002</c:v>
                </c:pt>
                <c:pt idx="55">
                  <c:v>0.82469999999999999</c:v>
                </c:pt>
                <c:pt idx="56">
                  <c:v>0.97272999999999998</c:v>
                </c:pt>
                <c:pt idx="57">
                  <c:v>0.99383999999999995</c:v>
                </c:pt>
                <c:pt idx="58">
                  <c:v>0.96484000000000003</c:v>
                </c:pt>
                <c:pt idx="59">
                  <c:v>0.93262</c:v>
                </c:pt>
                <c:pt idx="60">
                  <c:v>0.89751000000000003</c:v>
                </c:pt>
                <c:pt idx="61">
                  <c:v>0.85946999999999996</c:v>
                </c:pt>
                <c:pt idx="62">
                  <c:v>0.81855</c:v>
                </c:pt>
                <c:pt idx="63">
                  <c:v>0.77495999999999998</c:v>
                </c:pt>
                <c:pt idx="64">
                  <c:v>0.72897999999999996</c:v>
                </c:pt>
                <c:pt idx="65">
                  <c:v>0.68106999999999995</c:v>
                </c:pt>
                <c:pt idx="66">
                  <c:v>0.63181999999999994</c:v>
                </c:pt>
                <c:pt idx="67">
                  <c:v>0.58197999999999994</c:v>
                </c:pt>
                <c:pt idx="68">
                  <c:v>0.53247</c:v>
                </c:pt>
                <c:pt idx="69">
                  <c:v>0.48431000000000002</c:v>
                </c:pt>
                <c:pt idx="70">
                  <c:v>0.43853999999999999</c:v>
                </c:pt>
                <c:pt idx="71">
                  <c:v>0.39618999999999999</c:v>
                </c:pt>
                <c:pt idx="72">
                  <c:v>0.35811000000000004</c:v>
                </c:pt>
                <c:pt idx="73">
                  <c:v>0.32486999999999999</c:v>
                </c:pt>
                <c:pt idx="74">
                  <c:v>0.29674999999999996</c:v>
                </c:pt>
                <c:pt idx="75">
                  <c:v>0.27365</c:v>
                </c:pt>
                <c:pt idx="76">
                  <c:v>0.25518999999999997</c:v>
                </c:pt>
                <c:pt idx="77">
                  <c:v>0.24081</c:v>
                </c:pt>
                <c:pt idx="78">
                  <c:v>0.22982999999999998</c:v>
                </c:pt>
                <c:pt idx="79">
                  <c:v>0.22159999999999999</c:v>
                </c:pt>
                <c:pt idx="80">
                  <c:v>0.21551999999999999</c:v>
                </c:pt>
                <c:pt idx="81">
                  <c:v>0.21107999999999999</c:v>
                </c:pt>
                <c:pt idx="82">
                  <c:v>0.20787</c:v>
                </c:pt>
                <c:pt idx="83">
                  <c:v>0.20555999999999999</c:v>
                </c:pt>
                <c:pt idx="84">
                  <c:v>0.20390999999999998</c:v>
                </c:pt>
                <c:pt idx="85">
                  <c:v>0.20274</c:v>
                </c:pt>
                <c:pt idx="86">
                  <c:v>0.20191000000000001</c:v>
                </c:pt>
                <c:pt idx="87">
                  <c:v>0.20133000000000001</c:v>
                </c:pt>
                <c:pt idx="88">
                  <c:v>0.20091999999999999</c:v>
                </c:pt>
                <c:pt idx="89">
                  <c:v>0.20064000000000001</c:v>
                </c:pt>
                <c:pt idx="90">
                  <c:v>0.20044000000000001</c:v>
                </c:pt>
                <c:pt idx="91">
                  <c:v>0.20029999999999998</c:v>
                </c:pt>
                <c:pt idx="92">
                  <c:v>0.20021</c:v>
                </c:pt>
                <c:pt idx="93">
                  <c:v>0.20013999999999998</c:v>
                </c:pt>
                <c:pt idx="94">
                  <c:v>0.2001</c:v>
                </c:pt>
                <c:pt idx="95">
                  <c:v>0.20006000000000002</c:v>
                </c:pt>
                <c:pt idx="96">
                  <c:v>0.20004</c:v>
                </c:pt>
                <c:pt idx="97">
                  <c:v>0.20002999999999999</c:v>
                </c:pt>
                <c:pt idx="98">
                  <c:v>0.20002</c:v>
                </c:pt>
                <c:pt idx="99">
                  <c:v>0.20002</c:v>
                </c:pt>
              </c:numCache>
            </c:numRef>
          </c:xVal>
          <c:yVal>
            <c:numRef>
              <c:f>'100cm_1_cm_ALL_NODES_IPHR_1cm'!$Q$102:$Q$201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A4E-4937-A31D-8095E3898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1.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/>
              <a:t>Comparison of K+ Concentrations after 3 Days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K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'100cm_1_cm_ALL_NODES_IPHR_1cm'!$L$302:$L$401</c:f>
              <c:numCache>
                <c:formatCode>0.00000</c:formatCode>
                <c:ptCount val="100"/>
                <c:pt idx="0">
                  <c:v>0</c:v>
                </c:pt>
                <c:pt idx="1">
                  <c:v>1.2292315430000001E-7</c:v>
                </c:pt>
                <c:pt idx="2">
                  <c:v>2.885418269E-7</c:v>
                </c:pt>
                <c:pt idx="3">
                  <c:v>5.0791970810000003E-7</c:v>
                </c:pt>
                <c:pt idx="4">
                  <c:v>7.9380390620000005E-7</c:v>
                </c:pt>
                <c:pt idx="5">
                  <c:v>1.1612270329999999E-6</c:v>
                </c:pt>
                <c:pt idx="6">
                  <c:v>1.627922643E-6</c:v>
                </c:pt>
                <c:pt idx="7">
                  <c:v>2.2147405620000001E-6</c:v>
                </c:pt>
                <c:pt idx="8">
                  <c:v>2.946094355E-6</c:v>
                </c:pt>
                <c:pt idx="9">
                  <c:v>3.8504444999999997E-6</c:v>
                </c:pt>
                <c:pt idx="10">
                  <c:v>4.9608297559999999E-6</c:v>
                </c:pt>
                <c:pt idx="11">
                  <c:v>6.3154448070000001E-6</c:v>
                </c:pt>
                <c:pt idx="12">
                  <c:v>7.9582678150000004E-6</c:v>
                </c:pt>
                <c:pt idx="13">
                  <c:v>9.93978847E-6</c:v>
                </c:pt>
                <c:pt idx="14">
                  <c:v>1.23176851E-5</c:v>
                </c:pt>
                <c:pt idx="15">
                  <c:v>1.5157508639999999E-5</c:v>
                </c:pt>
                <c:pt idx="16">
                  <c:v>1.8533570259999998E-5</c:v>
                </c:pt>
                <c:pt idx="17">
                  <c:v>2.2529811759999999E-5</c:v>
                </c:pt>
                <c:pt idx="18">
                  <c:v>2.7240716009999998E-5</c:v>
                </c:pt>
                <c:pt idx="19">
                  <c:v>3.2772251869999999E-5</c:v>
                </c:pt>
                <c:pt idx="20">
                  <c:v>3.9242848289999999E-5</c:v>
                </c:pt>
                <c:pt idx="21">
                  <c:v>4.6784436560000001E-5</c:v>
                </c:pt>
                <c:pt idx="22">
                  <c:v>5.5543481720000003E-5</c:v>
                </c:pt>
                <c:pt idx="23">
                  <c:v>6.5682070269999996E-5</c:v>
                </c:pt>
                <c:pt idx="24">
                  <c:v>7.7379030700000002E-5</c:v>
                </c:pt>
                <c:pt idx="25">
                  <c:v>9.0831090349999995E-5</c:v>
                </c:pt>
                <c:pt idx="26">
                  <c:v>1.062540032E-4</c:v>
                </c:pt>
                <c:pt idx="27">
                  <c:v>1.238837285E-4</c:v>
                </c:pt>
                <c:pt idx="28">
                  <c:v>1.43977697E-4</c:v>
                </c:pt>
                <c:pt idx="29">
                  <c:v>1.6681596749999999E-4</c:v>
                </c:pt>
                <c:pt idx="30">
                  <c:v>1.9270241320000001E-4</c:v>
                </c:pt>
                <c:pt idx="31">
                  <c:v>2.2196599460000001E-4</c:v>
                </c:pt>
                <c:pt idx="32">
                  <c:v>2.5496186570000002E-4</c:v>
                </c:pt>
                <c:pt idx="33">
                  <c:v>2.9207245099999998E-4</c:v>
                </c:pt>
                <c:pt idx="34">
                  <c:v>3.337083326E-4</c:v>
                </c:pt>
                <c:pt idx="35">
                  <c:v>3.8030897849999998E-4</c:v>
                </c:pt>
                <c:pt idx="36">
                  <c:v>4.3234316400000001E-4</c:v>
                </c:pt>
                <c:pt idx="37">
                  <c:v>4.9030926309999998E-4</c:v>
                </c:pt>
                <c:pt idx="38">
                  <c:v>5.5473542310000002E-4</c:v>
                </c:pt>
                <c:pt idx="39">
                  <c:v>6.2618160150000005E-4</c:v>
                </c:pt>
                <c:pt idx="40">
                  <c:v>7.0524681359999996E-4</c:v>
                </c:pt>
                <c:pt idx="41">
                  <c:v>7.9259398629999997E-4</c:v>
                </c:pt>
                <c:pt idx="42">
                  <c:v>8.890636964E-4</c:v>
                </c:pt>
                <c:pt idx="43">
                  <c:v>9.9625706210000001E-4</c:v>
                </c:pt>
                <c:pt idx="44">
                  <c:v>1.116690226E-3</c:v>
                </c:pt>
                <c:pt idx="45">
                  <c:v>1.253279159E-3</c:v>
                </c:pt>
                <c:pt idx="46">
                  <c:v>1.4094430950000001E-3</c:v>
                </c:pt>
                <c:pt idx="47">
                  <c:v>1.589213847E-3</c:v>
                </c:pt>
                <c:pt idx="48">
                  <c:v>1.797343604E-3</c:v>
                </c:pt>
                <c:pt idx="49">
                  <c:v>2.0394208840000001E-3</c:v>
                </c:pt>
                <c:pt idx="50">
                  <c:v>2.487124177E-3</c:v>
                </c:pt>
                <c:pt idx="51">
                  <c:v>3.0607928059999999E-3</c:v>
                </c:pt>
                <c:pt idx="52">
                  <c:v>3.5307405049999998E-3</c:v>
                </c:pt>
                <c:pt idx="53">
                  <c:v>4.0915845890000004E-3</c:v>
                </c:pt>
                <c:pt idx="54">
                  <c:v>4.7638174149999997E-3</c:v>
                </c:pt>
                <c:pt idx="55">
                  <c:v>5.5728252049999996E-3</c:v>
                </c:pt>
                <c:pt idx="56">
                  <c:v>6.5500210039999996E-3</c:v>
                </c:pt>
                <c:pt idx="57">
                  <c:v>7.7342428270000003E-3</c:v>
                </c:pt>
                <c:pt idx="58">
                  <c:v>9.173481725E-3</c:v>
                </c:pt>
                <c:pt idx="59">
                  <c:v>1.0927019640000001E-2</c:v>
                </c:pt>
                <c:pt idx="60">
                  <c:v>1.30680576E-2</c:v>
                </c:pt>
                <c:pt idx="61">
                  <c:v>1.5686970200000001E-2</c:v>
                </c:pt>
                <c:pt idx="62">
                  <c:v>1.8895300109999999E-2</c:v>
                </c:pt>
                <c:pt idx="63">
                  <c:v>2.2830704229999998E-2</c:v>
                </c:pt>
                <c:pt idx="64">
                  <c:v>2.766301669E-2</c:v>
                </c:pt>
                <c:pt idx="65">
                  <c:v>3.3601727339999998E-2</c:v>
                </c:pt>
                <c:pt idx="66">
                  <c:v>4.0905132890000001E-2</c:v>
                </c:pt>
                <c:pt idx="67">
                  <c:v>4.9891583619999999E-2</c:v>
                </c:pt>
                <c:pt idx="68">
                  <c:v>6.0953222219999999E-2</c:v>
                </c:pt>
                <c:pt idx="69">
                  <c:v>7.4572704729999995E-2</c:v>
                </c:pt>
                <c:pt idx="70">
                  <c:v>9.1343462469999998E-2</c:v>
                </c:pt>
                <c:pt idx="71">
                  <c:v>0.11199419200000001</c:v>
                </c:pt>
                <c:pt idx="72">
                  <c:v>0.13741797210000001</c:v>
                </c:pt>
                <c:pt idx="73">
                  <c:v>0.16870656610000001</c:v>
                </c:pt>
                <c:pt idx="74">
                  <c:v>0.2071900964</c:v>
                </c:pt>
                <c:pt idx="75">
                  <c:v>0.25448066000000003</c:v>
                </c:pt>
                <c:pt idx="76">
                  <c:v>0.31251898410000001</c:v>
                </c:pt>
                <c:pt idx="77">
                  <c:v>0.38362023229999997</c:v>
                </c:pt>
                <c:pt idx="78">
                  <c:v>0.4705193043</c:v>
                </c:pt>
                <c:pt idx="79">
                  <c:v>0.57641351220000003</c:v>
                </c:pt>
                <c:pt idx="80">
                  <c:v>0.70496869090000003</c:v>
                </c:pt>
                <c:pt idx="81">
                  <c:v>0.86139768360000002</c:v>
                </c:pt>
                <c:pt idx="82">
                  <c:v>1.0623393059999999</c:v>
                </c:pt>
                <c:pt idx="83">
                  <c:v>1.0898407699999999</c:v>
                </c:pt>
                <c:pt idx="84">
                  <c:v>1.0796216729999999</c:v>
                </c:pt>
                <c:pt idx="85">
                  <c:v>1.0647592539999999</c:v>
                </c:pt>
                <c:pt idx="86">
                  <c:v>1.0475325579999999</c:v>
                </c:pt>
                <c:pt idx="87">
                  <c:v>1.028234243</c:v>
                </c:pt>
                <c:pt idx="88">
                  <c:v>1.0068527460000001</c:v>
                </c:pt>
                <c:pt idx="89">
                  <c:v>0.98331707719999994</c:v>
                </c:pt>
                <c:pt idx="90">
                  <c:v>0.95756447320000004</c:v>
                </c:pt>
                <c:pt idx="91">
                  <c:v>0.92957890030000001</c:v>
                </c:pt>
                <c:pt idx="92">
                  <c:v>0.8994313478</c:v>
                </c:pt>
                <c:pt idx="93">
                  <c:v>0.86733561749999999</c:v>
                </c:pt>
                <c:pt idx="94">
                  <c:v>0.83373337979999995</c:v>
                </c:pt>
                <c:pt idx="95">
                  <c:v>0.79942512509999997</c:v>
                </c:pt>
                <c:pt idx="96">
                  <c:v>0.76577037569999995</c:v>
                </c:pt>
                <c:pt idx="97">
                  <c:v>0.73498898739999996</c:v>
                </c:pt>
                <c:pt idx="98">
                  <c:v>0.710603714</c:v>
                </c:pt>
                <c:pt idx="99">
                  <c:v>0.69807034729999995</c:v>
                </c:pt>
              </c:numCache>
            </c:numRef>
          </c:xVal>
          <c:yVal>
            <c:numRef>
              <c:f>'100cm_1_cm_ALL_NODES_IPHR_1cm'!$H$202:$H$301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82E-48A6-8A69-5F423438C386}"/>
            </c:ext>
          </c:extLst>
        </c:ser>
        <c:ser>
          <c:idx val="1"/>
          <c:order val="1"/>
          <c:tx>
            <c:v>K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'100cm_1_cm_ALL_NODES_IPHR_1cm'!$W$302:$W$401</c:f>
              <c:numCache>
                <c:formatCode>0.00000</c:formatCode>
                <c:ptCount val="100"/>
                <c:pt idx="0">
                  <c:v>2.9495999999999998E-10</c:v>
                </c:pt>
                <c:pt idx="1">
                  <c:v>7.2551000000000001E-10</c:v>
                </c:pt>
                <c:pt idx="2">
                  <c:v>1.3941000000000002E-9</c:v>
                </c:pt>
                <c:pt idx="3">
                  <c:v>2.3863999999999999E-9</c:v>
                </c:pt>
                <c:pt idx="4">
                  <c:v>3.813E-9</c:v>
                </c:pt>
                <c:pt idx="5">
                  <c:v>5.8323999999999998E-9</c:v>
                </c:pt>
                <c:pt idx="6">
                  <c:v>8.6594999999999989E-9</c:v>
                </c:pt>
                <c:pt idx="7">
                  <c:v>1.2578E-8</c:v>
                </c:pt>
                <c:pt idx="8">
                  <c:v>1.7961999999999999E-8</c:v>
                </c:pt>
                <c:pt idx="9">
                  <c:v>2.5304000000000003E-8</c:v>
                </c:pt>
                <c:pt idx="10">
                  <c:v>3.5252999999999998E-8</c:v>
                </c:pt>
                <c:pt idx="11">
                  <c:v>4.8657999999999998E-8</c:v>
                </c:pt>
                <c:pt idx="12">
                  <c:v>6.6625000000000003E-8</c:v>
                </c:pt>
                <c:pt idx="13">
                  <c:v>9.0597000000000001E-8</c:v>
                </c:pt>
                <c:pt idx="14">
                  <c:v>1.2244999999999999E-7</c:v>
                </c:pt>
                <c:pt idx="15">
                  <c:v>1.646E-7</c:v>
                </c:pt>
                <c:pt idx="16">
                  <c:v>2.202E-7</c:v>
                </c:pt>
                <c:pt idx="17">
                  <c:v>2.9327999999999999E-7</c:v>
                </c:pt>
                <c:pt idx="18">
                  <c:v>3.8906999999999998E-7</c:v>
                </c:pt>
                <c:pt idx="19">
                  <c:v>5.1424999999999999E-7</c:v>
                </c:pt>
                <c:pt idx="20">
                  <c:v>6.7741000000000003E-7</c:v>
                </c:pt>
                <c:pt idx="21">
                  <c:v>8.8954000000000006E-7</c:v>
                </c:pt>
                <c:pt idx="22">
                  <c:v>1.1646999999999998E-6</c:v>
                </c:pt>
                <c:pt idx="23">
                  <c:v>1.5207999999999999E-6</c:v>
                </c:pt>
                <c:pt idx="24">
                  <c:v>1.9806999999999999E-6</c:v>
                </c:pt>
                <c:pt idx="25">
                  <c:v>2.5735999999999998E-6</c:v>
                </c:pt>
                <c:pt idx="26">
                  <c:v>3.3361999999999999E-6</c:v>
                </c:pt>
                <c:pt idx="27">
                  <c:v>4.3156000000000007E-6</c:v>
                </c:pt>
                <c:pt idx="28">
                  <c:v>5.5709999999999997E-6</c:v>
                </c:pt>
                <c:pt idx="29">
                  <c:v>7.1778000000000001E-6</c:v>
                </c:pt>
                <c:pt idx="30">
                  <c:v>9.2310000000000002E-6</c:v>
                </c:pt>
                <c:pt idx="31">
                  <c:v>1.1851000000000001E-5</c:v>
                </c:pt>
                <c:pt idx="32">
                  <c:v>1.5187999999999999E-5</c:v>
                </c:pt>
                <c:pt idx="33">
                  <c:v>1.9435000000000003E-5</c:v>
                </c:pt>
                <c:pt idx="34">
                  <c:v>2.4831E-5</c:v>
                </c:pt>
                <c:pt idx="35">
                  <c:v>3.1678999999999999E-5</c:v>
                </c:pt>
                <c:pt idx="36">
                  <c:v>4.0358000000000002E-5</c:v>
                </c:pt>
                <c:pt idx="37">
                  <c:v>5.1347000000000002E-5</c:v>
                </c:pt>
                <c:pt idx="38">
                  <c:v>6.5242999999999999E-5</c:v>
                </c:pt>
                <c:pt idx="39">
                  <c:v>8.2798000000000002E-5</c:v>
                </c:pt>
                <c:pt idx="40">
                  <c:v>1.0495E-4</c:v>
                </c:pt>
                <c:pt idx="41">
                  <c:v>1.3288000000000002E-4</c:v>
                </c:pt>
                <c:pt idx="42">
                  <c:v>1.6806000000000001E-4</c:v>
                </c:pt>
                <c:pt idx="43">
                  <c:v>2.1234000000000002E-4</c:v>
                </c:pt>
                <c:pt idx="44">
                  <c:v>2.6800000000000001E-4</c:v>
                </c:pt>
                <c:pt idx="45">
                  <c:v>3.3794000000000001E-4</c:v>
                </c:pt>
                <c:pt idx="46">
                  <c:v>4.2572999999999998E-4</c:v>
                </c:pt>
                <c:pt idx="47">
                  <c:v>5.3585000000000004E-4</c:v>
                </c:pt>
                <c:pt idx="48">
                  <c:v>6.7387999999999997E-4</c:v>
                </c:pt>
                <c:pt idx="49">
                  <c:v>8.4677999999999999E-4</c:v>
                </c:pt>
                <c:pt idx="50">
                  <c:v>1.0632E-3</c:v>
                </c:pt>
                <c:pt idx="51">
                  <c:v>1.3339000000000001E-3</c:v>
                </c:pt>
                <c:pt idx="52">
                  <c:v>1.6724000000000001E-3</c:v>
                </c:pt>
                <c:pt idx="53">
                  <c:v>2.0953E-3</c:v>
                </c:pt>
                <c:pt idx="54">
                  <c:v>2.6234000000000001E-3</c:v>
                </c:pt>
                <c:pt idx="55">
                  <c:v>3.2826000000000001E-3</c:v>
                </c:pt>
                <c:pt idx="56">
                  <c:v>4.1048000000000005E-3</c:v>
                </c:pt>
                <c:pt idx="57">
                  <c:v>5.13E-3</c:v>
                </c:pt>
                <c:pt idx="58">
                  <c:v>6.4076000000000003E-3</c:v>
                </c:pt>
                <c:pt idx="59">
                  <c:v>7.9990999999999986E-3</c:v>
                </c:pt>
                <c:pt idx="60">
                  <c:v>9.9804999999999998E-3</c:v>
                </c:pt>
                <c:pt idx="61">
                  <c:v>1.2446E-2</c:v>
                </c:pt>
                <c:pt idx="62">
                  <c:v>1.5514E-2</c:v>
                </c:pt>
                <c:pt idx="63">
                  <c:v>1.9327999999999998E-2</c:v>
                </c:pt>
                <c:pt idx="64">
                  <c:v>2.4069E-2</c:v>
                </c:pt>
                <c:pt idx="65">
                  <c:v>2.9957999999999999E-2</c:v>
                </c:pt>
                <c:pt idx="66">
                  <c:v>3.7271000000000006E-2</c:v>
                </c:pt>
                <c:pt idx="67">
                  <c:v>4.6346999999999999E-2</c:v>
                </c:pt>
                <c:pt idx="68">
                  <c:v>5.7605000000000003E-2</c:v>
                </c:pt>
                <c:pt idx="69">
                  <c:v>7.1561E-2</c:v>
                </c:pt>
                <c:pt idx="70">
                  <c:v>8.8849999999999998E-2</c:v>
                </c:pt>
                <c:pt idx="71">
                  <c:v>0.11025</c:v>
                </c:pt>
                <c:pt idx="72">
                  <c:v>0.13672000000000001</c:v>
                </c:pt>
                <c:pt idx="73">
                  <c:v>0.16941000000000001</c:v>
                </c:pt>
                <c:pt idx="74">
                  <c:v>0.20974000000000001</c:v>
                </c:pt>
                <c:pt idx="75">
                  <c:v>0.25938</c:v>
                </c:pt>
                <c:pt idx="76">
                  <c:v>0.32032000000000005</c:v>
                </c:pt>
                <c:pt idx="77">
                  <c:v>0.39478000000000002</c:v>
                </c:pt>
                <c:pt idx="78">
                  <c:v>0.48529999999999995</c:v>
                </c:pt>
                <c:pt idx="79">
                  <c:v>0.59501999999999999</c:v>
                </c:pt>
                <c:pt idx="80">
                  <c:v>0.72703000000000007</c:v>
                </c:pt>
                <c:pt idx="81">
                  <c:v>0.87866</c:v>
                </c:pt>
                <c:pt idx="82">
                  <c:v>1.0282</c:v>
                </c:pt>
                <c:pt idx="83">
                  <c:v>1.1023000000000001</c:v>
                </c:pt>
                <c:pt idx="84">
                  <c:v>1.0891</c:v>
                </c:pt>
                <c:pt idx="85">
                  <c:v>1.0730999999999999</c:v>
                </c:pt>
                <c:pt idx="86">
                  <c:v>1.0552000000000001</c:v>
                </c:pt>
                <c:pt idx="87">
                  <c:v>1.0353999999999999</c:v>
                </c:pt>
                <c:pt idx="88">
                  <c:v>1.0134000000000001</c:v>
                </c:pt>
                <c:pt idx="89">
                  <c:v>0.98924000000000001</c:v>
                </c:pt>
                <c:pt idx="90">
                  <c:v>0.96277999999999997</c:v>
                </c:pt>
                <c:pt idx="91">
                  <c:v>0.93401000000000001</c:v>
                </c:pt>
                <c:pt idx="92">
                  <c:v>0.90300999999999998</c:v>
                </c:pt>
                <c:pt idx="93">
                  <c:v>0.87003000000000008</c:v>
                </c:pt>
                <c:pt idx="94">
                  <c:v>0.83552999999999999</c:v>
                </c:pt>
                <c:pt idx="95">
                  <c:v>0.80032000000000003</c:v>
                </c:pt>
                <c:pt idx="96">
                  <c:v>0.76575000000000004</c:v>
                </c:pt>
                <c:pt idx="97">
                  <c:v>0.73394999999999999</c:v>
                </c:pt>
                <c:pt idx="98">
                  <c:v>0.70833999999999997</c:v>
                </c:pt>
                <c:pt idx="99">
                  <c:v>0.69357999999999997</c:v>
                </c:pt>
              </c:numCache>
            </c:numRef>
          </c:xVal>
          <c:yVal>
            <c:numRef>
              <c:f>'100cm_1_cm_ALL_NODES_IPHR_1cm'!$Q$102:$Q$201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82E-48A6-8A69-5F423438C3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1.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/>
              <a:t>Comparison of K+ Concentrations after 4 Days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K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'100cm_1_cm_ALL_NODES_IPHR_1cm'!$L$402:$L$501</c:f>
              <c:numCache>
                <c:formatCode>0.00000</c:formatCode>
                <c:ptCount val="100"/>
                <c:pt idx="0">
                  <c:v>0</c:v>
                </c:pt>
                <c:pt idx="1">
                  <c:v>6.4040888149999997E-9</c:v>
                </c:pt>
                <c:pt idx="2">
                  <c:v>1.478778078E-8</c:v>
                </c:pt>
                <c:pt idx="3">
                  <c:v>2.5969804079999999E-8</c:v>
                </c:pt>
                <c:pt idx="4">
                  <c:v>4.0665899090000003E-8</c:v>
                </c:pt>
                <c:pt idx="5">
                  <c:v>5.9687060630000001E-8</c:v>
                </c:pt>
                <c:pt idx="6">
                  <c:v>8.3997456100000002E-8</c:v>
                </c:pt>
                <c:pt idx="7">
                  <c:v>1.147512592E-7</c:v>
                </c:pt>
                <c:pt idx="8">
                  <c:v>1.5332580009999999E-7</c:v>
                </c:pt>
                <c:pt idx="9">
                  <c:v>2.0135617260000001E-7</c:v>
                </c:pt>
                <c:pt idx="10">
                  <c:v>2.607742147E-7</c:v>
                </c:pt>
                <c:pt idx="11">
                  <c:v>3.3385344980000002E-7</c:v>
                </c:pt>
                <c:pt idx="12">
                  <c:v>4.2326024640000002E-7</c:v>
                </c:pt>
                <c:pt idx="13">
                  <c:v>5.3211203979999996E-7</c:v>
                </c:pt>
                <c:pt idx="14">
                  <c:v>6.6404271589999999E-7</c:v>
                </c:pt>
                <c:pt idx="15">
                  <c:v>8.2327608199999997E-7</c:v>
                </c:pt>
                <c:pt idx="16">
                  <c:v>1.0147077769999999E-6</c:v>
                </c:pt>
                <c:pt idx="17">
                  <c:v>1.2439960530000001E-6</c:v>
                </c:pt>
                <c:pt idx="18">
                  <c:v>1.5176633499999999E-6</c:v>
                </c:pt>
                <c:pt idx="19">
                  <c:v>1.8432084519999999E-6</c:v>
                </c:pt>
                <c:pt idx="20">
                  <c:v>2.229230176E-6</c:v>
                </c:pt>
                <c:pt idx="21">
                  <c:v>2.685561867E-6</c:v>
                </c:pt>
                <c:pt idx="22">
                  <c:v>3.2234213450000002E-6</c:v>
                </c:pt>
                <c:pt idx="23">
                  <c:v>3.8555726860000002E-6</c:v>
                </c:pt>
                <c:pt idx="24">
                  <c:v>4.5965039130000001E-6</c:v>
                </c:pt>
                <c:pt idx="25">
                  <c:v>5.4626179920000001E-6</c:v>
                </c:pt>
                <c:pt idx="26">
                  <c:v>6.4724526959999998E-6</c:v>
                </c:pt>
                <c:pt idx="27">
                  <c:v>7.6469123090000001E-6</c:v>
                </c:pt>
                <c:pt idx="28">
                  <c:v>9.0095081759999999E-6</c:v>
                </c:pt>
                <c:pt idx="29">
                  <c:v>1.058658745E-5</c:v>
                </c:pt>
                <c:pt idx="30">
                  <c:v>1.2407529539999999E-5</c:v>
                </c:pt>
                <c:pt idx="31">
                  <c:v>1.450509444E-5</c:v>
                </c:pt>
                <c:pt idx="32">
                  <c:v>1.691572652E-5</c:v>
                </c:pt>
                <c:pt idx="33">
                  <c:v>1.9679842809999998E-5</c:v>
                </c:pt>
                <c:pt idx="34">
                  <c:v>2.2842152250000001E-5</c:v>
                </c:pt>
                <c:pt idx="35">
                  <c:v>2.6451971279999999E-5</c:v>
                </c:pt>
                <c:pt idx="36">
                  <c:v>3.0563522159999997E-5</c:v>
                </c:pt>
                <c:pt idx="37">
                  <c:v>3.5236240360000003E-5</c:v>
                </c:pt>
                <c:pt idx="38">
                  <c:v>4.0535102020000003E-5</c:v>
                </c:pt>
                <c:pt idx="39">
                  <c:v>4.6530865800000002E-5</c:v>
                </c:pt>
                <c:pt idx="40">
                  <c:v>5.3300347639999999E-5</c:v>
                </c:pt>
                <c:pt idx="41">
                  <c:v>6.0926617150000001E-5</c:v>
                </c:pt>
                <c:pt idx="42">
                  <c:v>6.9499197710000003E-5</c:v>
                </c:pt>
                <c:pt idx="43">
                  <c:v>7.9114179240000001E-5</c:v>
                </c:pt>
                <c:pt idx="44">
                  <c:v>8.987417823E-5</c:v>
                </c:pt>
                <c:pt idx="45">
                  <c:v>1.0188831949999999E-4</c:v>
                </c:pt>
                <c:pt idx="46">
                  <c:v>1.15271956E-4</c:v>
                </c:pt>
                <c:pt idx="47">
                  <c:v>1.3014602879999999E-4</c:v>
                </c:pt>
                <c:pt idx="48">
                  <c:v>1.4663586629999999E-4</c:v>
                </c:pt>
                <c:pt idx="49">
                  <c:v>1.6486761159999999E-4</c:v>
                </c:pt>
                <c:pt idx="50">
                  <c:v>1.968480501E-4</c:v>
                </c:pt>
                <c:pt idx="51">
                  <c:v>2.3422359659999999E-4</c:v>
                </c:pt>
                <c:pt idx="52">
                  <c:v>2.6162996070000001E-4</c:v>
                </c:pt>
                <c:pt idx="53">
                  <c:v>2.9166362949999998E-4</c:v>
                </c:pt>
                <c:pt idx="54">
                  <c:v>3.2451373409999999E-4</c:v>
                </c:pt>
                <c:pt idx="55">
                  <c:v>3.6036717940000001E-4</c:v>
                </c:pt>
                <c:pt idx="56">
                  <c:v>3.9941174330000002E-4</c:v>
                </c:pt>
                <c:pt idx="57">
                  <c:v>4.4183607679999998E-4</c:v>
                </c:pt>
                <c:pt idx="58">
                  <c:v>4.87828569E-4</c:v>
                </c:pt>
                <c:pt idx="59">
                  <c:v>5.3757691060000003E-4</c:v>
                </c:pt>
                <c:pt idx="60">
                  <c:v>5.9126841369999998E-4</c:v>
                </c:pt>
                <c:pt idx="61">
                  <c:v>6.4909347570000001E-4</c:v>
                </c:pt>
                <c:pt idx="62">
                  <c:v>7.1125704559999998E-4</c:v>
                </c:pt>
                <c:pt idx="63">
                  <c:v>7.7801255970000001E-4</c:v>
                </c:pt>
                <c:pt idx="64">
                  <c:v>8.4979488749999999E-4</c:v>
                </c:pt>
                <c:pt idx="65">
                  <c:v>9.2791154749999999E-4</c:v>
                </c:pt>
                <c:pt idx="66">
                  <c:v>1.0139748920000001E-3</c:v>
                </c:pt>
                <c:pt idx="67">
                  <c:v>1.109900884E-3</c:v>
                </c:pt>
                <c:pt idx="68">
                  <c:v>1.2179829650000001E-3</c:v>
                </c:pt>
                <c:pt idx="69">
                  <c:v>1.3409670209999999E-3</c:v>
                </c:pt>
                <c:pt idx="70">
                  <c:v>1.482131775E-3</c:v>
                </c:pt>
                <c:pt idx="71">
                  <c:v>1.645386219E-3</c:v>
                </c:pt>
                <c:pt idx="72">
                  <c:v>1.835383242E-3</c:v>
                </c:pt>
                <c:pt idx="73">
                  <c:v>2.0576512909999999E-3</c:v>
                </c:pt>
                <c:pt idx="74">
                  <c:v>2.3187522309999998E-3</c:v>
                </c:pt>
                <c:pt idx="75">
                  <c:v>2.6264693590000001E-3</c:v>
                </c:pt>
                <c:pt idx="76">
                  <c:v>2.990047215E-3</c:v>
                </c:pt>
                <c:pt idx="77">
                  <c:v>3.4205201079999998E-3</c:v>
                </c:pt>
                <c:pt idx="78">
                  <c:v>3.9313971060000001E-3</c:v>
                </c:pt>
                <c:pt idx="79">
                  <c:v>4.5392001050000002E-3</c:v>
                </c:pt>
                <c:pt idx="80">
                  <c:v>5.2640279750000001E-3</c:v>
                </c:pt>
                <c:pt idx="81">
                  <c:v>6.130210124E-3</c:v>
                </c:pt>
                <c:pt idx="82">
                  <c:v>7.167031523E-3</c:v>
                </c:pt>
                <c:pt idx="83">
                  <c:v>8.4094991909999996E-3</c:v>
                </c:pt>
                <c:pt idx="84">
                  <c:v>9.8991049450000007E-3</c:v>
                </c:pt>
                <c:pt idx="85">
                  <c:v>1.168446615E-2</c:v>
                </c:pt>
                <c:pt idx="86">
                  <c:v>1.382170059E-2</c:v>
                </c:pt>
                <c:pt idx="87">
                  <c:v>1.63742695E-2</c:v>
                </c:pt>
                <c:pt idx="88">
                  <c:v>1.9411908459999998E-2</c:v>
                </c:pt>
                <c:pt idx="89">
                  <c:v>2.3008078340000002E-2</c:v>
                </c:pt>
                <c:pt idx="90">
                  <c:v>2.7235096319999999E-2</c:v>
                </c:pt>
                <c:pt idx="91">
                  <c:v>3.2155957069999998E-2</c:v>
                </c:pt>
                <c:pt idx="92">
                  <c:v>3.781118244E-2</c:v>
                </c:pt>
                <c:pt idx="93">
                  <c:v>4.4198933990000001E-2</c:v>
                </c:pt>
                <c:pt idx="94">
                  <c:v>5.1245804880000002E-2</c:v>
                </c:pt>
                <c:pt idx="95">
                  <c:v>5.8765195309999997E-2</c:v>
                </c:pt>
                <c:pt idx="96">
                  <c:v>6.6399447619999996E-2</c:v>
                </c:pt>
                <c:pt idx="97">
                  <c:v>7.3541231449999994E-2</c:v>
                </c:pt>
                <c:pt idx="98">
                  <c:v>7.9228587449999999E-2</c:v>
                </c:pt>
                <c:pt idx="99">
                  <c:v>8.2007549700000001E-2</c:v>
                </c:pt>
              </c:numCache>
            </c:numRef>
          </c:xVal>
          <c:yVal>
            <c:numRef>
              <c:f>'100cm_1_cm_ALL_NODES_IPHR_1cm'!$H$202:$H$301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DC7-472E-810B-C9C2A9AA402F}"/>
            </c:ext>
          </c:extLst>
        </c:ser>
        <c:ser>
          <c:idx val="1"/>
          <c:order val="1"/>
          <c:tx>
            <c:v>K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'100cm_1_cm_ALL_NODES_IPHR_1cm'!$W$402:$W$501</c:f>
              <c:numCache>
                <c:formatCode>0.00000</c:formatCode>
                <c:ptCount val="100"/>
                <c:pt idx="0">
                  <c:v>8.3358999999999999E-13</c:v>
                </c:pt>
                <c:pt idx="1">
                  <c:v>2.0511E-12</c:v>
                </c:pt>
                <c:pt idx="2">
                  <c:v>3.9431999999999996E-12</c:v>
                </c:pt>
                <c:pt idx="3">
                  <c:v>6.7548000000000003E-12</c:v>
                </c:pt>
                <c:pt idx="4">
                  <c:v>1.0802E-11</c:v>
                </c:pt>
                <c:pt idx="5">
                  <c:v>1.6542E-11</c:v>
                </c:pt>
                <c:pt idx="6">
                  <c:v>2.4592999999999999E-11</c:v>
                </c:pt>
                <c:pt idx="7">
                  <c:v>3.5773999999999998E-11</c:v>
                </c:pt>
                <c:pt idx="8">
                  <c:v>5.1173999999999998E-11</c:v>
                </c:pt>
                <c:pt idx="9">
                  <c:v>7.2229999999999993E-11</c:v>
                </c:pt>
                <c:pt idx="10">
                  <c:v>1.0084E-10</c:v>
                </c:pt>
                <c:pt idx="11">
                  <c:v>1.3950000000000001E-10</c:v>
                </c:pt>
                <c:pt idx="12">
                  <c:v>1.9148000000000002E-10</c:v>
                </c:pt>
                <c:pt idx="13">
                  <c:v>2.6105999999999998E-10</c:v>
                </c:pt>
                <c:pt idx="14">
                  <c:v>3.5383000000000001E-10</c:v>
                </c:pt>
                <c:pt idx="15">
                  <c:v>4.7706E-10</c:v>
                </c:pt>
                <c:pt idx="16">
                  <c:v>6.4021000000000001E-10</c:v>
                </c:pt>
                <c:pt idx="17">
                  <c:v>8.5551999999999996E-10</c:v>
                </c:pt>
                <c:pt idx="18">
                  <c:v>1.1388999999999999E-9</c:v>
                </c:pt>
                <c:pt idx="19">
                  <c:v>1.5108E-9</c:v>
                </c:pt>
                <c:pt idx="20">
                  <c:v>1.9975999999999998E-9</c:v>
                </c:pt>
                <c:pt idx="21">
                  <c:v>2.6335000000000001E-9</c:v>
                </c:pt>
                <c:pt idx="22">
                  <c:v>3.4619999999999998E-9</c:v>
                </c:pt>
                <c:pt idx="23">
                  <c:v>4.5394999999999999E-9</c:v>
                </c:pt>
                <c:pt idx="24">
                  <c:v>5.9379000000000004E-9</c:v>
                </c:pt>
                <c:pt idx="25">
                  <c:v>7.7491999999999997E-9</c:v>
                </c:pt>
                <c:pt idx="26">
                  <c:v>1.0090999999999999E-8</c:v>
                </c:pt>
                <c:pt idx="27">
                  <c:v>1.3113999999999999E-8</c:v>
                </c:pt>
                <c:pt idx="28">
                  <c:v>1.7010000000000001E-8</c:v>
                </c:pt>
                <c:pt idx="29">
                  <c:v>2.2022E-8</c:v>
                </c:pt>
                <c:pt idx="30">
                  <c:v>2.8460000000000001E-8</c:v>
                </c:pt>
                <c:pt idx="31">
                  <c:v>3.6719999999999994E-8</c:v>
                </c:pt>
                <c:pt idx="32">
                  <c:v>4.73E-8</c:v>
                </c:pt>
                <c:pt idx="33">
                  <c:v>6.0835000000000002E-8</c:v>
                </c:pt>
                <c:pt idx="34">
                  <c:v>7.8128999999999998E-8</c:v>
                </c:pt>
                <c:pt idx="35">
                  <c:v>1.002E-7</c:v>
                </c:pt>
                <c:pt idx="36">
                  <c:v>1.2832E-7</c:v>
                </c:pt>
                <c:pt idx="37">
                  <c:v>1.6413E-7</c:v>
                </c:pt>
                <c:pt idx="38">
                  <c:v>2.0966000000000001E-7</c:v>
                </c:pt>
                <c:pt idx="39">
                  <c:v>2.6749000000000002E-7</c:v>
                </c:pt>
                <c:pt idx="40">
                  <c:v>3.4088000000000002E-7</c:v>
                </c:pt>
                <c:pt idx="41">
                  <c:v>4.3391E-7</c:v>
                </c:pt>
                <c:pt idx="42">
                  <c:v>5.5173000000000003E-7</c:v>
                </c:pt>
                <c:pt idx="43">
                  <c:v>7.0080000000000003E-7</c:v>
                </c:pt>
                <c:pt idx="44">
                  <c:v>8.8923000000000008E-7</c:v>
                </c:pt>
                <c:pt idx="45">
                  <c:v>1.1272E-6</c:v>
                </c:pt>
                <c:pt idx="46">
                  <c:v>1.4275000000000001E-6</c:v>
                </c:pt>
                <c:pt idx="47">
                  <c:v>1.8062E-6</c:v>
                </c:pt>
                <c:pt idx="48">
                  <c:v>2.2833000000000002E-6</c:v>
                </c:pt>
                <c:pt idx="49">
                  <c:v>2.8837999999999998E-6</c:v>
                </c:pt>
                <c:pt idx="50">
                  <c:v>3.6393E-6</c:v>
                </c:pt>
                <c:pt idx="51">
                  <c:v>4.5890999999999998E-6</c:v>
                </c:pt>
                <c:pt idx="52">
                  <c:v>5.7821000000000001E-6</c:v>
                </c:pt>
                <c:pt idx="53">
                  <c:v>7.2797999999999993E-6</c:v>
                </c:pt>
                <c:pt idx="54">
                  <c:v>9.158599999999999E-6</c:v>
                </c:pt>
                <c:pt idx="55">
                  <c:v>1.1514E-5</c:v>
                </c:pt>
                <c:pt idx="56">
                  <c:v>1.4466E-5</c:v>
                </c:pt>
                <c:pt idx="57">
                  <c:v>1.8162E-5</c:v>
                </c:pt>
                <c:pt idx="58">
                  <c:v>2.2787999999999999E-5</c:v>
                </c:pt>
                <c:pt idx="59">
                  <c:v>2.8575E-5</c:v>
                </c:pt>
                <c:pt idx="60">
                  <c:v>3.5809999999999998E-5</c:v>
                </c:pt>
                <c:pt idx="61">
                  <c:v>4.4851000000000001E-5</c:v>
                </c:pt>
                <c:pt idx="62">
                  <c:v>5.6144000000000003E-5</c:v>
                </c:pt>
                <c:pt idx="63">
                  <c:v>7.0241999999999996E-5</c:v>
                </c:pt>
                <c:pt idx="64">
                  <c:v>8.7834E-5</c:v>
                </c:pt>
                <c:pt idx="65">
                  <c:v>1.0978E-4</c:v>
                </c:pt>
                <c:pt idx="66">
                  <c:v>1.3714E-4</c:v>
                </c:pt>
                <c:pt idx="67">
                  <c:v>1.7123999999999999E-4</c:v>
                </c:pt>
                <c:pt idx="68">
                  <c:v>2.1372000000000001E-4</c:v>
                </c:pt>
                <c:pt idx="69">
                  <c:v>2.6663000000000001E-4</c:v>
                </c:pt>
                <c:pt idx="70">
                  <c:v>3.325E-4</c:v>
                </c:pt>
                <c:pt idx="71">
                  <c:v>4.1446999999999995E-4</c:v>
                </c:pt>
                <c:pt idx="72">
                  <c:v>5.1645E-4</c:v>
                </c:pt>
                <c:pt idx="73">
                  <c:v>6.4327999999999998E-4</c:v>
                </c:pt>
                <c:pt idx="74">
                  <c:v>8.0095999999999997E-4</c:v>
                </c:pt>
                <c:pt idx="75">
                  <c:v>9.9690999999999994E-4</c:v>
                </c:pt>
                <c:pt idx="76">
                  <c:v>1.2403E-3</c:v>
                </c:pt>
                <c:pt idx="77">
                  <c:v>1.5426000000000001E-3</c:v>
                </c:pt>
                <c:pt idx="78">
                  <c:v>1.9176999999999998E-3</c:v>
                </c:pt>
                <c:pt idx="79">
                  <c:v>2.3829000000000003E-3</c:v>
                </c:pt>
                <c:pt idx="80">
                  <c:v>2.9593000000000002E-3</c:v>
                </c:pt>
                <c:pt idx="81">
                  <c:v>3.6727000000000001E-3</c:v>
                </c:pt>
                <c:pt idx="82">
                  <c:v>4.5546000000000007E-3</c:v>
                </c:pt>
                <c:pt idx="83">
                  <c:v>5.6427000000000005E-3</c:v>
                </c:pt>
                <c:pt idx="84">
                  <c:v>6.9823000000000003E-3</c:v>
                </c:pt>
                <c:pt idx="85">
                  <c:v>8.6266999999999993E-3</c:v>
                </c:pt>
                <c:pt idx="86">
                  <c:v>1.0638E-2</c:v>
                </c:pt>
                <c:pt idx="87">
                  <c:v>1.3086E-2</c:v>
                </c:pt>
                <c:pt idx="88">
                  <c:v>1.6049000000000001E-2</c:v>
                </c:pt>
                <c:pt idx="89">
                  <c:v>1.9609000000000001E-2</c:v>
                </c:pt>
                <c:pt idx="90">
                  <c:v>2.3847E-2</c:v>
                </c:pt>
                <c:pt idx="91">
                  <c:v>2.8836000000000001E-2</c:v>
                </c:pt>
                <c:pt idx="92">
                  <c:v>3.4625000000000003E-2</c:v>
                </c:pt>
                <c:pt idx="93">
                  <c:v>4.1217999999999998E-2</c:v>
                </c:pt>
                <c:pt idx="94">
                  <c:v>4.8549000000000002E-2</c:v>
                </c:pt>
                <c:pt idx="95">
                  <c:v>5.6434999999999999E-2</c:v>
                </c:pt>
                <c:pt idx="96">
                  <c:v>6.4524999999999999E-2</c:v>
                </c:pt>
                <c:pt idx="97">
                  <c:v>7.2191000000000005E-2</c:v>
                </c:pt>
                <c:pt idx="98">
                  <c:v>7.843E-2</c:v>
                </c:pt>
                <c:pt idx="99">
                  <c:v>8.2005999999999996E-2</c:v>
                </c:pt>
              </c:numCache>
            </c:numRef>
          </c:xVal>
          <c:yVal>
            <c:numRef>
              <c:f>'100cm_1_cm_ALL_NODES_IPHR_1cm'!$Q$102:$Q$201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DC7-472E-810B-C9C2A9AA40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1.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/>
              <a:t>Comparison of Cl- Concentrations after 1 Day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Cl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'100cm_1_cm_ALL_NODES_IPHR_1cm'!$J$102:$J$201</c:f>
              <c:numCache>
                <c:formatCode>0.00</c:formatCode>
                <c:ptCount val="100"/>
                <c:pt idx="0">
                  <c:v>1.197604656</c:v>
                </c:pt>
                <c:pt idx="1">
                  <c:v>1.197546005</c:v>
                </c:pt>
                <c:pt idx="2">
                  <c:v>1.1974703069999999</c:v>
                </c:pt>
                <c:pt idx="3">
                  <c:v>1.197373867</c:v>
                </c:pt>
                <c:pt idx="4">
                  <c:v>1.1972529890000001</c:v>
                </c:pt>
                <c:pt idx="5">
                  <c:v>1.1971025470000001</c:v>
                </c:pt>
                <c:pt idx="6">
                  <c:v>1.196916342</c:v>
                </c:pt>
                <c:pt idx="7">
                  <c:v>1.1966879370000001</c:v>
                </c:pt>
                <c:pt idx="8">
                  <c:v>1.1964087489999999</c:v>
                </c:pt>
                <c:pt idx="9">
                  <c:v>1.196068645</c:v>
                </c:pt>
                <c:pt idx="10">
                  <c:v>1.1956558230000001</c:v>
                </c:pt>
                <c:pt idx="11">
                  <c:v>1.1951565740000001</c:v>
                </c:pt>
                <c:pt idx="12">
                  <c:v>1.1945542099999999</c:v>
                </c:pt>
                <c:pt idx="13">
                  <c:v>1.193829179</c:v>
                </c:pt>
                <c:pt idx="14">
                  <c:v>1.1929590699999999</c:v>
                </c:pt>
                <c:pt idx="15">
                  <c:v>1.1919181350000001</c:v>
                </c:pt>
                <c:pt idx="16">
                  <c:v>1.190676332</c:v>
                </c:pt>
                <c:pt idx="17">
                  <c:v>1.189199686</c:v>
                </c:pt>
                <c:pt idx="18">
                  <c:v>1.1874501710000001</c:v>
                </c:pt>
                <c:pt idx="19">
                  <c:v>1.185385227</c:v>
                </c:pt>
                <c:pt idx="20">
                  <c:v>1.182957053</c:v>
                </c:pt>
                <c:pt idx="21">
                  <c:v>1.1801133159999999</c:v>
                </c:pt>
                <c:pt idx="22">
                  <c:v>1.1767976280000001</c:v>
                </c:pt>
                <c:pt idx="23">
                  <c:v>1.1729485989999999</c:v>
                </c:pt>
                <c:pt idx="24">
                  <c:v>1.1685005429999999</c:v>
                </c:pt>
                <c:pt idx="25">
                  <c:v>1.163384676</c:v>
                </c:pt>
                <c:pt idx="26">
                  <c:v>1.1575288770000001</c:v>
                </c:pt>
                <c:pt idx="27">
                  <c:v>1.1508586409999999</c:v>
                </c:pt>
                <c:pt idx="28">
                  <c:v>1.143298626</c:v>
                </c:pt>
                <c:pt idx="29">
                  <c:v>1.1347728969999999</c:v>
                </c:pt>
                <c:pt idx="30">
                  <c:v>1.1252070670000001</c:v>
                </c:pt>
                <c:pt idx="31">
                  <c:v>1.1145273449999999</c:v>
                </c:pt>
                <c:pt idx="32">
                  <c:v>1.102668762</c:v>
                </c:pt>
                <c:pt idx="33">
                  <c:v>1.0895677800000001</c:v>
                </c:pt>
                <c:pt idx="34">
                  <c:v>1.075168729</c:v>
                </c:pt>
                <c:pt idx="35">
                  <c:v>1.0594248770000001</c:v>
                </c:pt>
                <c:pt idx="36">
                  <c:v>1.042298913</c:v>
                </c:pt>
                <c:pt idx="37">
                  <c:v>1.023765802</c:v>
                </c:pt>
                <c:pt idx="38">
                  <c:v>1.0038130279999999</c:v>
                </c:pt>
                <c:pt idx="39">
                  <c:v>0.9824422598</c:v>
                </c:pt>
                <c:pt idx="40">
                  <c:v>0.95966953040000003</c:v>
                </c:pt>
                <c:pt idx="41">
                  <c:v>0.93552672859999997</c:v>
                </c:pt>
                <c:pt idx="42">
                  <c:v>0.91006153820000002</c:v>
                </c:pt>
                <c:pt idx="43">
                  <c:v>0.88333737850000005</c:v>
                </c:pt>
                <c:pt idx="44">
                  <c:v>0.8554329276</c:v>
                </c:pt>
                <c:pt idx="45">
                  <c:v>0.82644188399999996</c:v>
                </c:pt>
                <c:pt idx="46">
                  <c:v>0.79647189380000005</c:v>
                </c:pt>
                <c:pt idx="47">
                  <c:v>0.76564347740000005</c:v>
                </c:pt>
                <c:pt idx="48">
                  <c:v>0.73408812280000002</c:v>
                </c:pt>
                <c:pt idx="49">
                  <c:v>0.70194786789999997</c:v>
                </c:pt>
                <c:pt idx="50">
                  <c:v>0.65292185540000003</c:v>
                </c:pt>
                <c:pt idx="51">
                  <c:v>0.60344648359999997</c:v>
                </c:pt>
                <c:pt idx="52">
                  <c:v>0.57048875089999995</c:v>
                </c:pt>
                <c:pt idx="53">
                  <c:v>0.53771620990000002</c:v>
                </c:pt>
                <c:pt idx="54">
                  <c:v>0.50528305770000004</c:v>
                </c:pt>
                <c:pt idx="55">
                  <c:v>0.47333800790000002</c:v>
                </c:pt>
                <c:pt idx="56">
                  <c:v>0.4420219064</c:v>
                </c:pt>
                <c:pt idx="57">
                  <c:v>0.41146618130000001</c:v>
                </c:pt>
                <c:pt idx="58">
                  <c:v>0.38179135320000002</c:v>
                </c:pt>
                <c:pt idx="59">
                  <c:v>0.35310548539999997</c:v>
                </c:pt>
                <c:pt idx="60">
                  <c:v>0.32550325990000001</c:v>
                </c:pt>
                <c:pt idx="61">
                  <c:v>0.29906529189999997</c:v>
                </c:pt>
                <c:pt idx="62">
                  <c:v>0.2738578022</c:v>
                </c:pt>
                <c:pt idx="63">
                  <c:v>0.24993212519999999</c:v>
                </c:pt>
                <c:pt idx="64">
                  <c:v>0.2273252606</c:v>
                </c:pt>
                <c:pt idx="65">
                  <c:v>0.20605990290000001</c:v>
                </c:pt>
                <c:pt idx="66">
                  <c:v>0.18614532049999999</c:v>
                </c:pt>
                <c:pt idx="67">
                  <c:v>0.16757805649999999</c:v>
                </c:pt>
                <c:pt idx="68">
                  <c:v>0.1503428966</c:v>
                </c:pt>
                <c:pt idx="69">
                  <c:v>0.13441404700000001</c:v>
                </c:pt>
                <c:pt idx="70">
                  <c:v>0.11975631859999999</c:v>
                </c:pt>
                <c:pt idx="71">
                  <c:v>0.1063263565</c:v>
                </c:pt>
                <c:pt idx="72">
                  <c:v>9.4073995950000003E-2</c:v>
                </c:pt>
                <c:pt idx="73">
                  <c:v>8.2943528890000007E-2</c:v>
                </c:pt>
                <c:pt idx="74">
                  <c:v>7.2874993090000006E-2</c:v>
                </c:pt>
                <c:pt idx="75">
                  <c:v>6.3805297019999999E-2</c:v>
                </c:pt>
                <c:pt idx="76">
                  <c:v>5.5669482800000003E-2</c:v>
                </c:pt>
                <c:pt idx="77">
                  <c:v>4.8401672389999997E-2</c:v>
                </c:pt>
                <c:pt idx="78">
                  <c:v>4.193600267E-2</c:v>
                </c:pt>
                <c:pt idx="79">
                  <c:v>3.6207515750000002E-2</c:v>
                </c:pt>
                <c:pt idx="80">
                  <c:v>3.1152810900000001E-2</c:v>
                </c:pt>
                <c:pt idx="81">
                  <c:v>2.6710681619999999E-2</c:v>
                </c:pt>
                <c:pt idx="82">
                  <c:v>2.282256261E-2</c:v>
                </c:pt>
                <c:pt idx="83">
                  <c:v>1.9432954490000001E-2</c:v>
                </c:pt>
                <c:pt idx="84">
                  <c:v>1.6489656639999999E-2</c:v>
                </c:pt>
                <c:pt idx="85">
                  <c:v>1.3943973E-2</c:v>
                </c:pt>
                <c:pt idx="86">
                  <c:v>1.175081171E-2</c:v>
                </c:pt>
                <c:pt idx="87">
                  <c:v>9.8687196150000003E-3</c:v>
                </c:pt>
                <c:pt idx="88">
                  <c:v>8.2598337900000006E-3</c:v>
                </c:pt>
                <c:pt idx="89">
                  <c:v>6.8898187019999996E-3</c:v>
                </c:pt>
                <c:pt idx="90">
                  <c:v>5.7277414019999999E-3</c:v>
                </c:pt>
                <c:pt idx="91">
                  <c:v>4.7459495250000002E-3</c:v>
                </c:pt>
                <c:pt idx="92">
                  <c:v>3.9199385790000003E-3</c:v>
                </c:pt>
                <c:pt idx="93">
                  <c:v>3.2282732430000001E-3</c:v>
                </c:pt>
                <c:pt idx="94">
                  <c:v>2.6526148429999999E-3</c:v>
                </c:pt>
                <c:pt idx="95">
                  <c:v>2.177983988E-3</c:v>
                </c:pt>
                <c:pt idx="96">
                  <c:v>1.7934868809999999E-3</c:v>
                </c:pt>
                <c:pt idx="97">
                  <c:v>1.493967255E-3</c:v>
                </c:pt>
                <c:pt idx="98">
                  <c:v>1.2834647199999999E-3</c:v>
                </c:pt>
                <c:pt idx="99">
                  <c:v>1.1822078379999999E-3</c:v>
                </c:pt>
              </c:numCache>
            </c:numRef>
          </c:xVal>
          <c:yVal>
            <c:numRef>
              <c:f>'100cm_1_cm_ALL_NODES_IPHR_1cm'!$H$102:$H$201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0D7-4E3C-95A2-3B72E00EB0C8}"/>
            </c:ext>
          </c:extLst>
        </c:ser>
        <c:ser>
          <c:idx val="1"/>
          <c:order val="1"/>
          <c:tx>
            <c:v>Cl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'100cm_1_cm_ALL_NODES_IPHR_1cm'!$U$102:$U$201</c:f>
              <c:numCache>
                <c:formatCode>0.00000</c:formatCode>
                <c:ptCount val="100"/>
                <c:pt idx="0">
                  <c:v>1.2</c:v>
                </c:pt>
                <c:pt idx="1">
                  <c:v>1.2</c:v>
                </c:pt>
                <c:pt idx="2">
                  <c:v>1.2</c:v>
                </c:pt>
                <c:pt idx="3">
                  <c:v>1.1999</c:v>
                </c:pt>
                <c:pt idx="4">
                  <c:v>1.1999</c:v>
                </c:pt>
                <c:pt idx="5">
                  <c:v>1.1998</c:v>
                </c:pt>
                <c:pt idx="6">
                  <c:v>1.1997</c:v>
                </c:pt>
                <c:pt idx="7">
                  <c:v>1.1996</c:v>
                </c:pt>
                <c:pt idx="8">
                  <c:v>1.1994</c:v>
                </c:pt>
                <c:pt idx="9">
                  <c:v>1.1992</c:v>
                </c:pt>
                <c:pt idx="10">
                  <c:v>1.1988999999999999</c:v>
                </c:pt>
                <c:pt idx="11">
                  <c:v>1.1984999999999999</c:v>
                </c:pt>
                <c:pt idx="12">
                  <c:v>1.1980999999999999</c:v>
                </c:pt>
                <c:pt idx="13">
                  <c:v>1.1975</c:v>
                </c:pt>
                <c:pt idx="14">
                  <c:v>1.1968000000000001</c:v>
                </c:pt>
                <c:pt idx="15">
                  <c:v>1.1959</c:v>
                </c:pt>
                <c:pt idx="16">
                  <c:v>1.1948000000000001</c:v>
                </c:pt>
                <c:pt idx="17">
                  <c:v>1.1934</c:v>
                </c:pt>
                <c:pt idx="18">
                  <c:v>1.1917</c:v>
                </c:pt>
                <c:pt idx="19">
                  <c:v>1.1898</c:v>
                </c:pt>
                <c:pt idx="20">
                  <c:v>1.1874</c:v>
                </c:pt>
                <c:pt idx="21">
                  <c:v>1.1845000000000001</c:v>
                </c:pt>
                <c:pt idx="22">
                  <c:v>1.1812</c:v>
                </c:pt>
                <c:pt idx="23">
                  <c:v>1.1773</c:v>
                </c:pt>
                <c:pt idx="24">
                  <c:v>1.1727000000000001</c:v>
                </c:pt>
                <c:pt idx="25">
                  <c:v>1.1673</c:v>
                </c:pt>
                <c:pt idx="26">
                  <c:v>1.1612</c:v>
                </c:pt>
                <c:pt idx="27">
                  <c:v>1.1541999999999999</c:v>
                </c:pt>
                <c:pt idx="28">
                  <c:v>1.1461999999999999</c:v>
                </c:pt>
                <c:pt idx="29">
                  <c:v>1.1371</c:v>
                </c:pt>
                <c:pt idx="30">
                  <c:v>1.1269</c:v>
                </c:pt>
                <c:pt idx="31">
                  <c:v>1.1153999999999999</c:v>
                </c:pt>
                <c:pt idx="32">
                  <c:v>1.1027</c:v>
                </c:pt>
                <c:pt idx="33">
                  <c:v>1.0885999999999998</c:v>
                </c:pt>
                <c:pt idx="34">
                  <c:v>1.073</c:v>
                </c:pt>
                <c:pt idx="35">
                  <c:v>1.056</c:v>
                </c:pt>
                <c:pt idx="36">
                  <c:v>1.0375000000000001</c:v>
                </c:pt>
                <c:pt idx="37">
                  <c:v>1.0173999999999999</c:v>
                </c:pt>
                <c:pt idx="38">
                  <c:v>0.99586000000000008</c:v>
                </c:pt>
                <c:pt idx="39">
                  <c:v>0.97272999999999998</c:v>
                </c:pt>
                <c:pt idx="40">
                  <c:v>0.94810000000000005</c:v>
                </c:pt>
                <c:pt idx="41">
                  <c:v>0.92199999999999993</c:v>
                </c:pt>
                <c:pt idx="42">
                  <c:v>0.89449000000000001</c:v>
                </c:pt>
                <c:pt idx="43">
                  <c:v>0.86565999999999999</c:v>
                </c:pt>
                <c:pt idx="44">
                  <c:v>0.83560000000000001</c:v>
                </c:pt>
                <c:pt idx="45">
                  <c:v>0.80442999999999998</c:v>
                </c:pt>
                <c:pt idx="46">
                  <c:v>0.77227000000000001</c:v>
                </c:pt>
                <c:pt idx="47">
                  <c:v>0.73926999999999998</c:v>
                </c:pt>
                <c:pt idx="48">
                  <c:v>0.70558999999999994</c:v>
                </c:pt>
                <c:pt idx="49">
                  <c:v>0.67137999999999998</c:v>
                </c:pt>
                <c:pt idx="50">
                  <c:v>0.63683000000000001</c:v>
                </c:pt>
                <c:pt idx="51">
                  <c:v>0.60211999999999999</c:v>
                </c:pt>
                <c:pt idx="52">
                  <c:v>0.56742000000000004</c:v>
                </c:pt>
                <c:pt idx="53">
                  <c:v>0.53291999999999995</c:v>
                </c:pt>
                <c:pt idx="54">
                  <c:v>0.49879000000000007</c:v>
                </c:pt>
                <c:pt idx="55">
                  <c:v>0.4652</c:v>
                </c:pt>
                <c:pt idx="56">
                  <c:v>0.43231999999999998</c:v>
                </c:pt>
                <c:pt idx="57">
                  <c:v>0.40030000000000004</c:v>
                </c:pt>
                <c:pt idx="58">
                  <c:v>0.36926999999999999</c:v>
                </c:pt>
                <c:pt idx="59">
                  <c:v>0.33937</c:v>
                </c:pt>
                <c:pt idx="60">
                  <c:v>0.31070000000000003</c:v>
                </c:pt>
                <c:pt idx="61">
                  <c:v>0.28333999999999998</c:v>
                </c:pt>
                <c:pt idx="62">
                  <c:v>0.25738</c:v>
                </c:pt>
                <c:pt idx="63">
                  <c:v>0.23287000000000002</c:v>
                </c:pt>
                <c:pt idx="64">
                  <c:v>0.20984</c:v>
                </c:pt>
                <c:pt idx="65">
                  <c:v>0.18833</c:v>
                </c:pt>
                <c:pt idx="66">
                  <c:v>0.16832</c:v>
                </c:pt>
                <c:pt idx="67">
                  <c:v>0.14982000000000001</c:v>
                </c:pt>
                <c:pt idx="68">
                  <c:v>0.13279000000000002</c:v>
                </c:pt>
                <c:pt idx="69">
                  <c:v>0.1172</c:v>
                </c:pt>
                <c:pt idx="70">
                  <c:v>0.10299999999999999</c:v>
                </c:pt>
                <c:pt idx="71">
                  <c:v>9.0132000000000004E-2</c:v>
                </c:pt>
                <c:pt idx="72">
                  <c:v>7.8531000000000004E-2</c:v>
                </c:pt>
                <c:pt idx="73">
                  <c:v>6.8125000000000005E-2</c:v>
                </c:pt>
                <c:pt idx="74">
                  <c:v>5.8838999999999995E-2</c:v>
                </c:pt>
                <c:pt idx="75">
                  <c:v>5.0595000000000001E-2</c:v>
                </c:pt>
                <c:pt idx="76">
                  <c:v>4.3312999999999997E-2</c:v>
                </c:pt>
                <c:pt idx="77">
                  <c:v>3.6914000000000002E-2</c:v>
                </c:pt>
                <c:pt idx="78">
                  <c:v>3.1319E-2</c:v>
                </c:pt>
                <c:pt idx="79">
                  <c:v>2.6452E-2</c:v>
                </c:pt>
                <c:pt idx="80">
                  <c:v>2.2239999999999999E-2</c:v>
                </c:pt>
                <c:pt idx="81">
                  <c:v>1.8614000000000002E-2</c:v>
                </c:pt>
                <c:pt idx="82">
                  <c:v>1.5508000000000001E-2</c:v>
                </c:pt>
                <c:pt idx="83">
                  <c:v>1.286E-2</c:v>
                </c:pt>
                <c:pt idx="84">
                  <c:v>1.0616E-2</c:v>
                </c:pt>
                <c:pt idx="85">
                  <c:v>8.7224999999999994E-3</c:v>
                </c:pt>
                <c:pt idx="86">
                  <c:v>7.1335000000000001E-3</c:v>
                </c:pt>
                <c:pt idx="87">
                  <c:v>5.8068E-3</c:v>
                </c:pt>
                <c:pt idx="88">
                  <c:v>4.7045999999999998E-3</c:v>
                </c:pt>
                <c:pt idx="89">
                  <c:v>3.7938E-3</c:v>
                </c:pt>
                <c:pt idx="90">
                  <c:v>3.0448999999999997E-3</c:v>
                </c:pt>
                <c:pt idx="91">
                  <c:v>2.4324000000000004E-3</c:v>
                </c:pt>
                <c:pt idx="92">
                  <c:v>1.934E-3</c:v>
                </c:pt>
                <c:pt idx="93">
                  <c:v>1.5307000000000001E-3</c:v>
                </c:pt>
                <c:pt idx="94">
                  <c:v>1.2065000000000001E-3</c:v>
                </c:pt>
                <c:pt idx="95">
                  <c:v>9.4799999999999995E-4</c:v>
                </c:pt>
                <c:pt idx="96">
                  <c:v>7.4493000000000009E-4</c:v>
                </c:pt>
                <c:pt idx="97">
                  <c:v>5.9088999999999995E-4</c:v>
                </c:pt>
                <c:pt idx="98">
                  <c:v>4.8472000000000001E-4</c:v>
                </c:pt>
                <c:pt idx="99">
                  <c:v>4.2973000000000002E-4</c:v>
                </c:pt>
              </c:numCache>
            </c:numRef>
          </c:xVal>
          <c:yVal>
            <c:numRef>
              <c:f>'100cm_1_cm_ALL_NODES_IPHR_1cm'!$Q$102:$Q$201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0D7-4E3C-95A2-3B72E00EB0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1.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/>
              <a:t>Comparison of Cl- Concentrations after 2 Days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Cl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'100cm_1_cm_ALL_NODES_IPHR_1cm'!$J$202:$J$301</c:f>
              <c:numCache>
                <c:formatCode>0.00</c:formatCode>
                <c:ptCount val="100"/>
                <c:pt idx="0">
                  <c:v>1.197604656</c:v>
                </c:pt>
                <c:pt idx="1">
                  <c:v>1.197599649</c:v>
                </c:pt>
                <c:pt idx="2">
                  <c:v>1.1975936890000001</c:v>
                </c:pt>
                <c:pt idx="3">
                  <c:v>1.1975866559999999</c:v>
                </c:pt>
                <c:pt idx="4">
                  <c:v>1.197578311</c:v>
                </c:pt>
                <c:pt idx="5">
                  <c:v>1.1975688929999999</c:v>
                </c:pt>
                <c:pt idx="6">
                  <c:v>1.1975578069999999</c:v>
                </c:pt>
                <c:pt idx="7">
                  <c:v>1.197545171</c:v>
                </c:pt>
                <c:pt idx="8">
                  <c:v>1.197530746</c:v>
                </c:pt>
                <c:pt idx="9">
                  <c:v>1.197514653</c:v>
                </c:pt>
                <c:pt idx="10">
                  <c:v>1.197496414</c:v>
                </c:pt>
                <c:pt idx="11">
                  <c:v>1.197476268</c:v>
                </c:pt>
                <c:pt idx="12">
                  <c:v>1.197453737</c:v>
                </c:pt>
                <c:pt idx="13">
                  <c:v>1.1974288230000001</c:v>
                </c:pt>
                <c:pt idx="14">
                  <c:v>1.197401285</c:v>
                </c:pt>
                <c:pt idx="15">
                  <c:v>1.1973712439999999</c:v>
                </c:pt>
                <c:pt idx="16">
                  <c:v>1.197338223</c:v>
                </c:pt>
                <c:pt idx="17">
                  <c:v>1.1973023410000001</c:v>
                </c:pt>
                <c:pt idx="18">
                  <c:v>1.1972631220000001</c:v>
                </c:pt>
                <c:pt idx="19">
                  <c:v>1.1972208019999999</c:v>
                </c:pt>
                <c:pt idx="20">
                  <c:v>1.197174907</c:v>
                </c:pt>
                <c:pt idx="21">
                  <c:v>1.197125196</c:v>
                </c:pt>
                <c:pt idx="22">
                  <c:v>1.1970717909999999</c:v>
                </c:pt>
                <c:pt idx="23">
                  <c:v>1.1970142130000001</c:v>
                </c:pt>
                <c:pt idx="24">
                  <c:v>1.1969519850000001</c:v>
                </c:pt>
                <c:pt idx="25">
                  <c:v>1.196885228</c:v>
                </c:pt>
                <c:pt idx="26">
                  <c:v>1.1968129869999999</c:v>
                </c:pt>
                <c:pt idx="27">
                  <c:v>1.1967352630000001</c:v>
                </c:pt>
                <c:pt idx="28">
                  <c:v>1.1966514589999999</c:v>
                </c:pt>
                <c:pt idx="29">
                  <c:v>1.1965608599999999</c:v>
                </c:pt>
                <c:pt idx="30">
                  <c:v>1.19646275</c:v>
                </c:pt>
                <c:pt idx="31">
                  <c:v>1.196356177</c:v>
                </c:pt>
                <c:pt idx="32">
                  <c:v>1.1962401869999999</c:v>
                </c:pt>
                <c:pt idx="33">
                  <c:v>1.1961133479999999</c:v>
                </c:pt>
                <c:pt idx="34">
                  <c:v>1.19597435</c:v>
                </c:pt>
                <c:pt idx="35">
                  <c:v>1.1958214039999999</c:v>
                </c:pt>
                <c:pt idx="36">
                  <c:v>1.1956524850000001</c:v>
                </c:pt>
                <c:pt idx="37">
                  <c:v>1.1954655649999999</c:v>
                </c:pt>
                <c:pt idx="38">
                  <c:v>1.195257545</c:v>
                </c:pt>
                <c:pt idx="39">
                  <c:v>1.195025682</c:v>
                </c:pt>
                <c:pt idx="40">
                  <c:v>1.194766521</c:v>
                </c:pt>
                <c:pt idx="41">
                  <c:v>1.1944757699999999</c:v>
                </c:pt>
                <c:pt idx="42">
                  <c:v>1.194149017</c:v>
                </c:pt>
                <c:pt idx="43">
                  <c:v>1.1937814950000001</c:v>
                </c:pt>
                <c:pt idx="44">
                  <c:v>1.193367362</c:v>
                </c:pt>
                <c:pt idx="45">
                  <c:v>1.1929003</c:v>
                </c:pt>
                <c:pt idx="46">
                  <c:v>1.1923733949999999</c:v>
                </c:pt>
                <c:pt idx="47">
                  <c:v>1.1917788979999999</c:v>
                </c:pt>
                <c:pt idx="48">
                  <c:v>1.191108584</c:v>
                </c:pt>
                <c:pt idx="49">
                  <c:v>1.1903536320000001</c:v>
                </c:pt>
                <c:pt idx="50">
                  <c:v>1.1890347000000001</c:v>
                </c:pt>
                <c:pt idx="51">
                  <c:v>1.187465191</c:v>
                </c:pt>
                <c:pt idx="52">
                  <c:v>1.1862614149999999</c:v>
                </c:pt>
                <c:pt idx="53">
                  <c:v>1.18491137</c:v>
                </c:pt>
                <c:pt idx="54">
                  <c:v>1.1833995580000001</c:v>
                </c:pt>
                <c:pt idx="55">
                  <c:v>1.181709409</c:v>
                </c:pt>
                <c:pt idx="56">
                  <c:v>1.1798213719999999</c:v>
                </c:pt>
                <c:pt idx="57">
                  <c:v>1.1777192350000001</c:v>
                </c:pt>
                <c:pt idx="58">
                  <c:v>1.175383568</c:v>
                </c:pt>
                <c:pt idx="59">
                  <c:v>1.1727933880000001</c:v>
                </c:pt>
                <c:pt idx="60">
                  <c:v>1.1699267630000001</c:v>
                </c:pt>
                <c:pt idx="61">
                  <c:v>1.166761637</c:v>
                </c:pt>
                <c:pt idx="62">
                  <c:v>1.1632744070000001</c:v>
                </c:pt>
                <c:pt idx="63">
                  <c:v>1.159441352</c:v>
                </c:pt>
                <c:pt idx="64">
                  <c:v>1.155237675</c:v>
                </c:pt>
                <c:pt idx="65">
                  <c:v>1.1506387</c:v>
                </c:pt>
                <c:pt idx="66">
                  <c:v>1.1456189160000001</c:v>
                </c:pt>
                <c:pt idx="67">
                  <c:v>1.1401530499999999</c:v>
                </c:pt>
                <c:pt idx="68">
                  <c:v>1.1342160699999999</c:v>
                </c:pt>
                <c:pt idx="69">
                  <c:v>1.127782702</c:v>
                </c:pt>
                <c:pt idx="70">
                  <c:v>1.12082839</c:v>
                </c:pt>
                <c:pt idx="71">
                  <c:v>1.113329411</c:v>
                </c:pt>
                <c:pt idx="72">
                  <c:v>1.1052629949999999</c:v>
                </c:pt>
                <c:pt idx="73">
                  <c:v>1.0966073270000001</c:v>
                </c:pt>
                <c:pt idx="74">
                  <c:v>1.08734262</c:v>
                </c:pt>
                <c:pt idx="75">
                  <c:v>1.0774499179999999</c:v>
                </c:pt>
                <c:pt idx="76">
                  <c:v>1.0669128889999999</c:v>
                </c:pt>
                <c:pt idx="77">
                  <c:v>1.055717349</c:v>
                </c:pt>
                <c:pt idx="78">
                  <c:v>1.043851495</c:v>
                </c:pt>
                <c:pt idx="79">
                  <c:v>1.0313061480000001</c:v>
                </c:pt>
                <c:pt idx="80">
                  <c:v>1.0180752280000001</c:v>
                </c:pt>
                <c:pt idx="81">
                  <c:v>1.0041561130000001</c:v>
                </c:pt>
                <c:pt idx="82">
                  <c:v>0.98954957720000003</c:v>
                </c:pt>
                <c:pt idx="83">
                  <c:v>0.97425997259999997</c:v>
                </c:pt>
                <c:pt idx="84">
                  <c:v>0.95829629900000002</c:v>
                </c:pt>
                <c:pt idx="85">
                  <c:v>0.94167166950000003</c:v>
                </c:pt>
                <c:pt idx="86">
                  <c:v>0.92440539600000005</c:v>
                </c:pt>
                <c:pt idx="87">
                  <c:v>0.90652304890000002</c:v>
                </c:pt>
                <c:pt idx="88">
                  <c:v>0.88805848359999995</c:v>
                </c:pt>
                <c:pt idx="89">
                  <c:v>0.86905646319999996</c:v>
                </c:pt>
                <c:pt idx="90">
                  <c:v>0.84957754610000003</c:v>
                </c:pt>
                <c:pt idx="91">
                  <c:v>0.82970505949999995</c:v>
                </c:pt>
                <c:pt idx="92">
                  <c:v>0.80955725909999998</c:v>
                </c:pt>
                <c:pt idx="93">
                  <c:v>0.78930693860000001</c:v>
                </c:pt>
                <c:pt idx="94">
                  <c:v>0.76921319960000001</c:v>
                </c:pt>
                <c:pt idx="95">
                  <c:v>0.74967300889999999</c:v>
                </c:pt>
                <c:pt idx="96">
                  <c:v>0.73130512240000001</c:v>
                </c:pt>
                <c:pt idx="97">
                  <c:v>0.71508616209999998</c:v>
                </c:pt>
                <c:pt idx="98">
                  <c:v>0.70256900789999999</c:v>
                </c:pt>
                <c:pt idx="99">
                  <c:v>0.6962348223</c:v>
                </c:pt>
              </c:numCache>
            </c:numRef>
          </c:xVal>
          <c:yVal>
            <c:numRef>
              <c:f>'100cm_1_cm_ALL_NODES_IPHR_1cm'!$H$102:$H$201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B5E-4EB6-A503-ED08D768374C}"/>
            </c:ext>
          </c:extLst>
        </c:ser>
        <c:ser>
          <c:idx val="1"/>
          <c:order val="1"/>
          <c:tx>
            <c:v>Cl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'100cm_1_cm_ALL_NODES_IPHR_1cm'!$U$202:$U$301</c:f>
              <c:numCache>
                <c:formatCode>0.00000</c:formatCode>
                <c:ptCount val="100"/>
                <c:pt idx="0">
                  <c:v>1.2</c:v>
                </c:pt>
                <c:pt idx="1">
                  <c:v>1.2</c:v>
                </c:pt>
                <c:pt idx="2">
                  <c:v>1.2</c:v>
                </c:pt>
                <c:pt idx="3">
                  <c:v>1.2</c:v>
                </c:pt>
                <c:pt idx="4">
                  <c:v>1.2</c:v>
                </c:pt>
                <c:pt idx="5">
                  <c:v>1.2</c:v>
                </c:pt>
                <c:pt idx="6">
                  <c:v>1.2</c:v>
                </c:pt>
                <c:pt idx="7">
                  <c:v>1.2</c:v>
                </c:pt>
                <c:pt idx="8">
                  <c:v>1.2</c:v>
                </c:pt>
                <c:pt idx="9">
                  <c:v>1.2</c:v>
                </c:pt>
                <c:pt idx="10">
                  <c:v>1.2</c:v>
                </c:pt>
                <c:pt idx="11">
                  <c:v>1.2</c:v>
                </c:pt>
                <c:pt idx="12">
                  <c:v>1.2</c:v>
                </c:pt>
                <c:pt idx="13">
                  <c:v>1.2</c:v>
                </c:pt>
                <c:pt idx="14">
                  <c:v>1.2</c:v>
                </c:pt>
                <c:pt idx="15">
                  <c:v>1.2</c:v>
                </c:pt>
                <c:pt idx="16">
                  <c:v>1.2</c:v>
                </c:pt>
                <c:pt idx="17">
                  <c:v>1.2</c:v>
                </c:pt>
                <c:pt idx="18">
                  <c:v>1.2</c:v>
                </c:pt>
                <c:pt idx="19">
                  <c:v>1.2</c:v>
                </c:pt>
                <c:pt idx="20">
                  <c:v>1.2</c:v>
                </c:pt>
                <c:pt idx="21">
                  <c:v>1.2</c:v>
                </c:pt>
                <c:pt idx="22">
                  <c:v>1.2</c:v>
                </c:pt>
                <c:pt idx="23">
                  <c:v>1.2</c:v>
                </c:pt>
                <c:pt idx="24">
                  <c:v>1.2</c:v>
                </c:pt>
                <c:pt idx="25">
                  <c:v>1.2</c:v>
                </c:pt>
                <c:pt idx="26">
                  <c:v>1.1999</c:v>
                </c:pt>
                <c:pt idx="27">
                  <c:v>1.1999</c:v>
                </c:pt>
                <c:pt idx="28">
                  <c:v>1.1999</c:v>
                </c:pt>
                <c:pt idx="29">
                  <c:v>1.1999</c:v>
                </c:pt>
                <c:pt idx="30">
                  <c:v>1.1999</c:v>
                </c:pt>
                <c:pt idx="31">
                  <c:v>1.1998</c:v>
                </c:pt>
                <c:pt idx="32">
                  <c:v>1.1998</c:v>
                </c:pt>
                <c:pt idx="33">
                  <c:v>1.1997</c:v>
                </c:pt>
                <c:pt idx="34">
                  <c:v>1.1997</c:v>
                </c:pt>
                <c:pt idx="35">
                  <c:v>1.1996</c:v>
                </c:pt>
                <c:pt idx="36">
                  <c:v>1.1995</c:v>
                </c:pt>
                <c:pt idx="37">
                  <c:v>1.1994</c:v>
                </c:pt>
                <c:pt idx="38">
                  <c:v>1.1993</c:v>
                </c:pt>
                <c:pt idx="39">
                  <c:v>1.1991000000000001</c:v>
                </c:pt>
                <c:pt idx="40">
                  <c:v>1.1990000000000001</c:v>
                </c:pt>
                <c:pt idx="41">
                  <c:v>1.1988000000000001</c:v>
                </c:pt>
                <c:pt idx="42">
                  <c:v>1.1984999999999999</c:v>
                </c:pt>
                <c:pt idx="43">
                  <c:v>1.1982999999999999</c:v>
                </c:pt>
                <c:pt idx="44">
                  <c:v>1.198</c:v>
                </c:pt>
                <c:pt idx="45">
                  <c:v>1.1976</c:v>
                </c:pt>
                <c:pt idx="46">
                  <c:v>1.1971000000000001</c:v>
                </c:pt>
                <c:pt idx="47">
                  <c:v>1.1965999999999999</c:v>
                </c:pt>
                <c:pt idx="48">
                  <c:v>1.1961000000000002</c:v>
                </c:pt>
                <c:pt idx="49">
                  <c:v>1.1954</c:v>
                </c:pt>
                <c:pt idx="50">
                  <c:v>1.1946000000000001</c:v>
                </c:pt>
                <c:pt idx="51">
                  <c:v>1.1938</c:v>
                </c:pt>
                <c:pt idx="52">
                  <c:v>1.1927999999999999</c:v>
                </c:pt>
                <c:pt idx="53">
                  <c:v>1.1916</c:v>
                </c:pt>
                <c:pt idx="54">
                  <c:v>1.1904000000000001</c:v>
                </c:pt>
                <c:pt idx="55">
                  <c:v>1.1888999999999998</c:v>
                </c:pt>
                <c:pt idx="56">
                  <c:v>1.1873</c:v>
                </c:pt>
                <c:pt idx="57">
                  <c:v>1.1854</c:v>
                </c:pt>
                <c:pt idx="58">
                  <c:v>1.1833</c:v>
                </c:pt>
                <c:pt idx="59">
                  <c:v>1.181</c:v>
                </c:pt>
                <c:pt idx="60">
                  <c:v>1.1784000000000001</c:v>
                </c:pt>
                <c:pt idx="61">
                  <c:v>1.1755</c:v>
                </c:pt>
                <c:pt idx="62">
                  <c:v>1.1723000000000001</c:v>
                </c:pt>
                <c:pt idx="63">
                  <c:v>1.1688000000000001</c:v>
                </c:pt>
                <c:pt idx="64">
                  <c:v>1.1647999999999998</c:v>
                </c:pt>
                <c:pt idx="65">
                  <c:v>1.1605000000000001</c:v>
                </c:pt>
                <c:pt idx="66">
                  <c:v>1.1557999999999999</c:v>
                </c:pt>
                <c:pt idx="67">
                  <c:v>1.1506000000000001</c:v>
                </c:pt>
                <c:pt idx="68">
                  <c:v>1.1448999999999998</c:v>
                </c:pt>
                <c:pt idx="69">
                  <c:v>1.1387</c:v>
                </c:pt>
                <c:pt idx="70">
                  <c:v>1.1319999999999999</c:v>
                </c:pt>
                <c:pt idx="71">
                  <c:v>1.1247</c:v>
                </c:pt>
                <c:pt idx="72">
                  <c:v>1.1168</c:v>
                </c:pt>
                <c:pt idx="73">
                  <c:v>1.1083000000000001</c:v>
                </c:pt>
                <c:pt idx="74">
                  <c:v>1.0992</c:v>
                </c:pt>
                <c:pt idx="75">
                  <c:v>1.0893999999999999</c:v>
                </c:pt>
                <c:pt idx="76">
                  <c:v>1.0789</c:v>
                </c:pt>
                <c:pt idx="77">
                  <c:v>1.0678000000000001</c:v>
                </c:pt>
                <c:pt idx="78">
                  <c:v>1.0559000000000001</c:v>
                </c:pt>
                <c:pt idx="79">
                  <c:v>1.0431999999999999</c:v>
                </c:pt>
                <c:pt idx="80">
                  <c:v>1.0299</c:v>
                </c:pt>
                <c:pt idx="81">
                  <c:v>1.0158</c:v>
                </c:pt>
                <c:pt idx="82">
                  <c:v>1.0009000000000001</c:v>
                </c:pt>
                <c:pt idx="83">
                  <c:v>0.98531000000000013</c:v>
                </c:pt>
                <c:pt idx="84">
                  <c:v>0.96897</c:v>
                </c:pt>
                <c:pt idx="85">
                  <c:v>0.95189999999999997</c:v>
                </c:pt>
                <c:pt idx="86">
                  <c:v>0.93411999999999995</c:v>
                </c:pt>
                <c:pt idx="87">
                  <c:v>0.91564999999999996</c:v>
                </c:pt>
                <c:pt idx="88">
                  <c:v>0.89652000000000009</c:v>
                </c:pt>
                <c:pt idx="89">
                  <c:v>0.87678</c:v>
                </c:pt>
                <c:pt idx="90">
                  <c:v>0.85647999999999991</c:v>
                </c:pt>
                <c:pt idx="91">
                  <c:v>0.8357</c:v>
                </c:pt>
                <c:pt idx="92">
                  <c:v>0.81457000000000002</c:v>
                </c:pt>
                <c:pt idx="93">
                  <c:v>0.79323999999999995</c:v>
                </c:pt>
                <c:pt idx="94">
                  <c:v>0.77198</c:v>
                </c:pt>
                <c:pt idx="95">
                  <c:v>0.75119000000000002</c:v>
                </c:pt>
                <c:pt idx="96">
                  <c:v>0.73150999999999999</c:v>
                </c:pt>
                <c:pt idx="97">
                  <c:v>0.71401999999999999</c:v>
                </c:pt>
                <c:pt idx="98">
                  <c:v>0.70047000000000004</c:v>
                </c:pt>
                <c:pt idx="99">
                  <c:v>0.69294</c:v>
                </c:pt>
              </c:numCache>
            </c:numRef>
          </c:xVal>
          <c:yVal>
            <c:numRef>
              <c:f>'100cm_1_cm_ALL_NODES_IPHR_1cm'!$Q$102:$Q$201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B5E-4EB6-A503-ED08D76837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1.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/>
              <a:t>Comparison of Cl- Concentrations after 3 Days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Cl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'100cm_1_cm_ALL_NODES_IPHR_1cm'!$J$302:$J$401</c:f>
              <c:numCache>
                <c:formatCode>0.00</c:formatCode>
                <c:ptCount val="100"/>
                <c:pt idx="0">
                  <c:v>1.197604656</c:v>
                </c:pt>
                <c:pt idx="1">
                  <c:v>1.197603703</c:v>
                </c:pt>
                <c:pt idx="2">
                  <c:v>1.197602391</c:v>
                </c:pt>
                <c:pt idx="3">
                  <c:v>1.1976010800000001</c:v>
                </c:pt>
                <c:pt idx="4">
                  <c:v>1.197599292</c:v>
                </c:pt>
                <c:pt idx="5">
                  <c:v>1.197597384</c:v>
                </c:pt>
                <c:pt idx="6">
                  <c:v>1.197595</c:v>
                </c:pt>
                <c:pt idx="7">
                  <c:v>1.197592378</c:v>
                </c:pt>
                <c:pt idx="8">
                  <c:v>1.1975895169999999</c:v>
                </c:pt>
                <c:pt idx="9">
                  <c:v>1.197586298</c:v>
                </c:pt>
                <c:pt idx="10">
                  <c:v>1.1975827219999999</c:v>
                </c:pt>
                <c:pt idx="11">
                  <c:v>1.1975784300000001</c:v>
                </c:pt>
                <c:pt idx="12">
                  <c:v>1.1975736619999999</c:v>
                </c:pt>
                <c:pt idx="13">
                  <c:v>1.1975685359999999</c:v>
                </c:pt>
                <c:pt idx="14">
                  <c:v>1.1975625750000001</c:v>
                </c:pt>
                <c:pt idx="15">
                  <c:v>1.197556257</c:v>
                </c:pt>
                <c:pt idx="16">
                  <c:v>1.1975493429999999</c:v>
                </c:pt>
                <c:pt idx="17">
                  <c:v>1.1975415949999999</c:v>
                </c:pt>
                <c:pt idx="18">
                  <c:v>1.1975333690000001</c:v>
                </c:pt>
                <c:pt idx="19">
                  <c:v>1.1975240709999999</c:v>
                </c:pt>
                <c:pt idx="20">
                  <c:v>1.197514296</c:v>
                </c:pt>
                <c:pt idx="21">
                  <c:v>1.197503448</c:v>
                </c:pt>
                <c:pt idx="22">
                  <c:v>1.1974917650000001</c:v>
                </c:pt>
                <c:pt idx="23">
                  <c:v>1.1974790099999999</c:v>
                </c:pt>
                <c:pt idx="24">
                  <c:v>1.1974654199999999</c:v>
                </c:pt>
                <c:pt idx="25">
                  <c:v>1.197450876</c:v>
                </c:pt>
                <c:pt idx="26">
                  <c:v>1.1974354979999999</c:v>
                </c:pt>
                <c:pt idx="27">
                  <c:v>1.197418928</c:v>
                </c:pt>
                <c:pt idx="28">
                  <c:v>1.197401285</c:v>
                </c:pt>
                <c:pt idx="29">
                  <c:v>1.197382808</c:v>
                </c:pt>
                <c:pt idx="30">
                  <c:v>1.197363138</c:v>
                </c:pt>
                <c:pt idx="31">
                  <c:v>1.197342396</c:v>
                </c:pt>
                <c:pt idx="32">
                  <c:v>1.19732058</c:v>
                </c:pt>
                <c:pt idx="33">
                  <c:v>1.197297335</c:v>
                </c:pt>
                <c:pt idx="34">
                  <c:v>1.1972731350000001</c:v>
                </c:pt>
                <c:pt idx="35">
                  <c:v>1.1972478630000001</c:v>
                </c:pt>
                <c:pt idx="36">
                  <c:v>1.1972212790000001</c:v>
                </c:pt>
                <c:pt idx="37">
                  <c:v>1.197193503</c:v>
                </c:pt>
                <c:pt idx="38">
                  <c:v>1.197164774</c:v>
                </c:pt>
                <c:pt idx="39">
                  <c:v>1.197134852</c:v>
                </c:pt>
                <c:pt idx="40">
                  <c:v>1.1971037390000001</c:v>
                </c:pt>
                <c:pt idx="41">
                  <c:v>1.1970714330000001</c:v>
                </c:pt>
                <c:pt idx="42">
                  <c:v>1.1970378159999999</c:v>
                </c:pt>
                <c:pt idx="43">
                  <c:v>1.1970034839999999</c:v>
                </c:pt>
                <c:pt idx="44">
                  <c:v>1.1969678399999999</c:v>
                </c:pt>
                <c:pt idx="45">
                  <c:v>1.1969312430000001</c:v>
                </c:pt>
                <c:pt idx="46">
                  <c:v>1.196893692</c:v>
                </c:pt>
                <c:pt idx="47">
                  <c:v>1.1968551869999999</c:v>
                </c:pt>
                <c:pt idx="48">
                  <c:v>1.196816087</c:v>
                </c:pt>
                <c:pt idx="49">
                  <c:v>1.196776032</c:v>
                </c:pt>
                <c:pt idx="50">
                  <c:v>1.196711898</c:v>
                </c:pt>
                <c:pt idx="51">
                  <c:v>1.1966444249999999</c:v>
                </c:pt>
                <c:pt idx="52">
                  <c:v>1.196599126</c:v>
                </c:pt>
                <c:pt idx="53">
                  <c:v>1.196552396</c:v>
                </c:pt>
                <c:pt idx="54">
                  <c:v>1.196504354</c:v>
                </c:pt>
                <c:pt idx="55">
                  <c:v>1.1964548829999999</c:v>
                </c:pt>
                <c:pt idx="56">
                  <c:v>1.196403742</c:v>
                </c:pt>
                <c:pt idx="57">
                  <c:v>1.1963509320000001</c:v>
                </c:pt>
                <c:pt idx="58">
                  <c:v>1.196296096</c:v>
                </c:pt>
                <c:pt idx="59">
                  <c:v>1.1962389950000001</c:v>
                </c:pt>
                <c:pt idx="60">
                  <c:v>1.1961792710000001</c:v>
                </c:pt>
                <c:pt idx="61">
                  <c:v>1.196116567</c:v>
                </c:pt>
                <c:pt idx="62">
                  <c:v>1.196050525</c:v>
                </c:pt>
                <c:pt idx="63">
                  <c:v>1.195980668</c:v>
                </c:pt>
                <c:pt idx="64">
                  <c:v>1.195906401</c:v>
                </c:pt>
                <c:pt idx="65">
                  <c:v>1.1958270070000001</c:v>
                </c:pt>
                <c:pt idx="66">
                  <c:v>1.195741773</c:v>
                </c:pt>
                <c:pt idx="67">
                  <c:v>1.1956497429999999</c:v>
                </c:pt>
                <c:pt idx="68">
                  <c:v>1.1955499650000001</c:v>
                </c:pt>
                <c:pt idx="69">
                  <c:v>1.195441604</c:v>
                </c:pt>
                <c:pt idx="70">
                  <c:v>1.195323229</c:v>
                </c:pt>
                <c:pt idx="71">
                  <c:v>1.195193529</c:v>
                </c:pt>
                <c:pt idx="72">
                  <c:v>1.1950509549999999</c:v>
                </c:pt>
                <c:pt idx="73">
                  <c:v>1.194893837</c:v>
                </c:pt>
                <c:pt idx="74">
                  <c:v>1.1947201489999999</c:v>
                </c:pt>
                <c:pt idx="75">
                  <c:v>1.194528222</c:v>
                </c:pt>
                <c:pt idx="76">
                  <c:v>1.1943156720000001</c:v>
                </c:pt>
                <c:pt idx="77">
                  <c:v>1.194079399</c:v>
                </c:pt>
                <c:pt idx="78">
                  <c:v>1.193817377</c:v>
                </c:pt>
                <c:pt idx="79">
                  <c:v>1.19352591</c:v>
                </c:pt>
                <c:pt idx="80">
                  <c:v>1.1932020189999999</c:v>
                </c:pt>
                <c:pt idx="81">
                  <c:v>1.192842245</c:v>
                </c:pt>
                <c:pt idx="82">
                  <c:v>1.1924413439999999</c:v>
                </c:pt>
                <c:pt idx="83">
                  <c:v>1.191996813</c:v>
                </c:pt>
                <c:pt idx="84">
                  <c:v>1.191505432</c:v>
                </c:pt>
                <c:pt idx="85">
                  <c:v>1.190962791</c:v>
                </c:pt>
                <c:pt idx="86">
                  <c:v>1.1903644799999999</c:v>
                </c:pt>
                <c:pt idx="87">
                  <c:v>1.1897064449999999</c:v>
                </c:pt>
                <c:pt idx="88">
                  <c:v>1.188985586</c:v>
                </c:pt>
                <c:pt idx="89">
                  <c:v>1.188198686</c:v>
                </c:pt>
                <c:pt idx="90">
                  <c:v>1.1873446700000001</c:v>
                </c:pt>
                <c:pt idx="91">
                  <c:v>1.1864241360000001</c:v>
                </c:pt>
                <c:pt idx="92">
                  <c:v>1.185441494</c:v>
                </c:pt>
                <c:pt idx="93">
                  <c:v>1.1844067570000001</c:v>
                </c:pt>
                <c:pt idx="94">
                  <c:v>1.1833384039999999</c:v>
                </c:pt>
                <c:pt idx="95">
                  <c:v>1.182267666</c:v>
                </c:pt>
                <c:pt idx="96">
                  <c:v>1.181246161</c:v>
                </c:pt>
                <c:pt idx="97">
                  <c:v>1.1803547139999999</c:v>
                </c:pt>
                <c:pt idx="98">
                  <c:v>1.179718375</c:v>
                </c:pt>
                <c:pt idx="99">
                  <c:v>1.1795295480000001</c:v>
                </c:pt>
              </c:numCache>
            </c:numRef>
          </c:xVal>
          <c:yVal>
            <c:numRef>
              <c:f>'100cm_1_cm_ALL_NODES_IPHR_1cm'!$H$202:$H$301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ECC-4784-905D-A68105AB193F}"/>
            </c:ext>
          </c:extLst>
        </c:ser>
        <c:ser>
          <c:idx val="1"/>
          <c:order val="1"/>
          <c:tx>
            <c:v>Cl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'100cm_1_cm_ALL_NODES_IPHR_1cm'!$U$302:$U$401</c:f>
              <c:numCache>
                <c:formatCode>0.00000</c:formatCode>
                <c:ptCount val="100"/>
                <c:pt idx="0">
                  <c:v>1.2</c:v>
                </c:pt>
                <c:pt idx="1">
                  <c:v>1.2</c:v>
                </c:pt>
                <c:pt idx="2">
                  <c:v>1.2</c:v>
                </c:pt>
                <c:pt idx="3">
                  <c:v>1.2</c:v>
                </c:pt>
                <c:pt idx="4">
                  <c:v>1.2</c:v>
                </c:pt>
                <c:pt idx="5">
                  <c:v>1.2</c:v>
                </c:pt>
                <c:pt idx="6">
                  <c:v>1.2</c:v>
                </c:pt>
                <c:pt idx="7">
                  <c:v>1.2</c:v>
                </c:pt>
                <c:pt idx="8">
                  <c:v>1.2</c:v>
                </c:pt>
                <c:pt idx="9">
                  <c:v>1.2</c:v>
                </c:pt>
                <c:pt idx="10">
                  <c:v>1.2</c:v>
                </c:pt>
                <c:pt idx="11">
                  <c:v>1.2</c:v>
                </c:pt>
                <c:pt idx="12">
                  <c:v>1.2</c:v>
                </c:pt>
                <c:pt idx="13">
                  <c:v>1.2</c:v>
                </c:pt>
                <c:pt idx="14">
                  <c:v>1.2</c:v>
                </c:pt>
                <c:pt idx="15">
                  <c:v>1.2</c:v>
                </c:pt>
                <c:pt idx="16">
                  <c:v>1.2</c:v>
                </c:pt>
                <c:pt idx="17">
                  <c:v>1.2</c:v>
                </c:pt>
                <c:pt idx="18">
                  <c:v>1.2</c:v>
                </c:pt>
                <c:pt idx="19">
                  <c:v>1.2</c:v>
                </c:pt>
                <c:pt idx="20">
                  <c:v>1.2</c:v>
                </c:pt>
                <c:pt idx="21">
                  <c:v>1.2</c:v>
                </c:pt>
                <c:pt idx="22">
                  <c:v>1.2</c:v>
                </c:pt>
                <c:pt idx="23">
                  <c:v>1.2</c:v>
                </c:pt>
                <c:pt idx="24">
                  <c:v>1.2</c:v>
                </c:pt>
                <c:pt idx="25">
                  <c:v>1.2</c:v>
                </c:pt>
                <c:pt idx="26">
                  <c:v>1.2</c:v>
                </c:pt>
                <c:pt idx="27">
                  <c:v>1.2</c:v>
                </c:pt>
                <c:pt idx="28">
                  <c:v>1.2</c:v>
                </c:pt>
                <c:pt idx="29">
                  <c:v>1.2</c:v>
                </c:pt>
                <c:pt idx="30">
                  <c:v>1.2</c:v>
                </c:pt>
                <c:pt idx="31">
                  <c:v>1.2</c:v>
                </c:pt>
                <c:pt idx="32">
                  <c:v>1.2</c:v>
                </c:pt>
                <c:pt idx="33">
                  <c:v>1.2</c:v>
                </c:pt>
                <c:pt idx="34">
                  <c:v>1.2</c:v>
                </c:pt>
                <c:pt idx="35">
                  <c:v>1.2</c:v>
                </c:pt>
                <c:pt idx="36">
                  <c:v>1.2</c:v>
                </c:pt>
                <c:pt idx="37">
                  <c:v>1.2</c:v>
                </c:pt>
                <c:pt idx="38">
                  <c:v>1.2</c:v>
                </c:pt>
                <c:pt idx="39">
                  <c:v>1.2</c:v>
                </c:pt>
                <c:pt idx="40">
                  <c:v>1.2</c:v>
                </c:pt>
                <c:pt idx="41">
                  <c:v>1.2</c:v>
                </c:pt>
                <c:pt idx="42">
                  <c:v>1.2</c:v>
                </c:pt>
                <c:pt idx="43">
                  <c:v>1.2</c:v>
                </c:pt>
                <c:pt idx="44">
                  <c:v>1.2</c:v>
                </c:pt>
                <c:pt idx="45">
                  <c:v>1.2</c:v>
                </c:pt>
                <c:pt idx="46">
                  <c:v>1.2</c:v>
                </c:pt>
                <c:pt idx="47">
                  <c:v>1.2</c:v>
                </c:pt>
                <c:pt idx="48">
                  <c:v>1.2</c:v>
                </c:pt>
                <c:pt idx="49">
                  <c:v>1.2</c:v>
                </c:pt>
                <c:pt idx="50">
                  <c:v>1.2</c:v>
                </c:pt>
                <c:pt idx="51">
                  <c:v>1.2</c:v>
                </c:pt>
                <c:pt idx="52">
                  <c:v>1.2</c:v>
                </c:pt>
                <c:pt idx="53">
                  <c:v>1.2</c:v>
                </c:pt>
                <c:pt idx="54">
                  <c:v>1.2</c:v>
                </c:pt>
                <c:pt idx="55">
                  <c:v>1.2</c:v>
                </c:pt>
                <c:pt idx="56">
                  <c:v>1.2</c:v>
                </c:pt>
                <c:pt idx="57">
                  <c:v>1.1999</c:v>
                </c:pt>
                <c:pt idx="58">
                  <c:v>1.1999</c:v>
                </c:pt>
                <c:pt idx="59">
                  <c:v>1.1999</c:v>
                </c:pt>
                <c:pt idx="60">
                  <c:v>1.1999</c:v>
                </c:pt>
                <c:pt idx="61">
                  <c:v>1.1999</c:v>
                </c:pt>
                <c:pt idx="62">
                  <c:v>1.1999</c:v>
                </c:pt>
                <c:pt idx="63">
                  <c:v>1.1998</c:v>
                </c:pt>
                <c:pt idx="64">
                  <c:v>1.1998</c:v>
                </c:pt>
                <c:pt idx="65">
                  <c:v>1.1998</c:v>
                </c:pt>
                <c:pt idx="66">
                  <c:v>1.1998</c:v>
                </c:pt>
                <c:pt idx="67">
                  <c:v>1.1997</c:v>
                </c:pt>
                <c:pt idx="68">
                  <c:v>1.1997</c:v>
                </c:pt>
                <c:pt idx="69">
                  <c:v>1.1996</c:v>
                </c:pt>
                <c:pt idx="70">
                  <c:v>1.1995</c:v>
                </c:pt>
                <c:pt idx="71">
                  <c:v>1.1995</c:v>
                </c:pt>
                <c:pt idx="72">
                  <c:v>1.1994</c:v>
                </c:pt>
                <c:pt idx="73">
                  <c:v>1.1993</c:v>
                </c:pt>
                <c:pt idx="74">
                  <c:v>1.1992</c:v>
                </c:pt>
                <c:pt idx="75">
                  <c:v>1.1990000000000001</c:v>
                </c:pt>
                <c:pt idx="76">
                  <c:v>1.1988999999999999</c:v>
                </c:pt>
                <c:pt idx="77">
                  <c:v>1.1987000000000001</c:v>
                </c:pt>
                <c:pt idx="78">
                  <c:v>1.1984999999999999</c:v>
                </c:pt>
                <c:pt idx="79">
                  <c:v>1.1982999999999999</c:v>
                </c:pt>
                <c:pt idx="80">
                  <c:v>1.1980999999999999</c:v>
                </c:pt>
                <c:pt idx="81">
                  <c:v>1.1978</c:v>
                </c:pt>
                <c:pt idx="82">
                  <c:v>1.1975</c:v>
                </c:pt>
                <c:pt idx="83">
                  <c:v>1.1971000000000001</c:v>
                </c:pt>
                <c:pt idx="84">
                  <c:v>1.1966999999999999</c:v>
                </c:pt>
                <c:pt idx="85">
                  <c:v>1.1962999999999999</c:v>
                </c:pt>
                <c:pt idx="86">
                  <c:v>1.1958</c:v>
                </c:pt>
                <c:pt idx="87">
                  <c:v>1.1953</c:v>
                </c:pt>
                <c:pt idx="88">
                  <c:v>1.1946999999999999</c:v>
                </c:pt>
                <c:pt idx="89">
                  <c:v>1.194</c:v>
                </c:pt>
                <c:pt idx="90">
                  <c:v>1.1932</c:v>
                </c:pt>
                <c:pt idx="91">
                  <c:v>1.1923999999999999</c:v>
                </c:pt>
                <c:pt idx="92">
                  <c:v>1.1916</c:v>
                </c:pt>
                <c:pt idx="93">
                  <c:v>1.1905999999999999</c:v>
                </c:pt>
                <c:pt idx="94">
                  <c:v>1.1896</c:v>
                </c:pt>
                <c:pt idx="95">
                  <c:v>1.1885999999999999</c:v>
                </c:pt>
                <c:pt idx="96">
                  <c:v>1.1876</c:v>
                </c:pt>
                <c:pt idx="97">
                  <c:v>1.1866999999999999</c:v>
                </c:pt>
                <c:pt idx="98">
                  <c:v>1.1859999999999999</c:v>
                </c:pt>
                <c:pt idx="99">
                  <c:v>1.1856</c:v>
                </c:pt>
              </c:numCache>
            </c:numRef>
          </c:xVal>
          <c:yVal>
            <c:numRef>
              <c:f>'100cm_1_cm_ALL_NODES_IPHR_1cm'!$Q$102:$Q$201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ECC-4784-905D-A68105AB19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1.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/>
              <a:t>Comparison of Cl- Concentrations after 4 Days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Cl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'100cm_1_cm_ALL_NODES_IPHR_1cm'!$J$402:$J$501</c:f>
              <c:numCache>
                <c:formatCode>0.00</c:formatCode>
                <c:ptCount val="100"/>
                <c:pt idx="0">
                  <c:v>1.197604656</c:v>
                </c:pt>
                <c:pt idx="1">
                  <c:v>1.197604299</c:v>
                </c:pt>
                <c:pt idx="2">
                  <c:v>1.197603703</c:v>
                </c:pt>
                <c:pt idx="3">
                  <c:v>1.197603226</c:v>
                </c:pt>
                <c:pt idx="4">
                  <c:v>1.197602391</c:v>
                </c:pt>
                <c:pt idx="5">
                  <c:v>1.197601795</c:v>
                </c:pt>
                <c:pt idx="6">
                  <c:v>1.1976010800000001</c:v>
                </c:pt>
                <c:pt idx="7">
                  <c:v>1.197600365</c:v>
                </c:pt>
                <c:pt idx="8">
                  <c:v>1.19759953</c:v>
                </c:pt>
                <c:pt idx="9">
                  <c:v>1.197598457</c:v>
                </c:pt>
                <c:pt idx="10">
                  <c:v>1.197597265</c:v>
                </c:pt>
                <c:pt idx="11">
                  <c:v>1.1975960729999999</c:v>
                </c:pt>
                <c:pt idx="12">
                  <c:v>1.197594643</c:v>
                </c:pt>
                <c:pt idx="13">
                  <c:v>1.1975932119999999</c:v>
                </c:pt>
                <c:pt idx="14">
                  <c:v>1.1975914240000001</c:v>
                </c:pt>
                <c:pt idx="15">
                  <c:v>1.1975898739999999</c:v>
                </c:pt>
                <c:pt idx="16">
                  <c:v>1.1975876089999999</c:v>
                </c:pt>
                <c:pt idx="17">
                  <c:v>1.1975854640000001</c:v>
                </c:pt>
                <c:pt idx="18">
                  <c:v>1.1975830789999999</c:v>
                </c:pt>
                <c:pt idx="19">
                  <c:v>1.1975804569999999</c:v>
                </c:pt>
                <c:pt idx="20">
                  <c:v>1.1975775959999999</c:v>
                </c:pt>
                <c:pt idx="21">
                  <c:v>1.197574615</c:v>
                </c:pt>
                <c:pt idx="22">
                  <c:v>1.1975713969999999</c:v>
                </c:pt>
                <c:pt idx="23">
                  <c:v>1.1975677010000001</c:v>
                </c:pt>
                <c:pt idx="24">
                  <c:v>1.1975637669999999</c:v>
                </c:pt>
                <c:pt idx="25">
                  <c:v>1.197559595</c:v>
                </c:pt>
                <c:pt idx="26">
                  <c:v>1.197555065</c:v>
                </c:pt>
                <c:pt idx="27">
                  <c:v>1.197550178</c:v>
                </c:pt>
                <c:pt idx="28">
                  <c:v>1.1975448129999999</c:v>
                </c:pt>
                <c:pt idx="29">
                  <c:v>1.1975390909999999</c:v>
                </c:pt>
                <c:pt idx="30">
                  <c:v>1.1975327730000001</c:v>
                </c:pt>
                <c:pt idx="31">
                  <c:v>1.1975262170000001</c:v>
                </c:pt>
                <c:pt idx="32">
                  <c:v>1.197519183</c:v>
                </c:pt>
                <c:pt idx="33">
                  <c:v>1.1975116729999999</c:v>
                </c:pt>
                <c:pt idx="34">
                  <c:v>1.197503805</c:v>
                </c:pt>
                <c:pt idx="35">
                  <c:v>1.197495341</c:v>
                </c:pt>
                <c:pt idx="36">
                  <c:v>1.19748652</c:v>
                </c:pt>
                <c:pt idx="37">
                  <c:v>1.1974769830000001</c:v>
                </c:pt>
                <c:pt idx="38">
                  <c:v>1.1974670890000001</c:v>
                </c:pt>
                <c:pt idx="39">
                  <c:v>1.197456479</c:v>
                </c:pt>
                <c:pt idx="40">
                  <c:v>1.197445393</c:v>
                </c:pt>
                <c:pt idx="41">
                  <c:v>1.197433591</c:v>
                </c:pt>
                <c:pt idx="42">
                  <c:v>1.1974211930000001</c:v>
                </c:pt>
                <c:pt idx="43">
                  <c:v>1.197408319</c:v>
                </c:pt>
                <c:pt idx="44">
                  <c:v>1.1973946090000001</c:v>
                </c:pt>
                <c:pt idx="45">
                  <c:v>1.197380543</c:v>
                </c:pt>
                <c:pt idx="46">
                  <c:v>1.19736588</c:v>
                </c:pt>
                <c:pt idx="47">
                  <c:v>1.197350621</c:v>
                </c:pt>
                <c:pt idx="48">
                  <c:v>1.1973348859999999</c:v>
                </c:pt>
                <c:pt idx="49">
                  <c:v>1.1973186730000001</c:v>
                </c:pt>
                <c:pt idx="50">
                  <c:v>1.197292209</c:v>
                </c:pt>
                <c:pt idx="51">
                  <c:v>1.1972640750000001</c:v>
                </c:pt>
                <c:pt idx="52">
                  <c:v>1.1972450020000001</c:v>
                </c:pt>
                <c:pt idx="53">
                  <c:v>1.1972253319999999</c:v>
                </c:pt>
                <c:pt idx="54">
                  <c:v>1.1972050670000001</c:v>
                </c:pt>
                <c:pt idx="55">
                  <c:v>1.197184324</c:v>
                </c:pt>
                <c:pt idx="56">
                  <c:v>1.1971628670000001</c:v>
                </c:pt>
                <c:pt idx="57">
                  <c:v>1.197141051</c:v>
                </c:pt>
                <c:pt idx="58">
                  <c:v>1.1971188779999999</c:v>
                </c:pt>
                <c:pt idx="59">
                  <c:v>1.1970963480000001</c:v>
                </c:pt>
                <c:pt idx="60">
                  <c:v>1.1970734599999999</c:v>
                </c:pt>
                <c:pt idx="61">
                  <c:v>1.1970502139999999</c:v>
                </c:pt>
                <c:pt idx="62">
                  <c:v>1.1970267299999999</c:v>
                </c:pt>
                <c:pt idx="63">
                  <c:v>1.197002769</c:v>
                </c:pt>
                <c:pt idx="64">
                  <c:v>1.1969785690000001</c:v>
                </c:pt>
                <c:pt idx="65">
                  <c:v>1.196954131</c:v>
                </c:pt>
                <c:pt idx="66">
                  <c:v>1.196929455</c:v>
                </c:pt>
                <c:pt idx="67">
                  <c:v>1.1969046590000001</c:v>
                </c:pt>
                <c:pt idx="68">
                  <c:v>1.196879625</c:v>
                </c:pt>
                <c:pt idx="69">
                  <c:v>1.196854353</c:v>
                </c:pt>
                <c:pt idx="70">
                  <c:v>1.1968292</c:v>
                </c:pt>
                <c:pt idx="71">
                  <c:v>1.1968041659999999</c:v>
                </c:pt>
                <c:pt idx="72">
                  <c:v>1.1967788930000001</c:v>
                </c:pt>
                <c:pt idx="73">
                  <c:v>1.1967538600000001</c:v>
                </c:pt>
                <c:pt idx="74">
                  <c:v>1.1967290639999999</c:v>
                </c:pt>
                <c:pt idx="75">
                  <c:v>1.1967043879999999</c:v>
                </c:pt>
                <c:pt idx="76">
                  <c:v>1.19667995</c:v>
                </c:pt>
                <c:pt idx="77">
                  <c:v>1.1966556310000001</c:v>
                </c:pt>
                <c:pt idx="78">
                  <c:v>1.196631789</c:v>
                </c:pt>
                <c:pt idx="79">
                  <c:v>1.1966080670000001</c:v>
                </c:pt>
                <c:pt idx="80">
                  <c:v>1.196585059</c:v>
                </c:pt>
                <c:pt idx="81">
                  <c:v>1.196562409</c:v>
                </c:pt>
                <c:pt idx="82">
                  <c:v>1.1965404749999999</c:v>
                </c:pt>
                <c:pt idx="83">
                  <c:v>1.196519017</c:v>
                </c:pt>
                <c:pt idx="84">
                  <c:v>1.196498394</c:v>
                </c:pt>
                <c:pt idx="85">
                  <c:v>1.1964787240000001</c:v>
                </c:pt>
                <c:pt idx="86">
                  <c:v>1.1964602470000001</c:v>
                </c:pt>
                <c:pt idx="87">
                  <c:v>1.1964432</c:v>
                </c:pt>
                <c:pt idx="88">
                  <c:v>1.1964277029999999</c:v>
                </c:pt>
                <c:pt idx="89">
                  <c:v>1.196415067</c:v>
                </c:pt>
                <c:pt idx="90">
                  <c:v>1.1964055300000001</c:v>
                </c:pt>
                <c:pt idx="91">
                  <c:v>1.1964001660000001</c:v>
                </c:pt>
                <c:pt idx="92">
                  <c:v>1.196400285</c:v>
                </c:pt>
                <c:pt idx="93">
                  <c:v>1.196407199</c:v>
                </c:pt>
                <c:pt idx="94">
                  <c:v>1.1964236500000001</c:v>
                </c:pt>
                <c:pt idx="95">
                  <c:v>1.19645226</c:v>
                </c:pt>
                <c:pt idx="96">
                  <c:v>1.1964975600000001</c:v>
                </c:pt>
                <c:pt idx="97">
                  <c:v>1.1965651509999999</c:v>
                </c:pt>
                <c:pt idx="98">
                  <c:v>1.1966631409999999</c:v>
                </c:pt>
                <c:pt idx="99">
                  <c:v>1.196802258</c:v>
                </c:pt>
              </c:numCache>
            </c:numRef>
          </c:xVal>
          <c:yVal>
            <c:numRef>
              <c:f>'100cm_1_cm_ALL_NODES_IPHR_1cm'!$H$202:$H$301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67B-442C-BEFB-5F2FA078C245}"/>
            </c:ext>
          </c:extLst>
        </c:ser>
        <c:ser>
          <c:idx val="1"/>
          <c:order val="1"/>
          <c:tx>
            <c:v>Cl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'100cm_1_cm_ALL_NODES_IPHR_1cm'!$U$402:$U$501</c:f>
              <c:numCache>
                <c:formatCode>0.00000</c:formatCode>
                <c:ptCount val="100"/>
                <c:pt idx="0">
                  <c:v>1.2</c:v>
                </c:pt>
                <c:pt idx="1">
                  <c:v>1.2</c:v>
                </c:pt>
                <c:pt idx="2">
                  <c:v>1.2</c:v>
                </c:pt>
                <c:pt idx="3">
                  <c:v>1.2</c:v>
                </c:pt>
                <c:pt idx="4">
                  <c:v>1.2</c:v>
                </c:pt>
                <c:pt idx="5">
                  <c:v>1.2</c:v>
                </c:pt>
                <c:pt idx="6">
                  <c:v>1.2</c:v>
                </c:pt>
                <c:pt idx="7">
                  <c:v>1.2</c:v>
                </c:pt>
                <c:pt idx="8">
                  <c:v>1.2</c:v>
                </c:pt>
                <c:pt idx="9">
                  <c:v>1.2</c:v>
                </c:pt>
                <c:pt idx="10">
                  <c:v>1.2</c:v>
                </c:pt>
                <c:pt idx="11">
                  <c:v>1.2</c:v>
                </c:pt>
                <c:pt idx="12">
                  <c:v>1.2</c:v>
                </c:pt>
                <c:pt idx="13">
                  <c:v>1.2</c:v>
                </c:pt>
                <c:pt idx="14">
                  <c:v>1.2</c:v>
                </c:pt>
                <c:pt idx="15">
                  <c:v>1.2</c:v>
                </c:pt>
                <c:pt idx="16">
                  <c:v>1.2</c:v>
                </c:pt>
                <c:pt idx="17">
                  <c:v>1.2</c:v>
                </c:pt>
                <c:pt idx="18">
                  <c:v>1.2</c:v>
                </c:pt>
                <c:pt idx="19">
                  <c:v>1.2</c:v>
                </c:pt>
                <c:pt idx="20">
                  <c:v>1.2</c:v>
                </c:pt>
                <c:pt idx="21">
                  <c:v>1.2</c:v>
                </c:pt>
                <c:pt idx="22">
                  <c:v>1.2</c:v>
                </c:pt>
                <c:pt idx="23">
                  <c:v>1.2</c:v>
                </c:pt>
                <c:pt idx="24">
                  <c:v>1.2</c:v>
                </c:pt>
                <c:pt idx="25">
                  <c:v>1.2</c:v>
                </c:pt>
                <c:pt idx="26">
                  <c:v>1.2</c:v>
                </c:pt>
                <c:pt idx="27">
                  <c:v>1.2</c:v>
                </c:pt>
                <c:pt idx="28">
                  <c:v>1.2</c:v>
                </c:pt>
                <c:pt idx="29">
                  <c:v>1.2</c:v>
                </c:pt>
                <c:pt idx="30">
                  <c:v>1.2</c:v>
                </c:pt>
                <c:pt idx="31">
                  <c:v>1.2</c:v>
                </c:pt>
                <c:pt idx="32">
                  <c:v>1.2</c:v>
                </c:pt>
                <c:pt idx="33">
                  <c:v>1.2</c:v>
                </c:pt>
                <c:pt idx="34">
                  <c:v>1.2</c:v>
                </c:pt>
                <c:pt idx="35">
                  <c:v>1.2</c:v>
                </c:pt>
                <c:pt idx="36">
                  <c:v>1.2</c:v>
                </c:pt>
                <c:pt idx="37">
                  <c:v>1.2</c:v>
                </c:pt>
                <c:pt idx="38">
                  <c:v>1.2</c:v>
                </c:pt>
                <c:pt idx="39">
                  <c:v>1.2</c:v>
                </c:pt>
                <c:pt idx="40">
                  <c:v>1.2</c:v>
                </c:pt>
                <c:pt idx="41">
                  <c:v>1.2</c:v>
                </c:pt>
                <c:pt idx="42">
                  <c:v>1.2</c:v>
                </c:pt>
                <c:pt idx="43">
                  <c:v>1.2</c:v>
                </c:pt>
                <c:pt idx="44">
                  <c:v>1.2</c:v>
                </c:pt>
                <c:pt idx="45">
                  <c:v>1.2</c:v>
                </c:pt>
                <c:pt idx="46">
                  <c:v>1.2</c:v>
                </c:pt>
                <c:pt idx="47">
                  <c:v>1.2</c:v>
                </c:pt>
                <c:pt idx="48">
                  <c:v>1.2</c:v>
                </c:pt>
                <c:pt idx="49">
                  <c:v>1.2</c:v>
                </c:pt>
                <c:pt idx="50">
                  <c:v>1.2</c:v>
                </c:pt>
                <c:pt idx="51">
                  <c:v>1.2</c:v>
                </c:pt>
                <c:pt idx="52">
                  <c:v>1.2</c:v>
                </c:pt>
                <c:pt idx="53">
                  <c:v>1.2</c:v>
                </c:pt>
                <c:pt idx="54">
                  <c:v>1.2</c:v>
                </c:pt>
                <c:pt idx="55">
                  <c:v>1.2</c:v>
                </c:pt>
                <c:pt idx="56">
                  <c:v>1.2</c:v>
                </c:pt>
                <c:pt idx="57">
                  <c:v>1.2</c:v>
                </c:pt>
                <c:pt idx="58">
                  <c:v>1.2</c:v>
                </c:pt>
                <c:pt idx="59">
                  <c:v>1.2</c:v>
                </c:pt>
                <c:pt idx="60">
                  <c:v>1.2</c:v>
                </c:pt>
                <c:pt idx="61">
                  <c:v>1.2</c:v>
                </c:pt>
                <c:pt idx="62">
                  <c:v>1.2</c:v>
                </c:pt>
                <c:pt idx="63">
                  <c:v>1.2</c:v>
                </c:pt>
                <c:pt idx="64">
                  <c:v>1.2</c:v>
                </c:pt>
                <c:pt idx="65">
                  <c:v>1.2</c:v>
                </c:pt>
                <c:pt idx="66">
                  <c:v>1.2</c:v>
                </c:pt>
                <c:pt idx="67">
                  <c:v>1.2</c:v>
                </c:pt>
                <c:pt idx="68">
                  <c:v>1.2</c:v>
                </c:pt>
                <c:pt idx="69">
                  <c:v>1.2</c:v>
                </c:pt>
                <c:pt idx="70">
                  <c:v>1.2</c:v>
                </c:pt>
                <c:pt idx="71">
                  <c:v>1.2</c:v>
                </c:pt>
                <c:pt idx="72">
                  <c:v>1.2</c:v>
                </c:pt>
                <c:pt idx="73">
                  <c:v>1.2</c:v>
                </c:pt>
                <c:pt idx="74">
                  <c:v>1.2</c:v>
                </c:pt>
                <c:pt idx="75">
                  <c:v>1.2</c:v>
                </c:pt>
                <c:pt idx="76">
                  <c:v>1.2</c:v>
                </c:pt>
                <c:pt idx="77">
                  <c:v>1.2</c:v>
                </c:pt>
                <c:pt idx="78">
                  <c:v>1.2</c:v>
                </c:pt>
                <c:pt idx="79">
                  <c:v>1.2</c:v>
                </c:pt>
                <c:pt idx="80">
                  <c:v>1.2</c:v>
                </c:pt>
                <c:pt idx="81">
                  <c:v>1.2</c:v>
                </c:pt>
                <c:pt idx="82">
                  <c:v>1.2</c:v>
                </c:pt>
                <c:pt idx="83">
                  <c:v>1.2</c:v>
                </c:pt>
                <c:pt idx="84">
                  <c:v>1.2</c:v>
                </c:pt>
                <c:pt idx="85">
                  <c:v>1.2</c:v>
                </c:pt>
                <c:pt idx="86">
                  <c:v>1.2</c:v>
                </c:pt>
                <c:pt idx="87">
                  <c:v>1.2</c:v>
                </c:pt>
                <c:pt idx="88">
                  <c:v>1.2</c:v>
                </c:pt>
                <c:pt idx="89">
                  <c:v>1.2</c:v>
                </c:pt>
                <c:pt idx="90">
                  <c:v>1.2</c:v>
                </c:pt>
                <c:pt idx="91">
                  <c:v>1.2</c:v>
                </c:pt>
                <c:pt idx="92">
                  <c:v>1.1999</c:v>
                </c:pt>
                <c:pt idx="93">
                  <c:v>1.1999</c:v>
                </c:pt>
                <c:pt idx="94">
                  <c:v>1.1999</c:v>
                </c:pt>
                <c:pt idx="95">
                  <c:v>1.1999</c:v>
                </c:pt>
                <c:pt idx="96">
                  <c:v>1.1999</c:v>
                </c:pt>
                <c:pt idx="97">
                  <c:v>1.1999</c:v>
                </c:pt>
                <c:pt idx="98">
                  <c:v>1.1999</c:v>
                </c:pt>
                <c:pt idx="99">
                  <c:v>1.1999</c:v>
                </c:pt>
              </c:numCache>
            </c:numRef>
          </c:xVal>
          <c:yVal>
            <c:numRef>
              <c:f>'100cm_1_cm_ALL_NODES_IPHR_1cm'!$Q$102:$Q$201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67B-442C-BEFB-5F2FA078C2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1.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/>
              <a:t>Comparison of NO3- Concentrations after 1 Day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NO3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'100cm_1_cm_ALL_NODES_IPHR_1cm'!$M$102:$M$201</c:f>
              <c:numCache>
                <c:formatCode>0.0000</c:formatCode>
                <c:ptCount val="100"/>
                <c:pt idx="0">
                  <c:v>0</c:v>
                </c:pt>
                <c:pt idx="1">
                  <c:v>5.5883352619999999E-5</c:v>
                </c:pt>
                <c:pt idx="2">
                  <c:v>1.3042100180000001E-4</c:v>
                </c:pt>
                <c:pt idx="3">
                  <c:v>2.272019774E-4</c:v>
                </c:pt>
                <c:pt idx="4">
                  <c:v>3.4998194309999997E-4</c:v>
                </c:pt>
                <c:pt idx="5">
                  <c:v>5.0275586550000003E-4</c:v>
                </c:pt>
                <c:pt idx="6">
                  <c:v>6.9005071420000003E-4</c:v>
                </c:pt>
                <c:pt idx="7">
                  <c:v>9.188249242E-4</c:v>
                </c:pt>
                <c:pt idx="8">
                  <c:v>1.1978630210000001E-3</c:v>
                </c:pt>
                <c:pt idx="9">
                  <c:v>1.537379809E-3</c:v>
                </c:pt>
                <c:pt idx="10">
                  <c:v>1.9493778239999999E-3</c:v>
                </c:pt>
                <c:pt idx="11">
                  <c:v>2.4479811549999999E-3</c:v>
                </c:pt>
                <c:pt idx="12">
                  <c:v>3.049764317E-3</c:v>
                </c:pt>
                <c:pt idx="13">
                  <c:v>3.7740906699999998E-3</c:v>
                </c:pt>
                <c:pt idx="14">
                  <c:v>4.6434551479999997E-3</c:v>
                </c:pt>
                <c:pt idx="15">
                  <c:v>5.6838248859999996E-3</c:v>
                </c:pt>
                <c:pt idx="16">
                  <c:v>6.9249649529999997E-3</c:v>
                </c:pt>
                <c:pt idx="17">
                  <c:v>8.4007354449999998E-3</c:v>
                </c:pt>
                <c:pt idx="18">
                  <c:v>1.014934573E-2</c:v>
                </c:pt>
                <c:pt idx="19">
                  <c:v>1.221356262E-2</c:v>
                </c:pt>
                <c:pt idx="20">
                  <c:v>1.464082301E-2</c:v>
                </c:pt>
                <c:pt idx="21">
                  <c:v>1.7483273519999998E-2</c:v>
                </c:pt>
                <c:pt idx="22">
                  <c:v>2.0797705279999999E-2</c:v>
                </c:pt>
                <c:pt idx="23">
                  <c:v>2.4645337829999999E-2</c:v>
                </c:pt>
                <c:pt idx="24">
                  <c:v>2.9091514650000001E-2</c:v>
                </c:pt>
                <c:pt idx="25">
                  <c:v>3.4205190839999997E-2</c:v>
                </c:pt>
                <c:pt idx="26">
                  <c:v>4.0058344599999997E-2</c:v>
                </c:pt>
                <c:pt idx="27">
                  <c:v>4.6725112940000001E-2</c:v>
                </c:pt>
                <c:pt idx="28">
                  <c:v>5.428092927E-2</c:v>
                </c:pt>
                <c:pt idx="29">
                  <c:v>6.280131638E-2</c:v>
                </c:pt>
                <c:pt idx="30">
                  <c:v>7.236075401E-2</c:v>
                </c:pt>
                <c:pt idx="31">
                  <c:v>8.3031088109999998E-2</c:v>
                </c:pt>
                <c:pt idx="32">
                  <c:v>9.4880566E-2</c:v>
                </c:pt>
                <c:pt idx="33">
                  <c:v>0.10797175019999999</c:v>
                </c:pt>
                <c:pt idx="34">
                  <c:v>0.1223601922</c:v>
                </c:pt>
                <c:pt idx="35">
                  <c:v>0.13809286060000001</c:v>
                </c:pt>
                <c:pt idx="36">
                  <c:v>0.15520653130000001</c:v>
                </c:pt>
                <c:pt idx="37">
                  <c:v>0.17372657359999999</c:v>
                </c:pt>
                <c:pt idx="38">
                  <c:v>0.1936653703</c:v>
                </c:pt>
                <c:pt idx="39">
                  <c:v>0.21502152090000001</c:v>
                </c:pt>
                <c:pt idx="40">
                  <c:v>0.2377787083</c:v>
                </c:pt>
                <c:pt idx="41">
                  <c:v>0.26190519330000001</c:v>
                </c:pt>
                <c:pt idx="42">
                  <c:v>0.28735342619999998</c:v>
                </c:pt>
                <c:pt idx="43">
                  <c:v>0.31406006219999999</c:v>
                </c:pt>
                <c:pt idx="44">
                  <c:v>0.34194624420000003</c:v>
                </c:pt>
                <c:pt idx="45">
                  <c:v>0.37091842289999999</c:v>
                </c:pt>
                <c:pt idx="46">
                  <c:v>0.4008689225</c:v>
                </c:pt>
                <c:pt idx="47">
                  <c:v>0.43167760970000002</c:v>
                </c:pt>
                <c:pt idx="48">
                  <c:v>0.4632127285</c:v>
                </c:pt>
                <c:pt idx="49">
                  <c:v>0.4953325093</c:v>
                </c:pt>
                <c:pt idx="50">
                  <c:v>0.54432767630000001</c:v>
                </c:pt>
                <c:pt idx="51">
                  <c:v>0.5937722325</c:v>
                </c:pt>
                <c:pt idx="52">
                  <c:v>0.6267096996</c:v>
                </c:pt>
                <c:pt idx="53">
                  <c:v>0.65946221350000001</c:v>
                </c:pt>
                <c:pt idx="54">
                  <c:v>0.69187557700000002</c:v>
                </c:pt>
                <c:pt idx="55">
                  <c:v>0.72380137440000003</c:v>
                </c:pt>
                <c:pt idx="56">
                  <c:v>0.75509881970000003</c:v>
                </c:pt>
                <c:pt idx="57">
                  <c:v>0.78563624620000005</c:v>
                </c:pt>
                <c:pt idx="58">
                  <c:v>0.81529366969999995</c:v>
                </c:pt>
                <c:pt idx="59">
                  <c:v>0.8439628482</c:v>
                </c:pt>
                <c:pt idx="60">
                  <c:v>0.87154918910000001</c:v>
                </c:pt>
                <c:pt idx="61">
                  <c:v>0.89797204730000002</c:v>
                </c:pt>
                <c:pt idx="62">
                  <c:v>0.92316550019999999</c:v>
                </c:pt>
                <c:pt idx="63">
                  <c:v>0.9470779896</c:v>
                </c:pt>
                <c:pt idx="64">
                  <c:v>0.96967256069999996</c:v>
                </c:pt>
                <c:pt idx="65">
                  <c:v>0.99092650410000005</c:v>
                </c:pt>
                <c:pt idx="66">
                  <c:v>1.010830522</c:v>
                </c:pt>
                <c:pt idx="67">
                  <c:v>1.0293881890000001</c:v>
                </c:pt>
                <c:pt idx="68">
                  <c:v>1.0466145280000001</c:v>
                </c:pt>
                <c:pt idx="69">
                  <c:v>1.062535405</c:v>
                </c:pt>
                <c:pt idx="70">
                  <c:v>1.077185869</c:v>
                </c:pt>
                <c:pt idx="71">
                  <c:v>1.0906095499999999</c:v>
                </c:pt>
                <c:pt idx="72">
                  <c:v>1.1028563979999999</c:v>
                </c:pt>
                <c:pt idx="73">
                  <c:v>1.113982201</c:v>
                </c:pt>
                <c:pt idx="74">
                  <c:v>1.124046326</c:v>
                </c:pt>
                <c:pt idx="75">
                  <c:v>1.1331119540000001</c:v>
                </c:pt>
                <c:pt idx="76">
                  <c:v>1.141244411</c:v>
                </c:pt>
                <c:pt idx="77">
                  <c:v>1.1485092640000001</c:v>
                </c:pt>
                <c:pt idx="78">
                  <c:v>1.154972076</c:v>
                </c:pt>
                <c:pt idx="79">
                  <c:v>1.160698056</c:v>
                </c:pt>
                <c:pt idx="80">
                  <c:v>1.1657506230000001</c:v>
                </c:pt>
                <c:pt idx="81">
                  <c:v>1.1701908110000001</c:v>
                </c:pt>
                <c:pt idx="82">
                  <c:v>1.174077153</c:v>
                </c:pt>
                <c:pt idx="83">
                  <c:v>1.1774652000000001</c:v>
                </c:pt>
                <c:pt idx="84">
                  <c:v>1.1804070470000001</c:v>
                </c:pt>
                <c:pt idx="85">
                  <c:v>1.18295145</c:v>
                </c:pt>
                <c:pt idx="86">
                  <c:v>1.1851432319999999</c:v>
                </c:pt>
                <c:pt idx="87">
                  <c:v>1.1870242360000001</c:v>
                </c:pt>
                <c:pt idx="88">
                  <c:v>1.1886320109999999</c:v>
                </c:pt>
                <c:pt idx="89">
                  <c:v>1.19000113</c:v>
                </c:pt>
                <c:pt idx="90">
                  <c:v>1.191162109</c:v>
                </c:pt>
                <c:pt idx="91">
                  <c:v>1.1921428439999999</c:v>
                </c:pt>
                <c:pt idx="92">
                  <c:v>1.192967653</c:v>
                </c:pt>
                <c:pt idx="93">
                  <c:v>1.1936581129999999</c:v>
                </c:pt>
                <c:pt idx="94">
                  <c:v>1.1942323450000001</c:v>
                </c:pt>
                <c:pt idx="95">
                  <c:v>1.1947056060000001</c:v>
                </c:pt>
                <c:pt idx="96">
                  <c:v>1.195088983</c:v>
                </c:pt>
                <c:pt idx="97">
                  <c:v>1.195387602</c:v>
                </c:pt>
                <c:pt idx="98">
                  <c:v>1.195597529</c:v>
                </c:pt>
                <c:pt idx="99">
                  <c:v>1.1956987379999999</c:v>
                </c:pt>
              </c:numCache>
            </c:numRef>
          </c:xVal>
          <c:yVal>
            <c:numRef>
              <c:f>'100cm_1_cm_ALL_NODES_IPHR_1cm'!$H$102:$H$201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8BA-4511-9B85-83951949F492}"/>
            </c:ext>
          </c:extLst>
        </c:ser>
        <c:ser>
          <c:idx val="1"/>
          <c:order val="1"/>
          <c:tx>
            <c:v>NO3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'100cm_1_cm_ALL_NODES_IPHR_1cm'!$X$102:$X$201</c:f>
              <c:numCache>
                <c:formatCode>0.00000</c:formatCode>
                <c:ptCount val="100"/>
                <c:pt idx="0">
                  <c:v>1.0654E-5</c:v>
                </c:pt>
                <c:pt idx="1">
                  <c:v>2.6108000000000001E-5</c:v>
                </c:pt>
                <c:pt idx="2">
                  <c:v>4.9988999999999999E-5</c:v>
                </c:pt>
                <c:pt idx="3">
                  <c:v>8.5112000000000008E-5</c:v>
                </c:pt>
                <c:pt idx="4">
                  <c:v>1.3475000000000002E-4</c:v>
                </c:pt>
                <c:pt idx="5">
                  <c:v>2.0343E-4</c:v>
                </c:pt>
                <c:pt idx="6">
                  <c:v>2.9698000000000002E-4</c:v>
                </c:pt>
                <c:pt idx="7">
                  <c:v>4.2261000000000002E-4</c:v>
                </c:pt>
                <c:pt idx="8">
                  <c:v>5.8915999999999992E-4</c:v>
                </c:pt>
                <c:pt idx="9">
                  <c:v>8.0736999999999996E-4</c:v>
                </c:pt>
                <c:pt idx="10">
                  <c:v>1.0903E-3</c:v>
                </c:pt>
                <c:pt idx="11">
                  <c:v>1.4533999999999999E-3</c:v>
                </c:pt>
                <c:pt idx="12">
                  <c:v>1.9153000000000002E-3</c:v>
                </c:pt>
                <c:pt idx="13">
                  <c:v>2.4976999999999998E-3</c:v>
                </c:pt>
                <c:pt idx="14">
                  <c:v>3.2260000000000001E-3</c:v>
                </c:pt>
                <c:pt idx="15">
                  <c:v>4.1297E-3</c:v>
                </c:pt>
                <c:pt idx="16">
                  <c:v>5.2424000000000004E-3</c:v>
                </c:pt>
                <c:pt idx="17">
                  <c:v>6.6026000000000001E-3</c:v>
                </c:pt>
                <c:pt idx="18">
                  <c:v>8.2533999999999993E-3</c:v>
                </c:pt>
                <c:pt idx="19">
                  <c:v>1.0243E-2</c:v>
                </c:pt>
                <c:pt idx="20">
                  <c:v>1.2626E-2</c:v>
                </c:pt>
                <c:pt idx="21">
                  <c:v>1.5460000000000002E-2</c:v>
                </c:pt>
                <c:pt idx="22">
                  <c:v>1.8808999999999999E-2</c:v>
                </c:pt>
                <c:pt idx="23">
                  <c:v>2.2741000000000001E-2</c:v>
                </c:pt>
                <c:pt idx="24">
                  <c:v>2.7331000000000001E-2</c:v>
                </c:pt>
                <c:pt idx="25">
                  <c:v>3.2654999999999997E-2</c:v>
                </c:pt>
                <c:pt idx="26">
                  <c:v>3.8793000000000001E-2</c:v>
                </c:pt>
                <c:pt idx="27">
                  <c:v>4.5827E-2</c:v>
                </c:pt>
                <c:pt idx="28">
                  <c:v>5.3841999999999994E-2</c:v>
                </c:pt>
                <c:pt idx="29">
                  <c:v>6.2920000000000004E-2</c:v>
                </c:pt>
                <c:pt idx="30">
                  <c:v>7.3143E-2</c:v>
                </c:pt>
                <c:pt idx="31">
                  <c:v>8.4589999999999999E-2</c:v>
                </c:pt>
                <c:pt idx="32">
                  <c:v>9.7335000000000005E-2</c:v>
                </c:pt>
                <c:pt idx="33">
                  <c:v>0.11144</c:v>
                </c:pt>
                <c:pt idx="34">
                  <c:v>0.12698000000000001</c:v>
                </c:pt>
                <c:pt idx="35">
                  <c:v>0.14399000000000001</c:v>
                </c:pt>
                <c:pt idx="36">
                  <c:v>0.16250000000000001</c:v>
                </c:pt>
                <c:pt idx="37">
                  <c:v>0.18254999999999999</c:v>
                </c:pt>
                <c:pt idx="38">
                  <c:v>0.20414000000000002</c:v>
                </c:pt>
                <c:pt idx="39">
                  <c:v>0.22727</c:v>
                </c:pt>
                <c:pt idx="40">
                  <c:v>0.25190000000000001</c:v>
                </c:pt>
                <c:pt idx="41">
                  <c:v>0.27799999999999997</c:v>
                </c:pt>
                <c:pt idx="42">
                  <c:v>0.30551</c:v>
                </c:pt>
                <c:pt idx="43">
                  <c:v>0.33433999999999997</c:v>
                </c:pt>
                <c:pt idx="44">
                  <c:v>0.3644</c:v>
                </c:pt>
                <c:pt idx="45">
                  <c:v>0.39556999999999998</c:v>
                </c:pt>
                <c:pt idx="46">
                  <c:v>0.42773</c:v>
                </c:pt>
                <c:pt idx="47">
                  <c:v>0.46073000000000003</c:v>
                </c:pt>
                <c:pt idx="48">
                  <c:v>0.49441000000000002</c:v>
                </c:pt>
                <c:pt idx="49">
                  <c:v>0.52862000000000009</c:v>
                </c:pt>
                <c:pt idx="50">
                  <c:v>0.56316999999999995</c:v>
                </c:pt>
                <c:pt idx="51">
                  <c:v>0.59787999999999997</c:v>
                </c:pt>
                <c:pt idx="52">
                  <c:v>0.63258000000000003</c:v>
                </c:pt>
                <c:pt idx="53">
                  <c:v>0.66708000000000001</c:v>
                </c:pt>
                <c:pt idx="54">
                  <c:v>0.70121</c:v>
                </c:pt>
                <c:pt idx="55">
                  <c:v>0.73480000000000001</c:v>
                </c:pt>
                <c:pt idx="56">
                  <c:v>0.76767999999999992</c:v>
                </c:pt>
                <c:pt idx="57">
                  <c:v>0.79969999999999997</c:v>
                </c:pt>
                <c:pt idx="58">
                  <c:v>0.83072999999999997</c:v>
                </c:pt>
                <c:pt idx="59">
                  <c:v>0.86063000000000001</c:v>
                </c:pt>
                <c:pt idx="60">
                  <c:v>0.88929999999999998</c:v>
                </c:pt>
                <c:pt idx="61">
                  <c:v>0.91666000000000003</c:v>
                </c:pt>
                <c:pt idx="62">
                  <c:v>0.94262000000000001</c:v>
                </c:pt>
                <c:pt idx="63">
                  <c:v>0.96712999999999993</c:v>
                </c:pt>
                <c:pt idx="64">
                  <c:v>0.99015999999999993</c:v>
                </c:pt>
                <c:pt idx="65">
                  <c:v>1.0116999999999998</c:v>
                </c:pt>
                <c:pt idx="66">
                  <c:v>1.0317000000000001</c:v>
                </c:pt>
                <c:pt idx="67">
                  <c:v>1.0502</c:v>
                </c:pt>
                <c:pt idx="68">
                  <c:v>1.0671999999999999</c:v>
                </c:pt>
                <c:pt idx="69">
                  <c:v>1.0828</c:v>
                </c:pt>
                <c:pt idx="70">
                  <c:v>1.0970000000000002</c:v>
                </c:pt>
                <c:pt idx="71">
                  <c:v>1.1099000000000001</c:v>
                </c:pt>
                <c:pt idx="72">
                  <c:v>1.1215000000000002</c:v>
                </c:pt>
                <c:pt idx="73">
                  <c:v>1.1318999999999999</c:v>
                </c:pt>
                <c:pt idx="74">
                  <c:v>1.1412</c:v>
                </c:pt>
                <c:pt idx="75">
                  <c:v>1.1494</c:v>
                </c:pt>
                <c:pt idx="76">
                  <c:v>1.1567000000000001</c:v>
                </c:pt>
                <c:pt idx="77">
                  <c:v>1.1631</c:v>
                </c:pt>
                <c:pt idx="78">
                  <c:v>1.1686999999999999</c:v>
                </c:pt>
                <c:pt idx="79">
                  <c:v>1.1735</c:v>
                </c:pt>
                <c:pt idx="80">
                  <c:v>1.1778</c:v>
                </c:pt>
                <c:pt idx="81">
                  <c:v>1.1814</c:v>
                </c:pt>
                <c:pt idx="82">
                  <c:v>1.1845000000000001</c:v>
                </c:pt>
                <c:pt idx="83">
                  <c:v>1.1871</c:v>
                </c:pt>
                <c:pt idx="84">
                  <c:v>1.1894</c:v>
                </c:pt>
                <c:pt idx="85">
                  <c:v>1.1913</c:v>
                </c:pt>
                <c:pt idx="86">
                  <c:v>1.1929000000000001</c:v>
                </c:pt>
                <c:pt idx="87">
                  <c:v>1.1942000000000002</c:v>
                </c:pt>
                <c:pt idx="88">
                  <c:v>1.1953</c:v>
                </c:pt>
                <c:pt idx="89">
                  <c:v>1.1961999999999999</c:v>
                </c:pt>
                <c:pt idx="90">
                  <c:v>1.1969999999999998</c:v>
                </c:pt>
                <c:pt idx="91">
                  <c:v>1.1976</c:v>
                </c:pt>
                <c:pt idx="92">
                  <c:v>1.1980999999999999</c:v>
                </c:pt>
                <c:pt idx="93">
                  <c:v>1.1984999999999999</c:v>
                </c:pt>
                <c:pt idx="94">
                  <c:v>1.1988000000000001</c:v>
                </c:pt>
                <c:pt idx="95">
                  <c:v>1.1991000000000001</c:v>
                </c:pt>
                <c:pt idx="96">
                  <c:v>1.1993</c:v>
                </c:pt>
                <c:pt idx="97">
                  <c:v>1.1994</c:v>
                </c:pt>
                <c:pt idx="98">
                  <c:v>1.1995</c:v>
                </c:pt>
                <c:pt idx="99">
                  <c:v>1.1996</c:v>
                </c:pt>
              </c:numCache>
            </c:numRef>
          </c:xVal>
          <c:yVal>
            <c:numRef>
              <c:f>'100cm_1_cm_ALL_NODES_IPHR_1cm'!$Q$102:$Q$201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F8BA-4511-9B85-83951949F4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1.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/>
              <a:t>Comparison of NO3- Concentrations after 2 Days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NO3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'100cm_1_cm_ALL_NODES_IPHR_1cm'!$M$202:$M$301</c:f>
              <c:numCache>
                <c:formatCode>0.0000</c:formatCode>
                <c:ptCount val="100"/>
                <c:pt idx="0">
                  <c:v>0</c:v>
                </c:pt>
                <c:pt idx="1">
                  <c:v>1.0885951270000001E-6</c:v>
                </c:pt>
                <c:pt idx="2">
                  <c:v>2.554153752E-6</c:v>
                </c:pt>
                <c:pt idx="3">
                  <c:v>4.4866164899999998E-6</c:v>
                </c:pt>
                <c:pt idx="4">
                  <c:v>6.9893185350000002E-6</c:v>
                </c:pt>
                <c:pt idx="5">
                  <c:v>1.018165312E-5</c:v>
                </c:pt>
                <c:pt idx="6">
                  <c:v>1.420095123E-5</c:v>
                </c:pt>
                <c:pt idx="7">
                  <c:v>1.9204222549999999E-5</c:v>
                </c:pt>
                <c:pt idx="8">
                  <c:v>2.536983084E-5</c:v>
                </c:pt>
                <c:pt idx="9">
                  <c:v>3.289908273E-5</c:v>
                </c:pt>
                <c:pt idx="10">
                  <c:v>4.2017665689999998E-5</c:v>
                </c:pt>
                <c:pt idx="11">
                  <c:v>5.2976891309999998E-5</c:v>
                </c:pt>
                <c:pt idx="12">
                  <c:v>6.6054693889999998E-5</c:v>
                </c:pt>
                <c:pt idx="13">
                  <c:v>8.1556296209999999E-5</c:v>
                </c:pt>
                <c:pt idx="14">
                  <c:v>9.9814511490000003E-5</c:v>
                </c:pt>
                <c:pt idx="15">
                  <c:v>1.211894923E-4</c:v>
                </c:pt>
                <c:pt idx="16">
                  <c:v>1.460680651E-4</c:v>
                </c:pt>
                <c:pt idx="17">
                  <c:v>1.748623035E-4</c:v>
                </c:pt>
                <c:pt idx="18">
                  <c:v>2.0800752099999999E-4</c:v>
                </c:pt>
                <c:pt idx="19">
                  <c:v>2.459593234E-4</c:v>
                </c:pt>
                <c:pt idx="20">
                  <c:v>2.8918992030000002E-4</c:v>
                </c:pt>
                <c:pt idx="21">
                  <c:v>3.3818348309999998E-4</c:v>
                </c:pt>
                <c:pt idx="22">
                  <c:v>3.9343044049999998E-4</c:v>
                </c:pt>
                <c:pt idx="23">
                  <c:v>4.5542026060000002E-4</c:v>
                </c:pt>
                <c:pt idx="24">
                  <c:v>5.2463338940000003E-4</c:v>
                </c:pt>
                <c:pt idx="25">
                  <c:v>6.0153310189999996E-4</c:v>
                </c:pt>
                <c:pt idx="26">
                  <c:v>6.8656023360000003E-4</c:v>
                </c:pt>
                <c:pt idx="27">
                  <c:v>7.8012153970000002E-4</c:v>
                </c:pt>
                <c:pt idx="28">
                  <c:v>8.8257802420000004E-4</c:v>
                </c:pt>
                <c:pt idx="29">
                  <c:v>9.942346951E-4</c:v>
                </c:pt>
                <c:pt idx="30">
                  <c:v>1.115328982E-3</c:v>
                </c:pt>
                <c:pt idx="31">
                  <c:v>1.2460241559999999E-3</c:v>
                </c:pt>
                <c:pt idx="32">
                  <c:v>1.386406599E-3</c:v>
                </c:pt>
                <c:pt idx="33">
                  <c:v>1.5364998249999999E-3</c:v>
                </c:pt>
                <c:pt idx="34">
                  <c:v>1.6963162929999999E-3</c:v>
                </c:pt>
                <c:pt idx="35">
                  <c:v>1.866113162E-3</c:v>
                </c:pt>
                <c:pt idx="36">
                  <c:v>2.0478717049999999E-3</c:v>
                </c:pt>
                <c:pt idx="37">
                  <c:v>2.2445397920000001E-3</c:v>
                </c:pt>
                <c:pt idx="38">
                  <c:v>2.459265757E-3</c:v>
                </c:pt>
                <c:pt idx="39">
                  <c:v>2.6955134240000001E-3</c:v>
                </c:pt>
                <c:pt idx="40">
                  <c:v>2.9571424239999999E-3</c:v>
                </c:pt>
                <c:pt idx="41">
                  <c:v>3.2484605910000001E-3</c:v>
                </c:pt>
                <c:pt idx="42">
                  <c:v>3.5742665639999999E-3</c:v>
                </c:pt>
                <c:pt idx="43">
                  <c:v>3.9398935620000002E-3</c:v>
                </c:pt>
                <c:pt idx="44">
                  <c:v>4.3512480329999997E-3</c:v>
                </c:pt>
                <c:pt idx="45">
                  <c:v>4.8148455099999996E-3</c:v>
                </c:pt>
                <c:pt idx="46">
                  <c:v>5.3378376179999999E-3</c:v>
                </c:pt>
                <c:pt idx="47">
                  <c:v>5.9280158020000003E-3</c:v>
                </c:pt>
                <c:pt idx="48">
                  <c:v>6.5938034090000002E-3</c:v>
                </c:pt>
                <c:pt idx="49">
                  <c:v>7.3442095889999998E-3</c:v>
                </c:pt>
                <c:pt idx="50">
                  <c:v>8.6561245840000006E-3</c:v>
                </c:pt>
                <c:pt idx="51">
                  <c:v>1.021855231E-2</c:v>
                </c:pt>
                <c:pt idx="52">
                  <c:v>1.141756121E-2</c:v>
                </c:pt>
                <c:pt idx="53">
                  <c:v>1.276276633E-2</c:v>
                </c:pt>
                <c:pt idx="54">
                  <c:v>1.42695941E-2</c:v>
                </c:pt>
                <c:pt idx="55">
                  <c:v>1.595455036E-2</c:v>
                </c:pt>
                <c:pt idx="56">
                  <c:v>1.7835184930000001E-2</c:v>
                </c:pt>
                <c:pt idx="57">
                  <c:v>1.9930161540000001E-2</c:v>
                </c:pt>
                <c:pt idx="58">
                  <c:v>2.2259155289999999E-2</c:v>
                </c:pt>
                <c:pt idx="59">
                  <c:v>2.4842832240000001E-2</c:v>
                </c:pt>
                <c:pt idx="60">
                  <c:v>2.7702802790000002E-2</c:v>
                </c:pt>
                <c:pt idx="61">
                  <c:v>3.0861550939999999E-2</c:v>
                </c:pt>
                <c:pt idx="62">
                  <c:v>3.4342344849999998E-2</c:v>
                </c:pt>
                <c:pt idx="63">
                  <c:v>3.8169149309999997E-2</c:v>
                </c:pt>
                <c:pt idx="64">
                  <c:v>4.2366489770000001E-2</c:v>
                </c:pt>
                <c:pt idx="65">
                  <c:v>4.6959314500000002E-2</c:v>
                </c:pt>
                <c:pt idx="66">
                  <c:v>5.1972858609999999E-2</c:v>
                </c:pt>
                <c:pt idx="67">
                  <c:v>5.7432461529999999E-2</c:v>
                </c:pt>
                <c:pt idx="68">
                  <c:v>6.3363410529999997E-2</c:v>
                </c:pt>
                <c:pt idx="69">
                  <c:v>6.9790653879999998E-2</c:v>
                </c:pt>
                <c:pt idx="70">
                  <c:v>7.6738700270000001E-2</c:v>
                </c:pt>
                <c:pt idx="71">
                  <c:v>8.4231287239999994E-2</c:v>
                </c:pt>
                <c:pt idx="72">
                  <c:v>9.2291250820000004E-2</c:v>
                </c:pt>
                <c:pt idx="73">
                  <c:v>0.1009401828</c:v>
                </c:pt>
                <c:pt idx="74">
                  <c:v>0.1101982445</c:v>
                </c:pt>
                <c:pt idx="75">
                  <c:v>0.12008388339999999</c:v>
                </c:pt>
                <c:pt idx="76">
                  <c:v>0.13061355050000001</c:v>
                </c:pt>
                <c:pt idx="77">
                  <c:v>0.14180149140000001</c:v>
                </c:pt>
                <c:pt idx="78">
                  <c:v>0.15365949270000001</c:v>
                </c:pt>
                <c:pt idx="79">
                  <c:v>0.16619661450000001</c:v>
                </c:pt>
                <c:pt idx="80">
                  <c:v>0.17941890660000001</c:v>
                </c:pt>
                <c:pt idx="81">
                  <c:v>0.19332912560000001</c:v>
                </c:pt>
                <c:pt idx="82">
                  <c:v>0.20792654159999999</c:v>
                </c:pt>
                <c:pt idx="83">
                  <c:v>0.22320660949999999</c:v>
                </c:pt>
                <c:pt idx="84">
                  <c:v>0.23916050790000001</c:v>
                </c:pt>
                <c:pt idx="85">
                  <c:v>0.25577473639999998</c:v>
                </c:pt>
                <c:pt idx="86">
                  <c:v>0.27303034069999998</c:v>
                </c:pt>
                <c:pt idx="87">
                  <c:v>0.29090169069999999</c:v>
                </c:pt>
                <c:pt idx="88">
                  <c:v>0.30935510989999998</c:v>
                </c:pt>
                <c:pt idx="89">
                  <c:v>0.3283456266</c:v>
                </c:pt>
                <c:pt idx="90">
                  <c:v>0.3478128016</c:v>
                </c:pt>
                <c:pt idx="91">
                  <c:v>0.36767327789999998</c:v>
                </c:pt>
                <c:pt idx="92">
                  <c:v>0.38780885929999998</c:v>
                </c:pt>
                <c:pt idx="93">
                  <c:v>0.40804684159999999</c:v>
                </c:pt>
                <c:pt idx="94">
                  <c:v>0.42812845109999997</c:v>
                </c:pt>
                <c:pt idx="95">
                  <c:v>0.44765695929999999</c:v>
                </c:pt>
                <c:pt idx="96">
                  <c:v>0.46601378919999997</c:v>
                </c:pt>
                <c:pt idx="97">
                  <c:v>0.48222315310000002</c:v>
                </c:pt>
                <c:pt idx="98">
                  <c:v>0.49473321440000001</c:v>
                </c:pt>
                <c:pt idx="99">
                  <c:v>0.50106441970000004</c:v>
                </c:pt>
              </c:numCache>
            </c:numRef>
          </c:xVal>
          <c:yVal>
            <c:numRef>
              <c:f>'100cm_1_cm_ALL_NODES_IPHR_1cm'!$H$102:$H$201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F02-4752-A180-F1301D17A1B0}"/>
            </c:ext>
          </c:extLst>
        </c:ser>
        <c:ser>
          <c:idx val="1"/>
          <c:order val="1"/>
          <c:tx>
            <c:v>NO3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'100cm_1_cm_ALL_NODES_IPHR_1cm'!$X$202:$X$301</c:f>
              <c:numCache>
                <c:formatCode>0.00000</c:formatCode>
                <c:ptCount val="100"/>
                <c:pt idx="0">
                  <c:v>7.7647999999999995E-9</c:v>
                </c:pt>
                <c:pt idx="1">
                  <c:v>1.9095E-8</c:v>
                </c:pt>
                <c:pt idx="2">
                  <c:v>3.6762999999999996E-8</c:v>
                </c:pt>
                <c:pt idx="3">
                  <c:v>6.3066999999999992E-8</c:v>
                </c:pt>
                <c:pt idx="4">
                  <c:v>1.0082E-7</c:v>
                </c:pt>
                <c:pt idx="5">
                  <c:v>1.5402E-7</c:v>
                </c:pt>
                <c:pt idx="6">
                  <c:v>2.2802E-7</c:v>
                </c:pt>
                <c:pt idx="7">
                  <c:v>3.2976000000000001E-7</c:v>
                </c:pt>
                <c:pt idx="8">
                  <c:v>4.6818000000000005E-7</c:v>
                </c:pt>
                <c:pt idx="9">
                  <c:v>6.5477999999999994E-7</c:v>
                </c:pt>
                <c:pt idx="10">
                  <c:v>9.0429000000000001E-7</c:v>
                </c:pt>
                <c:pt idx="11">
                  <c:v>1.2354999999999999E-6</c:v>
                </c:pt>
                <c:pt idx="12">
                  <c:v>1.6721000000000001E-6</c:v>
                </c:pt>
                <c:pt idx="13">
                  <c:v>2.2441000000000002E-6</c:v>
                </c:pt>
                <c:pt idx="14">
                  <c:v>2.9892000000000001E-6</c:v>
                </c:pt>
                <c:pt idx="15">
                  <c:v>3.9544000000000006E-6</c:v>
                </c:pt>
                <c:pt idx="16">
                  <c:v>5.1982999999999998E-6</c:v>
                </c:pt>
                <c:pt idx="17">
                  <c:v>6.7934999999999994E-6</c:v>
                </c:pt>
                <c:pt idx="18">
                  <c:v>8.8297000000000012E-6</c:v>
                </c:pt>
                <c:pt idx="19">
                  <c:v>1.1417000000000001E-5</c:v>
                </c:pt>
                <c:pt idx="20">
                  <c:v>1.4691E-5</c:v>
                </c:pt>
                <c:pt idx="21">
                  <c:v>1.8816000000000001E-5</c:v>
                </c:pt>
                <c:pt idx="22">
                  <c:v>2.3992E-5</c:v>
                </c:pt>
                <c:pt idx="23">
                  <c:v>3.0461999999999997E-5</c:v>
                </c:pt>
                <c:pt idx="24">
                  <c:v>3.8519000000000002E-5</c:v>
                </c:pt>
                <c:pt idx="25">
                  <c:v>4.8514000000000003E-5</c:v>
                </c:pt>
                <c:pt idx="26">
                  <c:v>6.0869000000000003E-5</c:v>
                </c:pt>
                <c:pt idx="27">
                  <c:v>7.6086999999999992E-5</c:v>
                </c:pt>
                <c:pt idx="28">
                  <c:v>9.4765000000000005E-5</c:v>
                </c:pt>
                <c:pt idx="29">
                  <c:v>1.1761000000000001E-4</c:v>
                </c:pt>
                <c:pt idx="30">
                  <c:v>1.4546000000000001E-4</c:v>
                </c:pt>
                <c:pt idx="31">
                  <c:v>1.7929999999999999E-4</c:v>
                </c:pt>
                <c:pt idx="32">
                  <c:v>2.2028E-4</c:v>
                </c:pt>
                <c:pt idx="33">
                  <c:v>2.6976000000000002E-4</c:v>
                </c:pt>
                <c:pt idx="34">
                  <c:v>3.2927999999999999E-4</c:v>
                </c:pt>
                <c:pt idx="35">
                  <c:v>4.0069000000000004E-4</c:v>
                </c:pt>
                <c:pt idx="36">
                  <c:v>4.8607000000000001E-4</c:v>
                </c:pt>
                <c:pt idx="37">
                  <c:v>5.8785E-4</c:v>
                </c:pt>
                <c:pt idx="38">
                  <c:v>7.0881999999999998E-4</c:v>
                </c:pt>
                <c:pt idx="39">
                  <c:v>8.5214000000000004E-4</c:v>
                </c:pt>
                <c:pt idx="40">
                  <c:v>1.0214E-3</c:v>
                </c:pt>
                <c:pt idx="41">
                  <c:v>1.2208E-3</c:v>
                </c:pt>
                <c:pt idx="42">
                  <c:v>1.4550000000000001E-3</c:v>
                </c:pt>
                <c:pt idx="43">
                  <c:v>1.7292000000000002E-3</c:v>
                </c:pt>
                <c:pt idx="44">
                  <c:v>2.0491999999999997E-3</c:v>
                </c:pt>
                <c:pt idx="45">
                  <c:v>2.4218E-3</c:v>
                </c:pt>
                <c:pt idx="46">
                  <c:v>2.8542999999999997E-3</c:v>
                </c:pt>
                <c:pt idx="47">
                  <c:v>3.3548000000000002E-3</c:v>
                </c:pt>
                <c:pt idx="48">
                  <c:v>3.9324E-3</c:v>
                </c:pt>
                <c:pt idx="49">
                  <c:v>4.5971000000000007E-3</c:v>
                </c:pt>
                <c:pt idx="50">
                  <c:v>5.3600000000000002E-3</c:v>
                </c:pt>
                <c:pt idx="51">
                  <c:v>6.2330000000000007E-3</c:v>
                </c:pt>
                <c:pt idx="52">
                  <c:v>7.2291999999999999E-3</c:v>
                </c:pt>
                <c:pt idx="53">
                  <c:v>8.3628000000000001E-3</c:v>
                </c:pt>
                <c:pt idx="54">
                  <c:v>9.6492999999999995E-3</c:v>
                </c:pt>
                <c:pt idx="55">
                  <c:v>1.1105E-2</c:v>
                </c:pt>
                <c:pt idx="56">
                  <c:v>1.2748000000000001E-2</c:v>
                </c:pt>
                <c:pt idx="57">
                  <c:v>1.4598E-2</c:v>
                </c:pt>
                <c:pt idx="58">
                  <c:v>1.6674000000000001E-2</c:v>
                </c:pt>
                <c:pt idx="59">
                  <c:v>1.8997E-2</c:v>
                </c:pt>
                <c:pt idx="60">
                  <c:v>2.1590999999999999E-2</c:v>
                </c:pt>
                <c:pt idx="61">
                  <c:v>2.4478E-2</c:v>
                </c:pt>
                <c:pt idx="62">
                  <c:v>2.7685000000000001E-2</c:v>
                </c:pt>
                <c:pt idx="63">
                  <c:v>3.1235000000000002E-2</c:v>
                </c:pt>
                <c:pt idx="64">
                  <c:v>3.5154999999999999E-2</c:v>
                </c:pt>
                <c:pt idx="65">
                  <c:v>3.9473000000000001E-2</c:v>
                </c:pt>
                <c:pt idx="66">
                  <c:v>4.4215999999999998E-2</c:v>
                </c:pt>
                <c:pt idx="67">
                  <c:v>4.9411999999999998E-2</c:v>
                </c:pt>
                <c:pt idx="68">
                  <c:v>5.5087999999999998E-2</c:v>
                </c:pt>
                <c:pt idx="69">
                  <c:v>6.1273999999999995E-2</c:v>
                </c:pt>
                <c:pt idx="70">
                  <c:v>6.7997000000000002E-2</c:v>
                </c:pt>
                <c:pt idx="71">
                  <c:v>7.5283000000000003E-2</c:v>
                </c:pt>
                <c:pt idx="72">
                  <c:v>8.3159999999999998E-2</c:v>
                </c:pt>
                <c:pt idx="73">
                  <c:v>9.1652999999999998E-2</c:v>
                </c:pt>
                <c:pt idx="74">
                  <c:v>0.10079</c:v>
                </c:pt>
                <c:pt idx="75">
                  <c:v>0.11058</c:v>
                </c:pt>
                <c:pt idx="76">
                  <c:v>0.12106</c:v>
                </c:pt>
                <c:pt idx="77">
                  <c:v>0.13224</c:v>
                </c:pt>
                <c:pt idx="78">
                  <c:v>0.14412999999999998</c:v>
                </c:pt>
                <c:pt idx="79">
                  <c:v>0.15676000000000001</c:v>
                </c:pt>
                <c:pt idx="80">
                  <c:v>0.17011999999999999</c:v>
                </c:pt>
                <c:pt idx="81">
                  <c:v>0.18422999999999998</c:v>
                </c:pt>
                <c:pt idx="82">
                  <c:v>0.19908000000000001</c:v>
                </c:pt>
                <c:pt idx="83">
                  <c:v>0.21468999999999999</c:v>
                </c:pt>
                <c:pt idx="84">
                  <c:v>0.23102999999999999</c:v>
                </c:pt>
                <c:pt idx="85">
                  <c:v>0.24810000000000001</c:v>
                </c:pt>
                <c:pt idx="86">
                  <c:v>0.26588000000000001</c:v>
                </c:pt>
                <c:pt idx="87">
                  <c:v>0.28434999999999999</c:v>
                </c:pt>
                <c:pt idx="88">
                  <c:v>0.30348000000000003</c:v>
                </c:pt>
                <c:pt idx="89">
                  <c:v>0.32322000000000001</c:v>
                </c:pt>
                <c:pt idx="90">
                  <c:v>0.34351999999999999</c:v>
                </c:pt>
                <c:pt idx="91">
                  <c:v>0.36430000000000001</c:v>
                </c:pt>
                <c:pt idx="92">
                  <c:v>0.38542999999999999</c:v>
                </c:pt>
                <c:pt idx="93">
                  <c:v>0.40676000000000001</c:v>
                </c:pt>
                <c:pt idx="94">
                  <c:v>0.42802000000000001</c:v>
                </c:pt>
                <c:pt idx="95">
                  <c:v>0.44880999999999999</c:v>
                </c:pt>
                <c:pt idx="96">
                  <c:v>0.46849000000000002</c:v>
                </c:pt>
                <c:pt idx="97">
                  <c:v>0.48598000000000002</c:v>
                </c:pt>
                <c:pt idx="98">
                  <c:v>0.49952999999999997</c:v>
                </c:pt>
                <c:pt idx="99">
                  <c:v>0.50706000000000007</c:v>
                </c:pt>
              </c:numCache>
            </c:numRef>
          </c:xVal>
          <c:yVal>
            <c:numRef>
              <c:f>'100cm_1_cm_ALL_NODES_IPHR_1cm'!$Q$102:$Q$201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F02-4752-A180-F1301D17A1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1.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/>
              <a:t>Comparison of NO3- Concentrations after 3 Days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NO3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'100cm_1_cm_ALL_NODES_IPHR_1cm'!$L$402:$L$501</c:f>
              <c:numCache>
                <c:formatCode>0.00000</c:formatCode>
                <c:ptCount val="100"/>
                <c:pt idx="0">
                  <c:v>0</c:v>
                </c:pt>
                <c:pt idx="1">
                  <c:v>6.4040888149999997E-9</c:v>
                </c:pt>
                <c:pt idx="2">
                  <c:v>1.478778078E-8</c:v>
                </c:pt>
                <c:pt idx="3">
                  <c:v>2.5969804079999999E-8</c:v>
                </c:pt>
                <c:pt idx="4">
                  <c:v>4.0665899090000003E-8</c:v>
                </c:pt>
                <c:pt idx="5">
                  <c:v>5.9687060630000001E-8</c:v>
                </c:pt>
                <c:pt idx="6">
                  <c:v>8.3997456100000002E-8</c:v>
                </c:pt>
                <c:pt idx="7">
                  <c:v>1.147512592E-7</c:v>
                </c:pt>
                <c:pt idx="8">
                  <c:v>1.5332580009999999E-7</c:v>
                </c:pt>
                <c:pt idx="9">
                  <c:v>2.0135617260000001E-7</c:v>
                </c:pt>
                <c:pt idx="10">
                  <c:v>2.607742147E-7</c:v>
                </c:pt>
                <c:pt idx="11">
                  <c:v>3.3385344980000002E-7</c:v>
                </c:pt>
                <c:pt idx="12">
                  <c:v>4.2326024640000002E-7</c:v>
                </c:pt>
                <c:pt idx="13">
                  <c:v>5.3211203979999996E-7</c:v>
                </c:pt>
                <c:pt idx="14">
                  <c:v>6.6404271589999999E-7</c:v>
                </c:pt>
                <c:pt idx="15">
                  <c:v>8.2327608199999997E-7</c:v>
                </c:pt>
                <c:pt idx="16">
                  <c:v>1.0147077769999999E-6</c:v>
                </c:pt>
                <c:pt idx="17">
                  <c:v>1.2439960530000001E-6</c:v>
                </c:pt>
                <c:pt idx="18">
                  <c:v>1.5176633499999999E-6</c:v>
                </c:pt>
                <c:pt idx="19">
                  <c:v>1.8432084519999999E-6</c:v>
                </c:pt>
                <c:pt idx="20">
                  <c:v>2.229230176E-6</c:v>
                </c:pt>
                <c:pt idx="21">
                  <c:v>2.685561867E-6</c:v>
                </c:pt>
                <c:pt idx="22">
                  <c:v>3.2234213450000002E-6</c:v>
                </c:pt>
                <c:pt idx="23">
                  <c:v>3.8555726860000002E-6</c:v>
                </c:pt>
                <c:pt idx="24">
                  <c:v>4.5965039130000001E-6</c:v>
                </c:pt>
                <c:pt idx="25">
                  <c:v>5.4626179920000001E-6</c:v>
                </c:pt>
                <c:pt idx="26">
                  <c:v>6.4724526959999998E-6</c:v>
                </c:pt>
                <c:pt idx="27">
                  <c:v>7.6469123090000001E-6</c:v>
                </c:pt>
                <c:pt idx="28">
                  <c:v>9.0095081759999999E-6</c:v>
                </c:pt>
                <c:pt idx="29">
                  <c:v>1.058658745E-5</c:v>
                </c:pt>
                <c:pt idx="30">
                  <c:v>1.2407529539999999E-5</c:v>
                </c:pt>
                <c:pt idx="31">
                  <c:v>1.450509444E-5</c:v>
                </c:pt>
                <c:pt idx="32">
                  <c:v>1.691572652E-5</c:v>
                </c:pt>
                <c:pt idx="33">
                  <c:v>1.9679842809999998E-5</c:v>
                </c:pt>
                <c:pt idx="34">
                  <c:v>2.2842152250000001E-5</c:v>
                </c:pt>
                <c:pt idx="35">
                  <c:v>2.6451971279999999E-5</c:v>
                </c:pt>
                <c:pt idx="36">
                  <c:v>3.0563522159999997E-5</c:v>
                </c:pt>
                <c:pt idx="37">
                  <c:v>3.5236240360000003E-5</c:v>
                </c:pt>
                <c:pt idx="38">
                  <c:v>4.0535102020000003E-5</c:v>
                </c:pt>
                <c:pt idx="39">
                  <c:v>4.6530865800000002E-5</c:v>
                </c:pt>
                <c:pt idx="40">
                  <c:v>5.3300347639999999E-5</c:v>
                </c:pt>
                <c:pt idx="41">
                  <c:v>6.0926617150000001E-5</c:v>
                </c:pt>
                <c:pt idx="42">
                  <c:v>6.9499197710000003E-5</c:v>
                </c:pt>
                <c:pt idx="43">
                  <c:v>7.9114179240000001E-5</c:v>
                </c:pt>
                <c:pt idx="44">
                  <c:v>8.987417823E-5</c:v>
                </c:pt>
                <c:pt idx="45">
                  <c:v>1.0188831949999999E-4</c:v>
                </c:pt>
                <c:pt idx="46">
                  <c:v>1.15271956E-4</c:v>
                </c:pt>
                <c:pt idx="47">
                  <c:v>1.3014602879999999E-4</c:v>
                </c:pt>
                <c:pt idx="48">
                  <c:v>1.4663586629999999E-4</c:v>
                </c:pt>
                <c:pt idx="49">
                  <c:v>1.6486761159999999E-4</c:v>
                </c:pt>
                <c:pt idx="50">
                  <c:v>1.968480501E-4</c:v>
                </c:pt>
                <c:pt idx="51">
                  <c:v>2.3422359659999999E-4</c:v>
                </c:pt>
                <c:pt idx="52">
                  <c:v>2.6162996070000001E-4</c:v>
                </c:pt>
                <c:pt idx="53">
                  <c:v>2.9166362949999998E-4</c:v>
                </c:pt>
                <c:pt idx="54">
                  <c:v>3.2451373409999999E-4</c:v>
                </c:pt>
                <c:pt idx="55">
                  <c:v>3.6036717940000001E-4</c:v>
                </c:pt>
                <c:pt idx="56">
                  <c:v>3.9941174330000002E-4</c:v>
                </c:pt>
                <c:pt idx="57">
                  <c:v>4.4183607679999998E-4</c:v>
                </c:pt>
                <c:pt idx="58">
                  <c:v>4.87828569E-4</c:v>
                </c:pt>
                <c:pt idx="59">
                  <c:v>5.3757691060000003E-4</c:v>
                </c:pt>
                <c:pt idx="60">
                  <c:v>5.9126841369999998E-4</c:v>
                </c:pt>
                <c:pt idx="61">
                  <c:v>6.4909347570000001E-4</c:v>
                </c:pt>
                <c:pt idx="62">
                  <c:v>7.1125704559999998E-4</c:v>
                </c:pt>
                <c:pt idx="63">
                  <c:v>7.7801255970000001E-4</c:v>
                </c:pt>
                <c:pt idx="64">
                  <c:v>8.4979488749999999E-4</c:v>
                </c:pt>
                <c:pt idx="65">
                  <c:v>9.2791154749999999E-4</c:v>
                </c:pt>
                <c:pt idx="66">
                  <c:v>1.0139748920000001E-3</c:v>
                </c:pt>
                <c:pt idx="67">
                  <c:v>1.109900884E-3</c:v>
                </c:pt>
                <c:pt idx="68">
                  <c:v>1.2179829650000001E-3</c:v>
                </c:pt>
                <c:pt idx="69">
                  <c:v>1.3409670209999999E-3</c:v>
                </c:pt>
                <c:pt idx="70">
                  <c:v>1.482131775E-3</c:v>
                </c:pt>
                <c:pt idx="71">
                  <c:v>1.645386219E-3</c:v>
                </c:pt>
                <c:pt idx="72">
                  <c:v>1.835383242E-3</c:v>
                </c:pt>
                <c:pt idx="73">
                  <c:v>2.0576512909999999E-3</c:v>
                </c:pt>
                <c:pt idx="74">
                  <c:v>2.3187522309999998E-3</c:v>
                </c:pt>
                <c:pt idx="75">
                  <c:v>2.6264693590000001E-3</c:v>
                </c:pt>
                <c:pt idx="76">
                  <c:v>2.990047215E-3</c:v>
                </c:pt>
                <c:pt idx="77">
                  <c:v>3.4205201079999998E-3</c:v>
                </c:pt>
                <c:pt idx="78">
                  <c:v>3.9313971060000001E-3</c:v>
                </c:pt>
                <c:pt idx="79">
                  <c:v>4.5392001050000002E-3</c:v>
                </c:pt>
                <c:pt idx="80">
                  <c:v>5.2640279750000001E-3</c:v>
                </c:pt>
                <c:pt idx="81">
                  <c:v>6.130210124E-3</c:v>
                </c:pt>
                <c:pt idx="82">
                  <c:v>7.167031523E-3</c:v>
                </c:pt>
                <c:pt idx="83">
                  <c:v>8.4094991909999996E-3</c:v>
                </c:pt>
                <c:pt idx="84">
                  <c:v>9.8991049450000007E-3</c:v>
                </c:pt>
                <c:pt idx="85">
                  <c:v>1.168446615E-2</c:v>
                </c:pt>
                <c:pt idx="86">
                  <c:v>1.382170059E-2</c:v>
                </c:pt>
                <c:pt idx="87">
                  <c:v>1.63742695E-2</c:v>
                </c:pt>
                <c:pt idx="88">
                  <c:v>1.9411908459999998E-2</c:v>
                </c:pt>
                <c:pt idx="89">
                  <c:v>2.3008078340000002E-2</c:v>
                </c:pt>
                <c:pt idx="90">
                  <c:v>2.7235096319999999E-2</c:v>
                </c:pt>
                <c:pt idx="91">
                  <c:v>3.2155957069999998E-2</c:v>
                </c:pt>
                <c:pt idx="92">
                  <c:v>3.781118244E-2</c:v>
                </c:pt>
                <c:pt idx="93">
                  <c:v>4.4198933990000001E-2</c:v>
                </c:pt>
                <c:pt idx="94">
                  <c:v>5.1245804880000002E-2</c:v>
                </c:pt>
                <c:pt idx="95">
                  <c:v>5.8765195309999997E-2</c:v>
                </c:pt>
                <c:pt idx="96">
                  <c:v>6.6399447619999996E-2</c:v>
                </c:pt>
                <c:pt idx="97">
                  <c:v>7.3541231449999994E-2</c:v>
                </c:pt>
                <c:pt idx="98">
                  <c:v>7.9228587449999999E-2</c:v>
                </c:pt>
                <c:pt idx="99">
                  <c:v>8.2007549700000001E-2</c:v>
                </c:pt>
              </c:numCache>
            </c:numRef>
          </c:xVal>
          <c:yVal>
            <c:numRef>
              <c:f>'100cm_1_cm_ALL_NODES_IPHR_1cm'!$H$202:$H$301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1F9-4BC8-800D-450038D9B50C}"/>
            </c:ext>
          </c:extLst>
        </c:ser>
        <c:ser>
          <c:idx val="1"/>
          <c:order val="1"/>
          <c:tx>
            <c:v>NO3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'100cm_1_cm_ALL_NODES_IPHR_1cm'!$W$402:$W$501</c:f>
              <c:numCache>
                <c:formatCode>0.00000</c:formatCode>
                <c:ptCount val="100"/>
                <c:pt idx="0">
                  <c:v>8.3358999999999999E-13</c:v>
                </c:pt>
                <c:pt idx="1">
                  <c:v>2.0511E-12</c:v>
                </c:pt>
                <c:pt idx="2">
                  <c:v>3.9431999999999996E-12</c:v>
                </c:pt>
                <c:pt idx="3">
                  <c:v>6.7548000000000003E-12</c:v>
                </c:pt>
                <c:pt idx="4">
                  <c:v>1.0802E-11</c:v>
                </c:pt>
                <c:pt idx="5">
                  <c:v>1.6542E-11</c:v>
                </c:pt>
                <c:pt idx="6">
                  <c:v>2.4592999999999999E-11</c:v>
                </c:pt>
                <c:pt idx="7">
                  <c:v>3.5773999999999998E-11</c:v>
                </c:pt>
                <c:pt idx="8">
                  <c:v>5.1173999999999998E-11</c:v>
                </c:pt>
                <c:pt idx="9">
                  <c:v>7.2229999999999993E-11</c:v>
                </c:pt>
                <c:pt idx="10">
                  <c:v>1.0084E-10</c:v>
                </c:pt>
                <c:pt idx="11">
                  <c:v>1.3950000000000001E-10</c:v>
                </c:pt>
                <c:pt idx="12">
                  <c:v>1.9148000000000002E-10</c:v>
                </c:pt>
                <c:pt idx="13">
                  <c:v>2.6105999999999998E-10</c:v>
                </c:pt>
                <c:pt idx="14">
                  <c:v>3.5383000000000001E-10</c:v>
                </c:pt>
                <c:pt idx="15">
                  <c:v>4.7706E-10</c:v>
                </c:pt>
                <c:pt idx="16">
                  <c:v>6.4021000000000001E-10</c:v>
                </c:pt>
                <c:pt idx="17">
                  <c:v>8.5551999999999996E-10</c:v>
                </c:pt>
                <c:pt idx="18">
                  <c:v>1.1388999999999999E-9</c:v>
                </c:pt>
                <c:pt idx="19">
                  <c:v>1.5108E-9</c:v>
                </c:pt>
                <c:pt idx="20">
                  <c:v>1.9975999999999998E-9</c:v>
                </c:pt>
                <c:pt idx="21">
                  <c:v>2.6335000000000001E-9</c:v>
                </c:pt>
                <c:pt idx="22">
                  <c:v>3.4619999999999998E-9</c:v>
                </c:pt>
                <c:pt idx="23">
                  <c:v>4.5394999999999999E-9</c:v>
                </c:pt>
                <c:pt idx="24">
                  <c:v>5.9379000000000004E-9</c:v>
                </c:pt>
                <c:pt idx="25">
                  <c:v>7.7491999999999997E-9</c:v>
                </c:pt>
                <c:pt idx="26">
                  <c:v>1.0090999999999999E-8</c:v>
                </c:pt>
                <c:pt idx="27">
                  <c:v>1.3113999999999999E-8</c:v>
                </c:pt>
                <c:pt idx="28">
                  <c:v>1.7010000000000001E-8</c:v>
                </c:pt>
                <c:pt idx="29">
                  <c:v>2.2022E-8</c:v>
                </c:pt>
                <c:pt idx="30">
                  <c:v>2.8460000000000001E-8</c:v>
                </c:pt>
                <c:pt idx="31">
                  <c:v>3.6719999999999994E-8</c:v>
                </c:pt>
                <c:pt idx="32">
                  <c:v>4.73E-8</c:v>
                </c:pt>
                <c:pt idx="33">
                  <c:v>6.0835000000000002E-8</c:v>
                </c:pt>
                <c:pt idx="34">
                  <c:v>7.8128999999999998E-8</c:v>
                </c:pt>
                <c:pt idx="35">
                  <c:v>1.002E-7</c:v>
                </c:pt>
                <c:pt idx="36">
                  <c:v>1.2832E-7</c:v>
                </c:pt>
                <c:pt idx="37">
                  <c:v>1.6413E-7</c:v>
                </c:pt>
                <c:pt idx="38">
                  <c:v>2.0966000000000001E-7</c:v>
                </c:pt>
                <c:pt idx="39">
                  <c:v>2.6749000000000002E-7</c:v>
                </c:pt>
                <c:pt idx="40">
                  <c:v>3.4088000000000002E-7</c:v>
                </c:pt>
                <c:pt idx="41">
                  <c:v>4.3391E-7</c:v>
                </c:pt>
                <c:pt idx="42">
                  <c:v>5.5173000000000003E-7</c:v>
                </c:pt>
                <c:pt idx="43">
                  <c:v>7.0080000000000003E-7</c:v>
                </c:pt>
                <c:pt idx="44">
                  <c:v>8.8923000000000008E-7</c:v>
                </c:pt>
                <c:pt idx="45">
                  <c:v>1.1272E-6</c:v>
                </c:pt>
                <c:pt idx="46">
                  <c:v>1.4275000000000001E-6</c:v>
                </c:pt>
                <c:pt idx="47">
                  <c:v>1.8062E-6</c:v>
                </c:pt>
                <c:pt idx="48">
                  <c:v>2.2833000000000002E-6</c:v>
                </c:pt>
                <c:pt idx="49">
                  <c:v>2.8837999999999998E-6</c:v>
                </c:pt>
                <c:pt idx="50">
                  <c:v>3.6393E-6</c:v>
                </c:pt>
                <c:pt idx="51">
                  <c:v>4.5890999999999998E-6</c:v>
                </c:pt>
                <c:pt idx="52">
                  <c:v>5.7821000000000001E-6</c:v>
                </c:pt>
                <c:pt idx="53">
                  <c:v>7.2797999999999993E-6</c:v>
                </c:pt>
                <c:pt idx="54">
                  <c:v>9.158599999999999E-6</c:v>
                </c:pt>
                <c:pt idx="55">
                  <c:v>1.1514E-5</c:v>
                </c:pt>
                <c:pt idx="56">
                  <c:v>1.4466E-5</c:v>
                </c:pt>
                <c:pt idx="57">
                  <c:v>1.8162E-5</c:v>
                </c:pt>
                <c:pt idx="58">
                  <c:v>2.2787999999999999E-5</c:v>
                </c:pt>
                <c:pt idx="59">
                  <c:v>2.8575E-5</c:v>
                </c:pt>
                <c:pt idx="60">
                  <c:v>3.5809999999999998E-5</c:v>
                </c:pt>
                <c:pt idx="61">
                  <c:v>4.4851000000000001E-5</c:v>
                </c:pt>
                <c:pt idx="62">
                  <c:v>5.6144000000000003E-5</c:v>
                </c:pt>
                <c:pt idx="63">
                  <c:v>7.0241999999999996E-5</c:v>
                </c:pt>
                <c:pt idx="64">
                  <c:v>8.7834E-5</c:v>
                </c:pt>
                <c:pt idx="65">
                  <c:v>1.0978E-4</c:v>
                </c:pt>
                <c:pt idx="66">
                  <c:v>1.3714E-4</c:v>
                </c:pt>
                <c:pt idx="67">
                  <c:v>1.7123999999999999E-4</c:v>
                </c:pt>
                <c:pt idx="68">
                  <c:v>2.1372000000000001E-4</c:v>
                </c:pt>
                <c:pt idx="69">
                  <c:v>2.6663000000000001E-4</c:v>
                </c:pt>
                <c:pt idx="70">
                  <c:v>3.325E-4</c:v>
                </c:pt>
                <c:pt idx="71">
                  <c:v>4.1446999999999995E-4</c:v>
                </c:pt>
                <c:pt idx="72">
                  <c:v>5.1645E-4</c:v>
                </c:pt>
                <c:pt idx="73">
                  <c:v>6.4327999999999998E-4</c:v>
                </c:pt>
                <c:pt idx="74">
                  <c:v>8.0095999999999997E-4</c:v>
                </c:pt>
                <c:pt idx="75">
                  <c:v>9.9690999999999994E-4</c:v>
                </c:pt>
                <c:pt idx="76">
                  <c:v>1.2403E-3</c:v>
                </c:pt>
                <c:pt idx="77">
                  <c:v>1.5426000000000001E-3</c:v>
                </c:pt>
                <c:pt idx="78">
                  <c:v>1.9176999999999998E-3</c:v>
                </c:pt>
                <c:pt idx="79">
                  <c:v>2.3829000000000003E-3</c:v>
                </c:pt>
                <c:pt idx="80">
                  <c:v>2.9593000000000002E-3</c:v>
                </c:pt>
                <c:pt idx="81">
                  <c:v>3.6727000000000001E-3</c:v>
                </c:pt>
                <c:pt idx="82">
                  <c:v>4.5546000000000007E-3</c:v>
                </c:pt>
                <c:pt idx="83">
                  <c:v>5.6427000000000005E-3</c:v>
                </c:pt>
                <c:pt idx="84">
                  <c:v>6.9823000000000003E-3</c:v>
                </c:pt>
                <c:pt idx="85">
                  <c:v>8.6266999999999993E-3</c:v>
                </c:pt>
                <c:pt idx="86">
                  <c:v>1.0638E-2</c:v>
                </c:pt>
                <c:pt idx="87">
                  <c:v>1.3086E-2</c:v>
                </c:pt>
                <c:pt idx="88">
                  <c:v>1.6049000000000001E-2</c:v>
                </c:pt>
                <c:pt idx="89">
                  <c:v>1.9609000000000001E-2</c:v>
                </c:pt>
                <c:pt idx="90">
                  <c:v>2.3847E-2</c:v>
                </c:pt>
                <c:pt idx="91">
                  <c:v>2.8836000000000001E-2</c:v>
                </c:pt>
                <c:pt idx="92">
                  <c:v>3.4625000000000003E-2</c:v>
                </c:pt>
                <c:pt idx="93">
                  <c:v>4.1217999999999998E-2</c:v>
                </c:pt>
                <c:pt idx="94">
                  <c:v>4.8549000000000002E-2</c:v>
                </c:pt>
                <c:pt idx="95">
                  <c:v>5.6434999999999999E-2</c:v>
                </c:pt>
                <c:pt idx="96">
                  <c:v>6.4524999999999999E-2</c:v>
                </c:pt>
                <c:pt idx="97">
                  <c:v>7.2191000000000005E-2</c:v>
                </c:pt>
                <c:pt idx="98">
                  <c:v>7.843E-2</c:v>
                </c:pt>
                <c:pt idx="99">
                  <c:v>8.2005999999999996E-2</c:v>
                </c:pt>
              </c:numCache>
            </c:numRef>
          </c:xVal>
          <c:yVal>
            <c:numRef>
              <c:f>'100cm_1_cm_ALL_NODES_IPHR_1cm'!$Q$102:$Q$201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61F9-4BC8-800D-450038D9B5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1.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b="1"/>
            </a:pPr>
            <a:r>
              <a:rPr lang="en-US" b="1"/>
              <a:t>Comparison of NO3- Concentrations after 4 Days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v>NO3 2DSoil-PhreeqcRM</c:v>
          </c:tx>
          <c:spPr>
            <a:ln>
              <a:solidFill>
                <a:srgbClr val="5B9BD5">
                  <a:lumMod val="50000"/>
                </a:srgbClr>
              </a:solidFill>
            </a:ln>
          </c:spPr>
          <c:marker>
            <c:symbol val="none"/>
          </c:marker>
          <c:xVal>
            <c:numRef>
              <c:f>'100cm_1_cm_ALL_NODES_IPHR_1cm'!$L$502:$L$601</c:f>
              <c:numCache>
                <c:formatCode>0.00000</c:formatCode>
                <c:ptCount val="100"/>
                <c:pt idx="0">
                  <c:v>0</c:v>
                </c:pt>
                <c:pt idx="1">
                  <c:v>4.5089279529999998E-10</c:v>
                </c:pt>
                <c:pt idx="2">
                  <c:v>7.9449147260000004E-10</c:v>
                </c:pt>
                <c:pt idx="3">
                  <c:v>1.307137176E-9</c:v>
                </c:pt>
                <c:pt idx="4">
                  <c:v>2.0618975420000002E-9</c:v>
                </c:pt>
                <c:pt idx="5">
                  <c:v>3.1006814890000002E-9</c:v>
                </c:pt>
                <c:pt idx="6">
                  <c:v>4.4684709270000002E-9</c:v>
                </c:pt>
                <c:pt idx="7">
                  <c:v>6.22428642E-9</c:v>
                </c:pt>
                <c:pt idx="8">
                  <c:v>8.4450757500000007E-9</c:v>
                </c:pt>
                <c:pt idx="9">
                  <c:v>1.122699E-8</c:v>
                </c:pt>
                <c:pt idx="10">
                  <c:v>1.468682864E-8</c:v>
                </c:pt>
                <c:pt idx="11">
                  <c:v>1.8964266599999999E-8</c:v>
                </c:pt>
                <c:pt idx="12">
                  <c:v>2.4225107249999999E-8</c:v>
                </c:pt>
                <c:pt idx="13">
                  <c:v>3.0665351149999999E-8</c:v>
                </c:pt>
                <c:pt idx="14">
                  <c:v>3.8515960200000003E-8</c:v>
                </c:pt>
                <c:pt idx="15">
                  <c:v>4.8048356400000002E-8</c:v>
                </c:pt>
                <c:pt idx="16">
                  <c:v>5.9580738570000001E-8</c:v>
                </c:pt>
                <c:pt idx="17">
                  <c:v>7.3485217910000006E-8</c:v>
                </c:pt>
                <c:pt idx="18">
                  <c:v>9.019598934E-8</c:v>
                </c:pt>
                <c:pt idx="19">
                  <c:v>1.102184726E-7</c:v>
                </c:pt>
                <c:pt idx="20">
                  <c:v>1.3413972510000001E-7</c:v>
                </c:pt>
                <c:pt idx="21">
                  <c:v>1.6264021950000001E-7</c:v>
                </c:pt>
                <c:pt idx="22">
                  <c:v>1.9650687480000001E-7</c:v>
                </c:pt>
                <c:pt idx="23">
                  <c:v>2.3664794920000001E-7</c:v>
                </c:pt>
                <c:pt idx="24">
                  <c:v>2.8410943290000001E-7</c:v>
                </c:pt>
                <c:pt idx="25">
                  <c:v>3.4009346449999999E-7</c:v>
                </c:pt>
                <c:pt idx="26">
                  <c:v>4.0597899440000002E-7</c:v>
                </c:pt>
                <c:pt idx="27">
                  <c:v>4.8334430860000002E-7</c:v>
                </c:pt>
                <c:pt idx="28">
                  <c:v>5.7399267919999999E-7</c:v>
                </c:pt>
                <c:pt idx="29">
                  <c:v>6.7997950740000002E-7</c:v>
                </c:pt>
                <c:pt idx="30">
                  <c:v>8.036436725E-7</c:v>
                </c:pt>
                <c:pt idx="31">
                  <c:v>9.4764106959999996E-7</c:v>
                </c:pt>
                <c:pt idx="32">
                  <c:v>1.114980932E-6</c:v>
                </c:pt>
                <c:pt idx="33">
                  <c:v>1.309067557E-6</c:v>
                </c:pt>
                <c:pt idx="34">
                  <c:v>1.5337420790000001E-6</c:v>
                </c:pt>
                <c:pt idx="35">
                  <c:v>1.7933323309999999E-6</c:v>
                </c:pt>
                <c:pt idx="36">
                  <c:v>2.0927027440000001E-6</c:v>
                </c:pt>
                <c:pt idx="37">
                  <c:v>2.4373098310000001E-6</c:v>
                </c:pt>
                <c:pt idx="38">
                  <c:v>2.833262442E-6</c:v>
                </c:pt>
                <c:pt idx="39">
                  <c:v>3.2873847429999999E-6</c:v>
                </c:pt>
                <c:pt idx="40">
                  <c:v>3.807286248E-6</c:v>
                </c:pt>
                <c:pt idx="41">
                  <c:v>4.4014327609999996E-6</c:v>
                </c:pt>
                <c:pt idx="42">
                  <c:v>5.0792364160000004E-6</c:v>
                </c:pt>
                <c:pt idx="43">
                  <c:v>5.8511327550000001E-6</c:v>
                </c:pt>
                <c:pt idx="44">
                  <c:v>6.7286659939999997E-6</c:v>
                </c:pt>
                <c:pt idx="45">
                  <c:v>7.7245695139999999E-6</c:v>
                </c:pt>
                <c:pt idx="46">
                  <c:v>8.8527895059999992E-6</c:v>
                </c:pt>
                <c:pt idx="47">
                  <c:v>1.0128549549999999E-5</c:v>
                </c:pt>
                <c:pt idx="48">
                  <c:v>1.1568388799999999E-5</c:v>
                </c:pt>
                <c:pt idx="49">
                  <c:v>1.3189987840000001E-5</c:v>
                </c:pt>
                <c:pt idx="50">
                  <c:v>1.6101557780000001E-5</c:v>
                </c:pt>
                <c:pt idx="51">
                  <c:v>1.960476038E-5</c:v>
                </c:pt>
                <c:pt idx="52">
                  <c:v>2.2239588360000001E-5</c:v>
                </c:pt>
                <c:pt idx="53">
                  <c:v>2.5187830030000001E-5</c:v>
                </c:pt>
                <c:pt idx="54">
                  <c:v>2.8482614650000001E-5</c:v>
                </c:pt>
                <c:pt idx="55">
                  <c:v>3.2159055989999998E-5</c:v>
                </c:pt>
                <c:pt idx="56">
                  <c:v>3.625483441E-5</c:v>
                </c:pt>
                <c:pt idx="57">
                  <c:v>4.0810398790000002E-5</c:v>
                </c:pt>
                <c:pt idx="58">
                  <c:v>4.586907744E-5</c:v>
                </c:pt>
                <c:pt idx="59">
                  <c:v>5.147718548E-5</c:v>
                </c:pt>
                <c:pt idx="60">
                  <c:v>5.768404299E-5</c:v>
                </c:pt>
                <c:pt idx="61">
                  <c:v>6.4542051399999999E-5</c:v>
                </c:pt>
                <c:pt idx="62">
                  <c:v>7.2106617149999999E-5</c:v>
                </c:pt>
                <c:pt idx="63">
                  <c:v>8.0436089770000001E-5</c:v>
                </c:pt>
                <c:pt idx="64">
                  <c:v>8.9591703730000004E-5</c:v>
                </c:pt>
                <c:pt idx="65">
                  <c:v>9.9637349190000003E-5</c:v>
                </c:pt>
                <c:pt idx="66">
                  <c:v>1.106392592E-4</c:v>
                </c:pt>
                <c:pt idx="67">
                  <c:v>1.226657623E-4</c:v>
                </c:pt>
                <c:pt idx="68">
                  <c:v>1.3578662769999999E-4</c:v>
                </c:pt>
                <c:pt idx="69">
                  <c:v>1.500726212E-4</c:v>
                </c:pt>
                <c:pt idx="70">
                  <c:v>1.6559458160000001E-4</c:v>
                </c:pt>
                <c:pt idx="71">
                  <c:v>1.8242246009999999E-4</c:v>
                </c:pt>
                <c:pt idx="72">
                  <c:v>2.006241702E-4</c:v>
                </c:pt>
                <c:pt idx="73">
                  <c:v>2.2026401710000001E-4</c:v>
                </c:pt>
                <c:pt idx="74">
                  <c:v>2.4140097960000001E-4</c:v>
                </c:pt>
                <c:pt idx="75">
                  <c:v>2.6408655689999998E-4</c:v>
                </c:pt>
                <c:pt idx="76">
                  <c:v>2.883620327E-4</c:v>
                </c:pt>
                <c:pt idx="77">
                  <c:v>3.1425556520000002E-4</c:v>
                </c:pt>
                <c:pt idx="78">
                  <c:v>3.4177850469999999E-4</c:v>
                </c:pt>
                <c:pt idx="79">
                  <c:v>3.7092086859999998E-4</c:v>
                </c:pt>
                <c:pt idx="80">
                  <c:v>4.016460443E-4</c:v>
                </c:pt>
                <c:pt idx="81">
                  <c:v>4.3388508490000002E-4</c:v>
                </c:pt>
                <c:pt idx="82">
                  <c:v>4.6752928760000002E-4</c:v>
                </c:pt>
                <c:pt idx="83">
                  <c:v>5.0242297580000003E-4</c:v>
                </c:pt>
                <c:pt idx="84">
                  <c:v>5.383568932E-4</c:v>
                </c:pt>
                <c:pt idx="85">
                  <c:v>5.750671844E-4</c:v>
                </c:pt>
                <c:pt idx="86">
                  <c:v>6.1227520929999998E-4</c:v>
                </c:pt>
                <c:pt idx="87">
                  <c:v>6.4996181749999999E-4</c:v>
                </c:pt>
                <c:pt idx="88">
                  <c:v>6.8821129390000003E-4</c:v>
                </c:pt>
                <c:pt idx="89">
                  <c:v>7.2701816679999998E-4</c:v>
                </c:pt>
                <c:pt idx="90">
                  <c:v>7.6624623030000004E-4</c:v>
                </c:pt>
                <c:pt idx="91">
                  <c:v>8.0555648310000002E-4</c:v>
                </c:pt>
                <c:pt idx="92">
                  <c:v>8.4429659179999998E-4</c:v>
                </c:pt>
                <c:pt idx="93">
                  <c:v>8.8134303219999997E-4</c:v>
                </c:pt>
                <c:pt idx="94">
                  <c:v>9.1488548789999996E-4</c:v>
                </c:pt>
                <c:pt idx="95">
                  <c:v>9.4212876870000001E-4</c:v>
                </c:pt>
                <c:pt idx="96">
                  <c:v>9.5890264490000002E-4</c:v>
                </c:pt>
                <c:pt idx="97">
                  <c:v>9.5921050520000005E-4</c:v>
                </c:pt>
                <c:pt idx="98">
                  <c:v>9.3481829389999995E-4</c:v>
                </c:pt>
                <c:pt idx="99">
                  <c:v>8.7469624119999997E-4</c:v>
                </c:pt>
              </c:numCache>
            </c:numRef>
          </c:xVal>
          <c:yVal>
            <c:numRef>
              <c:f>'100cm_1_cm_ALL_NODES_IPHR_1cm'!$H$202:$H$301</c:f>
              <c:numCache>
                <c:formatCode>0.00</c:formatCode>
                <c:ptCount val="100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93</c:v>
                </c:pt>
                <c:pt idx="8">
                  <c:v>92</c:v>
                </c:pt>
                <c:pt idx="9">
                  <c:v>91</c:v>
                </c:pt>
                <c:pt idx="10">
                  <c:v>90</c:v>
                </c:pt>
                <c:pt idx="11">
                  <c:v>89</c:v>
                </c:pt>
                <c:pt idx="12">
                  <c:v>88</c:v>
                </c:pt>
                <c:pt idx="13">
                  <c:v>87</c:v>
                </c:pt>
                <c:pt idx="14">
                  <c:v>86</c:v>
                </c:pt>
                <c:pt idx="15">
                  <c:v>85</c:v>
                </c:pt>
                <c:pt idx="16">
                  <c:v>84</c:v>
                </c:pt>
                <c:pt idx="17">
                  <c:v>83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79</c:v>
                </c:pt>
                <c:pt idx="22">
                  <c:v>78</c:v>
                </c:pt>
                <c:pt idx="23">
                  <c:v>77</c:v>
                </c:pt>
                <c:pt idx="24">
                  <c:v>76</c:v>
                </c:pt>
                <c:pt idx="25">
                  <c:v>75</c:v>
                </c:pt>
                <c:pt idx="26">
                  <c:v>74</c:v>
                </c:pt>
                <c:pt idx="27">
                  <c:v>73</c:v>
                </c:pt>
                <c:pt idx="28">
                  <c:v>72</c:v>
                </c:pt>
                <c:pt idx="29">
                  <c:v>71</c:v>
                </c:pt>
                <c:pt idx="30">
                  <c:v>70</c:v>
                </c:pt>
                <c:pt idx="31">
                  <c:v>69</c:v>
                </c:pt>
                <c:pt idx="32">
                  <c:v>68</c:v>
                </c:pt>
                <c:pt idx="33">
                  <c:v>67</c:v>
                </c:pt>
                <c:pt idx="34">
                  <c:v>66</c:v>
                </c:pt>
                <c:pt idx="35">
                  <c:v>65</c:v>
                </c:pt>
                <c:pt idx="36">
                  <c:v>64</c:v>
                </c:pt>
                <c:pt idx="37">
                  <c:v>63</c:v>
                </c:pt>
                <c:pt idx="38">
                  <c:v>62</c:v>
                </c:pt>
                <c:pt idx="39">
                  <c:v>61</c:v>
                </c:pt>
                <c:pt idx="40">
                  <c:v>60</c:v>
                </c:pt>
                <c:pt idx="41">
                  <c:v>59</c:v>
                </c:pt>
                <c:pt idx="42">
                  <c:v>58</c:v>
                </c:pt>
                <c:pt idx="43">
                  <c:v>57</c:v>
                </c:pt>
                <c:pt idx="44">
                  <c:v>56</c:v>
                </c:pt>
                <c:pt idx="45">
                  <c:v>55</c:v>
                </c:pt>
                <c:pt idx="46">
                  <c:v>54</c:v>
                </c:pt>
                <c:pt idx="47">
                  <c:v>53</c:v>
                </c:pt>
                <c:pt idx="48">
                  <c:v>52</c:v>
                </c:pt>
                <c:pt idx="49">
                  <c:v>51</c:v>
                </c:pt>
                <c:pt idx="50">
                  <c:v>49.5</c:v>
                </c:pt>
                <c:pt idx="51">
                  <c:v>48</c:v>
                </c:pt>
                <c:pt idx="52">
                  <c:v>47</c:v>
                </c:pt>
                <c:pt idx="53">
                  <c:v>46</c:v>
                </c:pt>
                <c:pt idx="54">
                  <c:v>45</c:v>
                </c:pt>
                <c:pt idx="55">
                  <c:v>44</c:v>
                </c:pt>
                <c:pt idx="56">
                  <c:v>43</c:v>
                </c:pt>
                <c:pt idx="57">
                  <c:v>42</c:v>
                </c:pt>
                <c:pt idx="58">
                  <c:v>41</c:v>
                </c:pt>
                <c:pt idx="59">
                  <c:v>40</c:v>
                </c:pt>
                <c:pt idx="60">
                  <c:v>39</c:v>
                </c:pt>
                <c:pt idx="61">
                  <c:v>38</c:v>
                </c:pt>
                <c:pt idx="62">
                  <c:v>37</c:v>
                </c:pt>
                <c:pt idx="63">
                  <c:v>36</c:v>
                </c:pt>
                <c:pt idx="64">
                  <c:v>35</c:v>
                </c:pt>
                <c:pt idx="65">
                  <c:v>34</c:v>
                </c:pt>
                <c:pt idx="66">
                  <c:v>33</c:v>
                </c:pt>
                <c:pt idx="67">
                  <c:v>32</c:v>
                </c:pt>
                <c:pt idx="68">
                  <c:v>31</c:v>
                </c:pt>
                <c:pt idx="69">
                  <c:v>30</c:v>
                </c:pt>
                <c:pt idx="70">
                  <c:v>29</c:v>
                </c:pt>
                <c:pt idx="71">
                  <c:v>28</c:v>
                </c:pt>
                <c:pt idx="72">
                  <c:v>27</c:v>
                </c:pt>
                <c:pt idx="73">
                  <c:v>26</c:v>
                </c:pt>
                <c:pt idx="74">
                  <c:v>25</c:v>
                </c:pt>
                <c:pt idx="75">
                  <c:v>24</c:v>
                </c:pt>
                <c:pt idx="76">
                  <c:v>23</c:v>
                </c:pt>
                <c:pt idx="77">
                  <c:v>22</c:v>
                </c:pt>
                <c:pt idx="78">
                  <c:v>21</c:v>
                </c:pt>
                <c:pt idx="79">
                  <c:v>20</c:v>
                </c:pt>
                <c:pt idx="80">
                  <c:v>19</c:v>
                </c:pt>
                <c:pt idx="81">
                  <c:v>18</c:v>
                </c:pt>
                <c:pt idx="82">
                  <c:v>17</c:v>
                </c:pt>
                <c:pt idx="83">
                  <c:v>16</c:v>
                </c:pt>
                <c:pt idx="84">
                  <c:v>15</c:v>
                </c:pt>
                <c:pt idx="85">
                  <c:v>14</c:v>
                </c:pt>
                <c:pt idx="86">
                  <c:v>13</c:v>
                </c:pt>
                <c:pt idx="87">
                  <c:v>12</c:v>
                </c:pt>
                <c:pt idx="88">
                  <c:v>11</c:v>
                </c:pt>
                <c:pt idx="89">
                  <c:v>10</c:v>
                </c:pt>
                <c:pt idx="90">
                  <c:v>9</c:v>
                </c:pt>
                <c:pt idx="91">
                  <c:v>8</c:v>
                </c:pt>
                <c:pt idx="92">
                  <c:v>7</c:v>
                </c:pt>
                <c:pt idx="93">
                  <c:v>6</c:v>
                </c:pt>
                <c:pt idx="94">
                  <c:v>5</c:v>
                </c:pt>
                <c:pt idx="95">
                  <c:v>4</c:v>
                </c:pt>
                <c:pt idx="96">
                  <c:v>3</c:v>
                </c:pt>
                <c:pt idx="97">
                  <c:v>2</c:v>
                </c:pt>
                <c:pt idx="98">
                  <c:v>1</c:v>
                </c:pt>
                <c:pt idx="9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E9C-4853-B442-238F4ECB3397}"/>
            </c:ext>
          </c:extLst>
        </c:ser>
        <c:ser>
          <c:idx val="1"/>
          <c:order val="1"/>
          <c:tx>
            <c:v>NO3- IPhreeqc</c:v>
          </c:tx>
          <c:spPr>
            <a:ln w="19050" cap="rnd">
              <a:noFill/>
              <a:round/>
            </a:ln>
            <a:effectLst/>
          </c:spPr>
          <c:marker>
            <c:symbol val="square"/>
            <c:size val="4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'100cm_1_cm_ALL_NODES_IPHR_1cm'!$W$502:$W$601</c:f>
              <c:numCache>
                <c:formatCode>0.00000</c:formatCode>
                <c:ptCount val="100"/>
                <c:pt idx="0">
                  <c:v>2.4644E-15</c:v>
                </c:pt>
                <c:pt idx="1">
                  <c:v>6.0654999999999997E-15</c:v>
                </c:pt>
                <c:pt idx="2">
                  <c:v>1.1663E-14</c:v>
                </c:pt>
                <c:pt idx="3">
                  <c:v>1.9986000000000003E-14</c:v>
                </c:pt>
                <c:pt idx="4">
                  <c:v>3.1978E-14</c:v>
                </c:pt>
                <c:pt idx="5">
                  <c:v>4.9001999999999999E-14</c:v>
                </c:pt>
                <c:pt idx="6">
                  <c:v>7.2906999999999999E-14</c:v>
                </c:pt>
                <c:pt idx="7">
                  <c:v>1.0614999999999999E-13</c:v>
                </c:pt>
                <c:pt idx="8">
                  <c:v>1.5201E-13</c:v>
                </c:pt>
                <c:pt idx="9">
                  <c:v>2.1481000000000002E-13</c:v>
                </c:pt>
                <c:pt idx="10">
                  <c:v>3.0028999999999998E-13</c:v>
                </c:pt>
                <c:pt idx="11">
                  <c:v>4.1599999999999999E-13</c:v>
                </c:pt>
                <c:pt idx="12">
                  <c:v>5.7190000000000002E-13</c:v>
                </c:pt>
                <c:pt idx="13">
                  <c:v>7.8102000000000004E-13</c:v>
                </c:pt>
                <c:pt idx="14">
                  <c:v>1.0604E-12</c:v>
                </c:pt>
                <c:pt idx="15">
                  <c:v>1.4325E-12</c:v>
                </c:pt>
                <c:pt idx="16">
                  <c:v>1.9262E-12</c:v>
                </c:pt>
                <c:pt idx="17">
                  <c:v>2.5794999999999997E-12</c:v>
                </c:pt>
                <c:pt idx="18">
                  <c:v>3.4414999999999998E-12</c:v>
                </c:pt>
                <c:pt idx="19">
                  <c:v>4.5759999999999999E-12</c:v>
                </c:pt>
                <c:pt idx="20">
                  <c:v>6.0654000000000004E-12</c:v>
                </c:pt>
                <c:pt idx="21">
                  <c:v>8.0163000000000001E-12</c:v>
                </c:pt>
                <c:pt idx="22">
                  <c:v>1.0566E-11</c:v>
                </c:pt>
                <c:pt idx="23">
                  <c:v>1.3893000000000001E-11</c:v>
                </c:pt>
                <c:pt idx="24">
                  <c:v>1.8222999999999999E-11</c:v>
                </c:pt>
                <c:pt idx="25">
                  <c:v>2.3852000000000001E-11</c:v>
                </c:pt>
                <c:pt idx="26">
                  <c:v>3.1153000000000003E-11</c:v>
                </c:pt>
                <c:pt idx="27">
                  <c:v>4.0610999999999998E-11</c:v>
                </c:pt>
                <c:pt idx="28">
                  <c:v>5.2841000000000004E-11</c:v>
                </c:pt>
                <c:pt idx="29">
                  <c:v>6.8632000000000004E-11</c:v>
                </c:pt>
                <c:pt idx="30">
                  <c:v>8.8992999999999995E-11</c:v>
                </c:pt>
                <c:pt idx="31">
                  <c:v>1.1521E-10</c:v>
                </c:pt>
                <c:pt idx="32">
                  <c:v>1.4892000000000001E-10</c:v>
                </c:pt>
                <c:pt idx="33">
                  <c:v>1.9221E-10</c:v>
                </c:pt>
                <c:pt idx="34">
                  <c:v>2.4772999999999998E-10</c:v>
                </c:pt>
                <c:pt idx="35">
                  <c:v>3.1884999999999999E-10</c:v>
                </c:pt>
                <c:pt idx="36">
                  <c:v>4.0985999999999997E-10</c:v>
                </c:pt>
                <c:pt idx="37">
                  <c:v>5.2619000000000002E-10</c:v>
                </c:pt>
                <c:pt idx="38">
                  <c:v>6.7470000000000006E-10</c:v>
                </c:pt>
                <c:pt idx="39">
                  <c:v>8.6411999999999991E-10</c:v>
                </c:pt>
                <c:pt idx="40">
                  <c:v>1.1053999999999999E-9</c:v>
                </c:pt>
                <c:pt idx="41">
                  <c:v>1.4126000000000001E-9</c:v>
                </c:pt>
                <c:pt idx="42">
                  <c:v>1.8031999999999999E-9</c:v>
                </c:pt>
                <c:pt idx="43">
                  <c:v>2.2995000000000002E-9</c:v>
                </c:pt>
                <c:pt idx="44">
                  <c:v>2.9293999999999998E-9</c:v>
                </c:pt>
                <c:pt idx="45">
                  <c:v>3.7281E-9</c:v>
                </c:pt>
                <c:pt idx="46">
                  <c:v>4.7403000000000003E-9</c:v>
                </c:pt>
                <c:pt idx="47">
                  <c:v>6.0216E-9</c:v>
                </c:pt>
                <c:pt idx="48">
                  <c:v>7.6424999999999988E-9</c:v>
                </c:pt>
                <c:pt idx="49">
                  <c:v>9.6913000000000002E-9</c:v>
                </c:pt>
                <c:pt idx="50">
                  <c:v>1.2279E-8</c:v>
                </c:pt>
                <c:pt idx="51">
                  <c:v>1.5545000000000001E-8</c:v>
                </c:pt>
                <c:pt idx="52">
                  <c:v>1.9662999999999999E-8</c:v>
                </c:pt>
                <c:pt idx="53">
                  <c:v>2.4853000000000001E-8</c:v>
                </c:pt>
                <c:pt idx="54">
                  <c:v>3.1388999999999997E-8</c:v>
                </c:pt>
                <c:pt idx="55">
                  <c:v>3.9612999999999999E-8</c:v>
                </c:pt>
                <c:pt idx="56">
                  <c:v>4.9955E-8</c:v>
                </c:pt>
                <c:pt idx="57">
                  <c:v>6.2952000000000007E-8</c:v>
                </c:pt>
                <c:pt idx="58">
                  <c:v>7.9273999999999999E-8</c:v>
                </c:pt>
                <c:pt idx="59">
                  <c:v>9.9756999999999998E-8</c:v>
                </c:pt>
                <c:pt idx="60">
                  <c:v>1.2544000000000002E-7</c:v>
                </c:pt>
                <c:pt idx="61">
                  <c:v>1.5764E-7</c:v>
                </c:pt>
                <c:pt idx="62">
                  <c:v>1.9795E-7</c:v>
                </c:pt>
                <c:pt idx="63">
                  <c:v>2.4841000000000004E-7</c:v>
                </c:pt>
                <c:pt idx="64">
                  <c:v>3.115E-7</c:v>
                </c:pt>
                <c:pt idx="65">
                  <c:v>3.9035E-7</c:v>
                </c:pt>
                <c:pt idx="66">
                  <c:v>4.8879999999999998E-7</c:v>
                </c:pt>
                <c:pt idx="67">
                  <c:v>6.1162999999999998E-7</c:v>
                </c:pt>
                <c:pt idx="68">
                  <c:v>7.6474999999999996E-7</c:v>
                </c:pt>
                <c:pt idx="69">
                  <c:v>9.554500000000001E-7</c:v>
                </c:pt>
                <c:pt idx="70">
                  <c:v>1.1927E-6</c:v>
                </c:pt>
                <c:pt idx="71">
                  <c:v>1.4876E-6</c:v>
                </c:pt>
                <c:pt idx="72">
                  <c:v>1.8537999999999999E-6</c:v>
                </c:pt>
                <c:pt idx="73">
                  <c:v>2.3079E-6</c:v>
                </c:pt>
                <c:pt idx="74">
                  <c:v>2.8702999999999999E-6</c:v>
                </c:pt>
                <c:pt idx="75">
                  <c:v>3.5657999999999998E-6</c:v>
                </c:pt>
                <c:pt idx="76">
                  <c:v>4.4245000000000006E-6</c:v>
                </c:pt>
                <c:pt idx="77">
                  <c:v>5.4831000000000001E-6</c:v>
                </c:pt>
                <c:pt idx="78">
                  <c:v>6.7854000000000003E-6</c:v>
                </c:pt>
                <c:pt idx="79">
                  <c:v>8.3843000000000003E-6</c:v>
                </c:pt>
                <c:pt idx="80">
                  <c:v>1.0343000000000001E-5</c:v>
                </c:pt>
                <c:pt idx="81">
                  <c:v>1.2734999999999999E-5</c:v>
                </c:pt>
                <c:pt idx="82">
                  <c:v>1.5650000000000001E-5</c:v>
                </c:pt>
                <c:pt idx="83">
                  <c:v>1.9189000000000002E-5</c:v>
                </c:pt>
                <c:pt idx="84">
                  <c:v>2.3468999999999998E-5</c:v>
                </c:pt>
                <c:pt idx="85">
                  <c:v>2.8626E-5</c:v>
                </c:pt>
                <c:pt idx="86">
                  <c:v>3.4808000000000003E-5</c:v>
                </c:pt>
                <c:pt idx="87">
                  <c:v>4.2178999999999997E-5</c:v>
                </c:pt>
                <c:pt idx="88">
                  <c:v>5.0911000000000001E-5</c:v>
                </c:pt>
                <c:pt idx="89">
                  <c:v>6.1177000000000001E-5</c:v>
                </c:pt>
                <c:pt idx="90">
                  <c:v>7.3139000000000006E-5</c:v>
                </c:pt>
                <c:pt idx="91">
                  <c:v>8.692699999999999E-5</c:v>
                </c:pt>
                <c:pt idx="92">
                  <c:v>1.0261000000000001E-4</c:v>
                </c:pt>
                <c:pt idx="93">
                  <c:v>1.2013E-4</c:v>
                </c:pt>
                <c:pt idx="94">
                  <c:v>1.3929E-4</c:v>
                </c:pt>
                <c:pt idx="95">
                  <c:v>1.5958999999999998E-4</c:v>
                </c:pt>
                <c:pt idx="96">
                  <c:v>1.8015000000000001E-4</c:v>
                </c:pt>
                <c:pt idx="97">
                  <c:v>1.9944E-4</c:v>
                </c:pt>
                <c:pt idx="98">
                  <c:v>2.1502999999999998E-4</c:v>
                </c:pt>
                <c:pt idx="99">
                  <c:v>2.2392000000000001E-4</c:v>
                </c:pt>
              </c:numCache>
            </c:numRef>
          </c:xVal>
          <c:yVal>
            <c:numRef>
              <c:f>'100cm_1_cm_ALL_NODES_IPHR_1cm'!$Q$102:$Q$201</c:f>
              <c:numCache>
                <c:formatCode>General</c:formatCode>
                <c:ptCount val="100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96.5</c:v>
                </c:pt>
                <c:pt idx="4">
                  <c:v>95.5</c:v>
                </c:pt>
                <c:pt idx="5">
                  <c:v>94.5</c:v>
                </c:pt>
                <c:pt idx="6">
                  <c:v>93.5</c:v>
                </c:pt>
                <c:pt idx="7">
                  <c:v>92.5</c:v>
                </c:pt>
                <c:pt idx="8">
                  <c:v>91.5</c:v>
                </c:pt>
                <c:pt idx="9">
                  <c:v>90.5</c:v>
                </c:pt>
                <c:pt idx="10">
                  <c:v>89.5</c:v>
                </c:pt>
                <c:pt idx="11">
                  <c:v>88.5</c:v>
                </c:pt>
                <c:pt idx="12">
                  <c:v>87.5</c:v>
                </c:pt>
                <c:pt idx="13">
                  <c:v>86.5</c:v>
                </c:pt>
                <c:pt idx="14">
                  <c:v>85.5</c:v>
                </c:pt>
                <c:pt idx="15">
                  <c:v>84.5</c:v>
                </c:pt>
                <c:pt idx="16">
                  <c:v>83.5</c:v>
                </c:pt>
                <c:pt idx="17">
                  <c:v>82.5</c:v>
                </c:pt>
                <c:pt idx="18">
                  <c:v>81.5</c:v>
                </c:pt>
                <c:pt idx="19">
                  <c:v>80.5</c:v>
                </c:pt>
                <c:pt idx="20">
                  <c:v>79.5</c:v>
                </c:pt>
                <c:pt idx="21">
                  <c:v>78.5</c:v>
                </c:pt>
                <c:pt idx="22">
                  <c:v>77.5</c:v>
                </c:pt>
                <c:pt idx="23">
                  <c:v>76.5</c:v>
                </c:pt>
                <c:pt idx="24">
                  <c:v>75.5</c:v>
                </c:pt>
                <c:pt idx="25">
                  <c:v>74.5</c:v>
                </c:pt>
                <c:pt idx="26">
                  <c:v>73.5</c:v>
                </c:pt>
                <c:pt idx="27">
                  <c:v>72.5</c:v>
                </c:pt>
                <c:pt idx="28">
                  <c:v>71.5</c:v>
                </c:pt>
                <c:pt idx="29">
                  <c:v>70.5</c:v>
                </c:pt>
                <c:pt idx="30">
                  <c:v>69.5</c:v>
                </c:pt>
                <c:pt idx="31">
                  <c:v>68.5</c:v>
                </c:pt>
                <c:pt idx="32">
                  <c:v>67.5</c:v>
                </c:pt>
                <c:pt idx="33">
                  <c:v>66.5</c:v>
                </c:pt>
                <c:pt idx="34">
                  <c:v>65.5</c:v>
                </c:pt>
                <c:pt idx="35">
                  <c:v>64.5</c:v>
                </c:pt>
                <c:pt idx="36">
                  <c:v>63.5</c:v>
                </c:pt>
                <c:pt idx="37">
                  <c:v>62.5</c:v>
                </c:pt>
                <c:pt idx="38">
                  <c:v>61.5</c:v>
                </c:pt>
                <c:pt idx="39">
                  <c:v>60.5</c:v>
                </c:pt>
                <c:pt idx="40">
                  <c:v>59.5</c:v>
                </c:pt>
                <c:pt idx="41">
                  <c:v>58.5</c:v>
                </c:pt>
                <c:pt idx="42">
                  <c:v>57.5</c:v>
                </c:pt>
                <c:pt idx="43">
                  <c:v>56.5</c:v>
                </c:pt>
                <c:pt idx="44">
                  <c:v>55.5</c:v>
                </c:pt>
                <c:pt idx="45">
                  <c:v>54.5</c:v>
                </c:pt>
                <c:pt idx="46">
                  <c:v>53.5</c:v>
                </c:pt>
                <c:pt idx="47">
                  <c:v>52.5</c:v>
                </c:pt>
                <c:pt idx="48">
                  <c:v>51.5</c:v>
                </c:pt>
                <c:pt idx="49">
                  <c:v>50.5</c:v>
                </c:pt>
                <c:pt idx="50">
                  <c:v>49.5</c:v>
                </c:pt>
                <c:pt idx="51">
                  <c:v>48.5</c:v>
                </c:pt>
                <c:pt idx="52">
                  <c:v>47.5</c:v>
                </c:pt>
                <c:pt idx="53">
                  <c:v>46.5</c:v>
                </c:pt>
                <c:pt idx="54">
                  <c:v>45.499999999999993</c:v>
                </c:pt>
                <c:pt idx="55">
                  <c:v>44.499999999999993</c:v>
                </c:pt>
                <c:pt idx="56">
                  <c:v>43.500000000000007</c:v>
                </c:pt>
                <c:pt idx="57">
                  <c:v>42.500000000000007</c:v>
                </c:pt>
                <c:pt idx="58">
                  <c:v>41.5</c:v>
                </c:pt>
                <c:pt idx="59">
                  <c:v>40.5</c:v>
                </c:pt>
                <c:pt idx="60">
                  <c:v>39.5</c:v>
                </c:pt>
                <c:pt idx="61">
                  <c:v>38.5</c:v>
                </c:pt>
                <c:pt idx="62">
                  <c:v>37.5</c:v>
                </c:pt>
                <c:pt idx="63">
                  <c:v>36.5</c:v>
                </c:pt>
                <c:pt idx="64">
                  <c:v>35.5</c:v>
                </c:pt>
                <c:pt idx="65">
                  <c:v>34.5</c:v>
                </c:pt>
                <c:pt idx="66">
                  <c:v>33.5</c:v>
                </c:pt>
                <c:pt idx="67">
                  <c:v>32.5</c:v>
                </c:pt>
                <c:pt idx="68">
                  <c:v>31.5</c:v>
                </c:pt>
                <c:pt idx="69">
                  <c:v>30.5</c:v>
                </c:pt>
                <c:pt idx="70">
                  <c:v>29.5</c:v>
                </c:pt>
                <c:pt idx="71">
                  <c:v>28.5</c:v>
                </c:pt>
                <c:pt idx="72">
                  <c:v>27.5</c:v>
                </c:pt>
                <c:pt idx="73">
                  <c:v>26.5</c:v>
                </c:pt>
                <c:pt idx="74">
                  <c:v>25.5</c:v>
                </c:pt>
                <c:pt idx="75">
                  <c:v>24.5</c:v>
                </c:pt>
                <c:pt idx="76">
                  <c:v>23.5</c:v>
                </c:pt>
                <c:pt idx="77">
                  <c:v>22.5</c:v>
                </c:pt>
                <c:pt idx="78">
                  <c:v>21.5</c:v>
                </c:pt>
                <c:pt idx="79">
                  <c:v>20.5</c:v>
                </c:pt>
                <c:pt idx="80">
                  <c:v>19.5</c:v>
                </c:pt>
                <c:pt idx="81">
                  <c:v>18.5</c:v>
                </c:pt>
                <c:pt idx="82">
                  <c:v>17.5</c:v>
                </c:pt>
                <c:pt idx="83">
                  <c:v>16.5</c:v>
                </c:pt>
                <c:pt idx="84">
                  <c:v>15.5</c:v>
                </c:pt>
                <c:pt idx="85">
                  <c:v>14.5</c:v>
                </c:pt>
                <c:pt idx="86">
                  <c:v>13.5</c:v>
                </c:pt>
                <c:pt idx="87">
                  <c:v>12.5</c:v>
                </c:pt>
                <c:pt idx="88">
                  <c:v>11.5</c:v>
                </c:pt>
                <c:pt idx="89">
                  <c:v>10.5</c:v>
                </c:pt>
                <c:pt idx="90">
                  <c:v>9.5</c:v>
                </c:pt>
                <c:pt idx="91">
                  <c:v>8.5</c:v>
                </c:pt>
                <c:pt idx="92">
                  <c:v>7.5</c:v>
                </c:pt>
                <c:pt idx="93">
                  <c:v>6.5</c:v>
                </c:pt>
                <c:pt idx="94">
                  <c:v>5.5</c:v>
                </c:pt>
                <c:pt idx="95">
                  <c:v>4.5</c:v>
                </c:pt>
                <c:pt idx="96">
                  <c:v>3.5</c:v>
                </c:pt>
                <c:pt idx="97">
                  <c:v>2.5</c:v>
                </c:pt>
                <c:pt idx="98">
                  <c:v>1.5</c:v>
                </c:pt>
                <c:pt idx="99">
                  <c:v>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E9C-4853-B442-238F4ECB33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5732655"/>
        <c:axId val="1825733615"/>
      </c:scatterChart>
      <c:valAx>
        <c:axId val="1825732655"/>
        <c:scaling>
          <c:orientation val="minMax"/>
          <c:max val="1.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 algn="ctr" rtl="0">
                  <a:defRPr/>
                </a:pPr>
                <a:r>
                  <a:rPr lang="en-US"/>
                  <a:t>Concentration (mmols)</a:t>
                </a:r>
              </a:p>
              <a:p>
                <a:pPr algn="ctr" rtl="0"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3615"/>
        <c:crosses val="autoZero"/>
        <c:crossBetween val="midCat"/>
      </c:valAx>
      <c:valAx>
        <c:axId val="182573361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Distance from the Bottom of the Column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25732655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  <c:extLst/>
  </c:chart>
  <c:spPr>
    <a:ln>
      <a:solidFill>
        <a:sysClr val="windowText" lastClr="000000"/>
      </a:solidFill>
    </a:ln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2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2404D-1EBF-60A0-1E40-7006E06D9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60E7B2-FA82-B0EB-7730-66D3497F5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98D5D-7EDF-0FDB-45A6-6C576D11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4055-AA57-4E57-80F9-1833C45B0DFB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7A6C3-DED1-0645-A007-ABC3FC038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78622-2F1B-8E62-39C7-96DB9DC3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8224-0625-4BC0-BAC9-28119299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15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F64D7-51EC-A1D4-0C05-7C8D135D8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24558-4715-2CFB-DDB3-E7D81DDD3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D44E3-6CEE-3211-3C73-8E98A35BC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4055-AA57-4E57-80F9-1833C45B0DFB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640F1-BE5D-A6BD-385B-929A5EA1C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B4FA7-1B6B-065B-8077-0D5110635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8224-0625-4BC0-BAC9-28119299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132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3186C-A8D8-2007-61BF-3DEFCA374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89B38-468E-9B20-3107-447C57F0B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6038D-64D4-14FB-A04C-1242A5D0E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4055-AA57-4E57-80F9-1833C45B0DFB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38798-D4E2-358E-9519-2AA9BE41B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C1397-309E-D586-E748-C7F3546A3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8224-0625-4BC0-BAC9-28119299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793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21AC9-30E7-6CAA-31A6-D574928E7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73E20-ABBB-7CEE-94C8-91D6446331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603B3D-3EBE-0EFB-0377-A630757CE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F0356-8DCE-D5CC-8B47-8F48FC739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4055-AA57-4E57-80F9-1833C45B0DFB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18CA0-06D0-55CE-684F-CA8D8FA4B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055A8-26B8-5294-FFAE-CAF5E58D9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8224-0625-4BC0-BAC9-28119299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38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14759-65FC-4DD5-AB48-0E352B1B4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5969D-7757-3953-67F4-C9955F904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0A759B-64DE-D2FC-AD6A-F7DE4FF3B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20537A-3D54-1B96-49A6-0491B187BC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BA472D-3EB2-1DBD-F1E5-5395A0F049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52B6B1-A6B2-E7EE-704C-A0F20DD20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4055-AA57-4E57-80F9-1833C45B0DFB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D8ADAE-7BB8-F937-7B57-503487B9D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161D95-E442-F198-34F1-BC04AA28A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8224-0625-4BC0-BAC9-28119299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961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CC5F1-8DEA-3A81-EBC3-3E0FD8429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39A26A-261F-639F-87E1-B9A00E855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4055-AA57-4E57-80F9-1833C45B0DFB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CF0CB4-7242-FDA1-9864-C17447C7E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456D00-9204-535B-0CEF-1347A4C27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8224-0625-4BC0-BAC9-28119299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337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2655D1-67C9-13B2-CB0B-254CECF65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4055-AA57-4E57-80F9-1833C45B0DFB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A9623A-2164-9A88-0083-508D9DBC0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AF5D4-85D7-46EA-DA6F-1326BDACB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8224-0625-4BC0-BAC9-28119299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709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EEFE2-8FAD-1488-8871-F440636A9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548DB-89B1-B435-1A6F-6EB32FDF4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4BA1C-302E-77E3-A439-5A6643CC9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4D8EE-34D7-1045-831A-15236C6E0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4055-AA57-4E57-80F9-1833C45B0DFB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F1615-DEA3-6B1C-3CA0-E1AF9F4E5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B5C1B-7177-32AA-96AC-AD1C2EF3D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8224-0625-4BC0-BAC9-28119299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213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EB7FD-63B7-F0E2-CDC2-346F08CB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526B4-41A7-A92F-CC1A-0CE42F784F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33CEE1-A0B4-E26B-6CC9-4BB3BF30D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17409-7896-1EBC-ED8B-59FFE5F24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4055-AA57-4E57-80F9-1833C45B0DFB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AC0FA-56C1-B62F-D6B6-65BF2431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532F3-B154-8132-8A52-A2E78285B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8224-0625-4BC0-BAC9-28119299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413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D07AD-21E4-74B1-B72F-FC5FDBF72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F50C2A-E0AD-1F05-1EC0-3BA59E0BC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050E4-AF29-1A0E-0CB7-C669D0C1A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4055-AA57-4E57-80F9-1833C45B0DFB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3CEA9-80C4-6979-8111-DFB4A824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C71AD-54D1-F12F-6FBD-0ED721807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8224-0625-4BC0-BAC9-28119299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251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F1F7B1-C576-EBB6-D810-46D96EA0A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BD905D-9B86-58C2-33E5-BCBDC33AC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54034-67EF-2D1A-63A5-42206EF85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4055-AA57-4E57-80F9-1833C45B0DFB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4B0DA-D3D1-12A1-965A-26E9C46AA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6ECE5-1E8A-15F0-22AD-CA43FB3B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8224-0625-4BC0-BAC9-28119299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65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0E1C83-FA7C-1F6F-54A3-8B780C920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A90E5-0537-7E9D-D85E-53806DEB1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1F296-CA1B-1C75-3CEB-187545729C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64055-AA57-4E57-80F9-1833C45B0DFB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50C76-9D55-BAAA-4298-1DEBEFA01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C1445-E783-DDEC-D260-EC222CDC0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28224-0625-4BC0-BAC9-28119299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87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pc-progress.com/forum/viewtopic.php?t=98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Relationship Id="rId9" Type="http://schemas.openxmlformats.org/officeDocument/2006/relationships/chart" Target="../charts/chart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5.xml"/><Relationship Id="rId3" Type="http://schemas.openxmlformats.org/officeDocument/2006/relationships/chart" Target="../charts/chart10.xml"/><Relationship Id="rId7" Type="http://schemas.openxmlformats.org/officeDocument/2006/relationships/chart" Target="../charts/chart14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Relationship Id="rId9" Type="http://schemas.openxmlformats.org/officeDocument/2006/relationships/chart" Target="../charts/chart1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3.xml"/><Relationship Id="rId3" Type="http://schemas.openxmlformats.org/officeDocument/2006/relationships/chart" Target="../charts/chart18.xml"/><Relationship Id="rId7" Type="http://schemas.openxmlformats.org/officeDocument/2006/relationships/chart" Target="../charts/chart22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1.xml"/><Relationship Id="rId5" Type="http://schemas.openxmlformats.org/officeDocument/2006/relationships/chart" Target="../charts/chart20.xml"/><Relationship Id="rId4" Type="http://schemas.openxmlformats.org/officeDocument/2006/relationships/chart" Target="../charts/chart19.xml"/><Relationship Id="rId9" Type="http://schemas.openxmlformats.org/officeDocument/2006/relationships/chart" Target="../charts/char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2CF6D-E4C0-36FD-B4FF-913B86FC9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Verifying the integration of PhreeqcRM with 2DSoil Model 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Simulating Cation Exchange In a Soil Column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C86E8-94F5-A6B1-AC2D-D04ABCB7B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Layout: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74BCEE-6B39-63F6-B4CA-A5BE8F14CC58}"/>
              </a:ext>
            </a:extLst>
          </p:cNvPr>
          <p:cNvSpPr/>
          <p:nvPr/>
        </p:nvSpPr>
        <p:spPr>
          <a:xfrm>
            <a:off x="5361709" y="2142837"/>
            <a:ext cx="1468582" cy="5264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D667F0AA-84DA-519D-FF22-C73F1D9651E5}"/>
              </a:ext>
            </a:extLst>
          </p:cNvPr>
          <p:cNvSpPr/>
          <p:nvPr/>
        </p:nvSpPr>
        <p:spPr>
          <a:xfrm>
            <a:off x="6022109" y="2669309"/>
            <a:ext cx="166255" cy="5264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921CF7-B02D-6993-E191-BB858D1CAEEA}"/>
              </a:ext>
            </a:extLst>
          </p:cNvPr>
          <p:cNvSpPr/>
          <p:nvPr/>
        </p:nvSpPr>
        <p:spPr>
          <a:xfrm>
            <a:off x="5243945" y="3195781"/>
            <a:ext cx="1704110" cy="5264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Details</a:t>
            </a:r>
          </a:p>
        </p:txBody>
      </p:sp>
    </p:spTree>
    <p:extLst>
      <p:ext uri="{BB962C8B-B14F-4D97-AF65-F5344CB8AC3E}">
        <p14:creationId xmlns:p14="http://schemas.microsoft.com/office/powerpoint/2010/main" val="3252992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DC1AB-85FB-860B-489D-22AA7A87B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Exercise</a:t>
            </a:r>
            <a:br>
              <a:rPr lang="en-IN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Simulating Cation Exchange In a Soil Column</a:t>
            </a:r>
            <a:endParaRPr lang="en-IN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56F1F-4C6C-3B84-574A-585835776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1825625"/>
            <a:ext cx="11582400" cy="4351338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Geochemical model PhreeqcRM has been coupled with 2DSoil model resulting in an Advective-Dispersive-Reactive Transport  (ADRT) model</a:t>
            </a:r>
          </a:p>
          <a:p>
            <a:pPr algn="just"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have performed a verification exercise to check its performance by simulating a cation exchange problem with 2DSoil-PhreeqcRM and comparing its results against those obtained from the in-built transport module in Phreeqc</a:t>
            </a:r>
          </a:p>
          <a:p>
            <a:pPr lvl="1" algn="just">
              <a:lnSpc>
                <a:spcPct val="12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in-built transport module can simulate ADRT under saturated conditions</a:t>
            </a:r>
          </a:p>
          <a:p>
            <a:pPr algn="just"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verification exercise, I have simulated cation exchange in a soil column where an infiltrating solution laden with Ca</a:t>
            </a:r>
            <a:r>
              <a:rPr lang="en-I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cation leads to the replacement of the already existing Na</a:t>
            </a:r>
            <a:r>
              <a:rPr lang="en-I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K</a:t>
            </a:r>
            <a:r>
              <a:rPr lang="en-I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cations</a:t>
            </a:r>
          </a:p>
          <a:p>
            <a:pPr lvl="1" algn="just">
              <a:lnSpc>
                <a:spcPct val="12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ADRT conditions have been maintained in both simulations</a:t>
            </a:r>
          </a:p>
          <a:p>
            <a:pPr algn="just">
              <a:lnSpc>
                <a:spcPct val="12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Cation Exchange Problem?: Because it is an agriculturally relevant problem as explained later</a:t>
            </a:r>
          </a:p>
        </p:txBody>
      </p:sp>
    </p:spTree>
    <p:extLst>
      <p:ext uri="{BB962C8B-B14F-4D97-AF65-F5344CB8AC3E}">
        <p14:creationId xmlns:p14="http://schemas.microsoft.com/office/powerpoint/2010/main" val="2243188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B9E00-91E6-41E9-F4AB-B56F27FC2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AE31E-B048-2018-F14D-4625920D5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Exercise</a:t>
            </a:r>
            <a:br>
              <a:rPr lang="en-IN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Simulating Cation Exchange In a Soil Column</a:t>
            </a:r>
            <a:endParaRPr lang="en-IN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8A1D-E1B4-AB33-D931-62DC69C8C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approach has been followed by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Jacques and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Šimůnek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(2005) for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verifying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Phreeqc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Hydrus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1D</a:t>
            </a:r>
          </a:p>
          <a:p>
            <a:pPr marL="0" indent="0">
              <a:buNone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</a:t>
            </a:r>
            <a:r>
              <a:rPr 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Additional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Exercises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exercises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kinetics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redox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reactions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performed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further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84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787DF-683E-6C26-BB05-49B66E4FF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97AC368-D5E0-13A4-EA3D-736D88BD84AD}"/>
              </a:ext>
            </a:extLst>
          </p:cNvPr>
          <p:cNvSpPr/>
          <p:nvPr/>
        </p:nvSpPr>
        <p:spPr>
          <a:xfrm>
            <a:off x="9661236" y="2466109"/>
            <a:ext cx="2336800" cy="29648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Excerpts from Phreeqc Database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5F5F9-6204-847D-9676-16DD982A4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015"/>
            <a:ext cx="10515600" cy="870586"/>
          </a:xfrm>
        </p:spPr>
        <p:txBody>
          <a:bodyPr>
            <a:noAutofit/>
          </a:bodyPr>
          <a:lstStyle/>
          <a:p>
            <a:pPr algn="ctr"/>
            <a:r>
              <a:rPr lang="en-IN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Cation Exchange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D46EEB-EE43-524C-EC8A-A8654B31A8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8028" y="1355364"/>
                <a:ext cx="8995930" cy="518636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Soil (clay and organic matter) is negatively charged and has a tendency to hold cations such as Ca</a:t>
                </a:r>
                <a:r>
                  <a:rPr lang="en-I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2+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Na</a:t>
                </a:r>
                <a:r>
                  <a:rPr lang="en-I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K</a:t>
                </a:r>
                <a:r>
                  <a:rPr lang="en-I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NH</a:t>
                </a:r>
                <a:r>
                  <a:rPr lang="en-IN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Different cations are held by exchanger with different strengths</a:t>
                </a:r>
              </a:p>
              <a:p>
                <a:pPr lvl="1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⇌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IX;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logK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Y</a:t>
                </a:r>
              </a:p>
              <a:p>
                <a:pPr lvl="2" algn="just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I</a:t>
                </a:r>
                <a:r>
                  <a:rPr lang="en-I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cation and X</a:t>
                </a:r>
                <a:r>
                  <a:rPr lang="en-I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exchanger site,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logK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selectivity coefficient which characterises the strength of an exchange site to hold a cation. </a:t>
                </a:r>
              </a:p>
              <a:p>
                <a:pPr lvl="2" algn="just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Higher the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logK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 cation translates to higher holding strength.</a:t>
                </a:r>
              </a:p>
              <a:p>
                <a:pPr lvl="3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Na</a:t>
                </a:r>
                <a:r>
                  <a:rPr lang="en-I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logK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0.0</a:t>
                </a:r>
              </a:p>
              <a:p>
                <a:pPr lvl="3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K</a:t>
                </a:r>
                <a:r>
                  <a:rPr lang="en-I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logK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0.7 </a:t>
                </a:r>
              </a:p>
              <a:p>
                <a:pPr lvl="3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Ca</a:t>
                </a:r>
                <a:r>
                  <a:rPr lang="en-I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2+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logK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0.8</a:t>
                </a:r>
              </a:p>
              <a:p>
                <a:pPr lvl="2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existing pre-exchanged cation can be replaced by another cation. This phenomenon is known </a:t>
                </a:r>
                <a:r>
                  <a:rPr lang="en-IN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</a:t>
                </a:r>
                <a:r>
                  <a:rPr lang="en-IN" sz="2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cation exchange</a:t>
                </a:r>
                <a:endParaRPr lang="en-IN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example, if a soil column initially contains Na</a:t>
                </a:r>
                <a:r>
                  <a:rPr lang="en-I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K</a:t>
                </a:r>
                <a:r>
                  <a:rPr lang="en-I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 infiltrating solution containing Ca</a:t>
                </a:r>
                <a:r>
                  <a:rPr lang="en-I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2+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will first replace Na</a:t>
                </a:r>
                <a:r>
                  <a:rPr lang="en-I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the soil first and will then replace K</a:t>
                </a:r>
                <a:r>
                  <a:rPr lang="en-I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on the basis of their relative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logK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value</a:t>
                </a:r>
              </a:p>
              <a:p>
                <a:pPr lvl="3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dislodging of Na</a:t>
                </a:r>
                <a:r>
                  <a:rPr lang="en-IN" sz="20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K</a:t>
                </a:r>
                <a:r>
                  <a:rPr lang="en-IN" sz="20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cations is called </a:t>
                </a:r>
                <a:r>
                  <a:rPr lang="en-IN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elution</a:t>
                </a:r>
                <a:endParaRPr lang="en-IN" sz="17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D46EEB-EE43-524C-EC8A-A8654B31A8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8028" y="1355364"/>
                <a:ext cx="8995930" cy="5186362"/>
              </a:xfrm>
              <a:blipFill>
                <a:blip r:embed="rId2"/>
                <a:stretch>
                  <a:fillRect l="-1084" t="-2585" r="-6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76F9BF1-04B6-3CAE-D108-3615A800E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5665" y="3226205"/>
            <a:ext cx="1800225" cy="10763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BC95EB-44CC-07AF-8092-394BEB73B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078" y="4400461"/>
            <a:ext cx="1295400" cy="4286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9F694D-87EC-18D0-8789-168D9BDD50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8516" y="4927017"/>
            <a:ext cx="1914525" cy="4476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85507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A3D3A-8D14-4BD6-CDC1-FEBEBD5E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7AF68-4363-3BDA-4692-F26A0E148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105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Characteristics (common to both simulations)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3FE33-9093-EAEF-5135-7D895D30B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30668"/>
            <a:ext cx="10725150" cy="4646295"/>
          </a:xfrm>
        </p:spPr>
        <p:txBody>
          <a:bodyPr>
            <a:normAutofit fontScale="92500"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domain dimensions: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100cm long soil column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Conditions: 1-D saturated steady state flow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Direction: From top to bottom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Geo-chemical composition and Solute related Boundary Conditions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cell/node in the column initially contains 1.1 milli moles of exchanger (X)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Initially, each cell/node has 1.0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mmols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</a:t>
            </a:r>
            <a:r>
              <a:rPr lang="en-IN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0.2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mmols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en-IN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1.2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mmols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</a:t>
            </a:r>
            <a:r>
              <a:rPr lang="en-IN" sz="2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is equivalent to 1 mmol of NaNO</a:t>
            </a:r>
            <a:r>
              <a:rPr lang="en-IN" sz="2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0.2 mmol of KNO</a:t>
            </a:r>
            <a:r>
              <a:rPr lang="en-IN" sz="2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Prescribed concentrations at the top surface of the soil column are 0.6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mmols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Ca</a:t>
            </a:r>
            <a:r>
              <a:rPr lang="en-IN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1.2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mmols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</a:t>
            </a:r>
            <a:r>
              <a:rPr lang="en-IN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i.e. 0.6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mmols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CaCl</a:t>
            </a:r>
            <a:r>
              <a:rPr lang="en-IN" sz="2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2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carries Ca</a:t>
            </a:r>
            <a:r>
              <a:rPr lang="en-IN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Cl</a:t>
            </a:r>
            <a:r>
              <a:rPr lang="en-IN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lower sections of the soil column leading to the elution of Na</a:t>
            </a:r>
            <a:r>
              <a:rPr lang="en-IN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K</a:t>
            </a:r>
            <a:r>
              <a:rPr lang="en-IN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897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12652-FE99-E755-62A7-072AA269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B7866-4BF7-D692-ECCE-C7EBA0416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28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Simulations based on 2DSoil-PhreeqcRM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951FE4-850D-F7A5-8DA0-77AB12E556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4325" y="1321118"/>
                <a:ext cx="11725275" cy="525113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Grid and Flow Conditions:</a:t>
                </a:r>
              </a:p>
              <a:p>
                <a:pPr lvl="1"/>
                <a:r>
                  <a:rPr lang="en-I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 of simulated column: </a:t>
                </a:r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 cm </a:t>
                </a:r>
              </a:p>
              <a:p>
                <a:pPr lvl="1"/>
                <a:r>
                  <a:rPr lang="en-I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Grid size: </a:t>
                </a:r>
                <a:r>
                  <a:rPr lang="en-IN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cm vertically</a:t>
                </a:r>
              </a:p>
              <a:p>
                <a:pPr lvl="1"/>
                <a:r>
                  <a:rPr lang="en-I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Soil Characteristics:</a:t>
                </a:r>
              </a:p>
              <a:p>
                <a:pPr lvl="2"/>
                <a:r>
                  <a:rPr lang="en-I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IN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10 cm/day 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I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0.2  ; </a:t>
                </a:r>
                <a:r>
                  <a:rPr lang="en-I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 cm ; diffusion coefficient = 0.0</a:t>
                </a:r>
              </a:p>
              <a:p>
                <a:pPr lvl="1"/>
                <a:r>
                  <a:rPr lang="en-I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 Conditions:</a:t>
                </a:r>
              </a:p>
              <a:p>
                <a:pPr lvl="2"/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Initialized with </a:t>
                </a:r>
                <a14:m>
                  <m:oMath xmlns:m="http://schemas.openxmlformats.org/officeDocument/2006/math">
                    <m:r>
                      <a:rPr lang="en-IN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IN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IN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at all nodes</a:t>
                </a:r>
              </a:p>
              <a:p>
                <a:pPr lvl="1"/>
                <a:r>
                  <a:rPr lang="en-I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Flow related boundary conditions:</a:t>
                </a:r>
              </a:p>
              <a:p>
                <a:pPr lvl="2"/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Prescribed a constant head of 1 cm at the top of the domain</a:t>
                </a:r>
              </a:p>
              <a:p>
                <a:pPr lvl="2"/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Free drainage conditions (unit gradient) at the bottom</a:t>
                </a:r>
              </a:p>
              <a:p>
                <a:pPr lvl="3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saturated conditions, Darcy vel. =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IN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(see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  <a:hlinkClick r:id="rId2"/>
                  </a:rPr>
                  <a:t>https://www.pc-progress.com/forum/viewtopic.php?t=98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lvl="3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Pore vel. =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IN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en-IN" sz="20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 10/0.2 cm/day = 50 cm/day</a:t>
                </a:r>
              </a:p>
              <a:p>
                <a:pPr lvl="1"/>
                <a:r>
                  <a:rPr lang="en-IN" sz="2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step </a:t>
                </a:r>
                <a:r>
                  <a:rPr lang="en-IN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 hour (Default value)</a:t>
                </a:r>
              </a:p>
              <a:p>
                <a:pPr lvl="1"/>
                <a:r>
                  <a:rPr lang="en-IN" sz="2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Simulated duration =</a:t>
                </a:r>
                <a:r>
                  <a:rPr lang="en-IN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5 days (or 432000 seconds)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951FE4-850D-F7A5-8DA0-77AB12E556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4325" y="1321118"/>
                <a:ext cx="11725275" cy="5251132"/>
              </a:xfrm>
              <a:blipFill>
                <a:blip r:embed="rId3"/>
                <a:stretch>
                  <a:fillRect l="-1092" t="-32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2985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C3DCE-AE37-1E9E-8E28-A0BE51FF8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14201-21F9-5F96-5C25-A10538D8C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105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Characteristics for 2DSoil-PhreeqcRM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F7F58-21D1-AD5E-9CB1-74FBFD102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5" y="1530668"/>
            <a:ext cx="8591550" cy="4646295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solute and X concentrations and print outputs</a:t>
            </a:r>
          </a:p>
          <a:p>
            <a:pPr lvl="1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Solute Transport Conditions: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solutes = 5 : Ca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Cl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Na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K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NO</a:t>
            </a:r>
            <a:r>
              <a:rPr lang="en-I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Prescribed constant solute concentrations at the top most nodes:</a:t>
            </a: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I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24.0 mg/l (= 0.6 mmol/l; GFW = 40 gm)</a:t>
            </a: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r>
              <a:rPr lang="en-I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42.6 mg/l (= 1.2 mmol/l; GFW = 35.45 gm)</a:t>
            </a:r>
          </a:p>
          <a:p>
            <a:pPr lvl="3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concentrations of Na</a:t>
            </a:r>
            <a:r>
              <a:rPr lang="en-IN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K</a:t>
            </a:r>
            <a:r>
              <a:rPr lang="en-IN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NO</a:t>
            </a:r>
            <a:r>
              <a:rPr lang="en-IN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defined by PhreeqcRM input file (refer Figure (a) in the panel on the right)</a:t>
            </a:r>
            <a:endParaRPr lang="en-IN" sz="22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Solute concentrations were prescribed using fertigation module (added last month to the TF repository)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reads the type of solute BC and the prescribed values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VarBS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fertigation module also prints out the concentrations of solutes 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mmols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millimoles of X is defined for all nodes using cell 0 as initial condition (refer Figure (b) in the panel on the right)</a:t>
            </a:r>
          </a:p>
          <a:p>
            <a:pPr lvl="1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DC013B-EE7B-0DC8-CEAA-4BB94A715114}"/>
              </a:ext>
            </a:extLst>
          </p:cNvPr>
          <p:cNvSpPr/>
          <p:nvPr/>
        </p:nvSpPr>
        <p:spPr>
          <a:xfrm>
            <a:off x="9210675" y="1647824"/>
            <a:ext cx="2787361" cy="50050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Excerpts from PhreeqcRM input file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957D8E-873B-82BA-7A1E-53632C8FBF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262"/>
          <a:stretch>
            <a:fillRect/>
          </a:stretch>
        </p:blipFill>
        <p:spPr>
          <a:xfrm>
            <a:off x="9351989" y="2499837"/>
            <a:ext cx="2504732" cy="1233964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E65591-F99A-0C1D-6537-B94EE7A361A7}"/>
              </a:ext>
            </a:extLst>
          </p:cNvPr>
          <p:cNvSpPr txBox="1"/>
          <p:nvPr/>
        </p:nvSpPr>
        <p:spPr>
          <a:xfrm>
            <a:off x="10383782" y="385095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867142-3851-3F2E-226F-ADE8C0774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5167" y="4337446"/>
            <a:ext cx="2238375" cy="123825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213CE0-12B7-EDCD-58E6-8139295F461D}"/>
              </a:ext>
            </a:extLst>
          </p:cNvPr>
          <p:cNvSpPr txBox="1"/>
          <p:nvPr/>
        </p:nvSpPr>
        <p:spPr>
          <a:xfrm>
            <a:off x="10383781" y="569285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83858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634CC-7F42-DA75-B0B8-15AC996F0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D3B08-BD8B-6892-DC82-0844FC22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105"/>
            <a:ext cx="10515600" cy="899795"/>
          </a:xfrm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Characteristics for Phreeqc’s Transport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AEAC3-A105-3ABE-E5F7-A4607855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75" y="1104900"/>
            <a:ext cx="11234016" cy="5369791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and Flow Conditions: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Advective dispersive transport is simulated using a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method where water in one cell is shifted to another in a user defined time step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domain is composed of 100 cells with each having a length of 1 cm (total length of domain = 1 m)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shift equates to downward movement of soil water by 1 cm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step calculations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pore velocity in 2DSoil-PhreeqcRM based simulations = 50 cm/day 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obtain similar pore velocity : time step =  (Length travelled in a shift)/(Pore Vel)</a:t>
            </a:r>
          </a:p>
          <a:p>
            <a:pPr lvl="3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step = 1cm/(50 cm/86400 seconds)  = 1728 seconds (28.8 minutes)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Shifts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Simulated duration/ time step = 432000/1728 = 250 shifts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Dispersivity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 cm (same as that in 2DSoil-PhreeqcRM based simulations)</a:t>
            </a:r>
          </a:p>
        </p:txBody>
      </p:sp>
    </p:spTree>
    <p:extLst>
      <p:ext uri="{BB962C8B-B14F-4D97-AF65-F5344CB8AC3E}">
        <p14:creationId xmlns:p14="http://schemas.microsoft.com/office/powerpoint/2010/main" val="3801636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AEC50-DA99-4086-A261-A810514E8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DEEEF-070B-4CD9-4885-638C69341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105"/>
            <a:ext cx="10515600" cy="899795"/>
          </a:xfrm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Characteristics for Phreeqc’s Transport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B06C0-A16F-9CF8-256A-9A1A365C0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104900"/>
            <a:ext cx="8020050" cy="5369791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solute concentrations and print outputs</a:t>
            </a:r>
          </a:p>
          <a:p>
            <a:pPr lvl="1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Solute Transport Conditions: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Prescribed constant solute concentrations at the top most node (refer Figure (b) in the right panel)</a:t>
            </a:r>
            <a:endParaRPr lang="en-IN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I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24.0 mg/l (=0.6 mmol/l)</a:t>
            </a: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r>
              <a:rPr lang="en-I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42.6 mg/l (=1.2 mmol/l)</a:t>
            </a:r>
          </a:p>
          <a:p>
            <a:pPr lvl="3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concentrations of Na</a:t>
            </a:r>
            <a:r>
              <a:rPr lang="en-IN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K</a:t>
            </a:r>
            <a:r>
              <a:rPr lang="en-IN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NO</a:t>
            </a:r>
            <a:r>
              <a:rPr lang="en-IN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defined by Phreeqc input file (refer Figure (b) in the right panel)</a:t>
            </a:r>
            <a:endParaRPr lang="en-IN" sz="22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Solute concentrations were prescribed using fertigation module (added last month to the TF repository)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Solute concentrations are printed out by the fertigation module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75AC8F-1F8D-E8DE-C225-8C9062411931}"/>
              </a:ext>
            </a:extLst>
          </p:cNvPr>
          <p:cNvSpPr/>
          <p:nvPr/>
        </p:nvSpPr>
        <p:spPr>
          <a:xfrm>
            <a:off x="8543924" y="990600"/>
            <a:ext cx="3454111" cy="5772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Excerpts from PhreeqcRM input file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9541CA-777A-DBDE-85D6-21FC08449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0786" y="1624649"/>
            <a:ext cx="3147364" cy="2248117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E7549A-8C51-C92B-1591-BA2C0E8FEBA0}"/>
              </a:ext>
            </a:extLst>
          </p:cNvPr>
          <p:cNvSpPr txBox="1"/>
          <p:nvPr/>
        </p:nvSpPr>
        <p:spPr>
          <a:xfrm>
            <a:off x="10073895" y="388579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C2FFFC-2119-2446-1E1B-3E29C44B83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351"/>
          <a:stretch>
            <a:fillRect/>
          </a:stretch>
        </p:blipFill>
        <p:spPr>
          <a:xfrm>
            <a:off x="8839559" y="4329539"/>
            <a:ext cx="2909818" cy="1976437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5236F3-57C3-3E06-0759-6B68B4073733}"/>
              </a:ext>
            </a:extLst>
          </p:cNvPr>
          <p:cNvSpPr txBox="1"/>
          <p:nvPr/>
        </p:nvSpPr>
        <p:spPr>
          <a:xfrm>
            <a:off x="10050406" y="6314885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590425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78978-71B3-4F68-8005-728D2B3B4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5B2C1-59FE-CD2A-8B5F-00B73804B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105"/>
            <a:ext cx="10515600" cy="899795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00124-33BA-77D6-FF50-698EABD1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104900"/>
            <a:ext cx="11386416" cy="5369791"/>
          </a:xfrm>
        </p:spPr>
        <p:txBody>
          <a:bodyPr>
            <a:norm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next few slides I have presented the following results obtained from 2DSoil-PhreeqcRM and Phreeqc’s in-built transport module: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394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78C7E-9AC6-CD6A-020B-78CEDD663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49A8-F75E-085B-0079-A196CD9AB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63347"/>
          </a:xfrm>
        </p:spPr>
        <p:txBody>
          <a:bodyPr>
            <a:no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Simulated Concentration Profiles : Ca</a:t>
            </a:r>
            <a:r>
              <a:rPr lang="en-IN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Na</a:t>
            </a:r>
            <a:r>
              <a:rPr lang="en-IN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1586C572-5879-4CD7-A278-6C5C2C5C58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6018677"/>
              </p:ext>
            </p:extLst>
          </p:nvPr>
        </p:nvGraphicFramePr>
        <p:xfrm>
          <a:off x="556480" y="472589"/>
          <a:ext cx="2616203" cy="2956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0ED768B7-50FB-46FF-A174-B147F7BA17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669534"/>
              </p:ext>
            </p:extLst>
          </p:nvPr>
        </p:nvGraphicFramePr>
        <p:xfrm>
          <a:off x="3329702" y="472586"/>
          <a:ext cx="2634674" cy="2956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F522FC06-AD92-4662-9662-9710FBFF22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9462901"/>
              </p:ext>
            </p:extLst>
          </p:nvPr>
        </p:nvGraphicFramePr>
        <p:xfrm>
          <a:off x="6102923" y="472585"/>
          <a:ext cx="2634674" cy="2956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A6FC7CAE-B499-44B6-B3D9-C2C9870450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0724724"/>
              </p:ext>
            </p:extLst>
          </p:nvPr>
        </p:nvGraphicFramePr>
        <p:xfrm>
          <a:off x="8876144" y="472584"/>
          <a:ext cx="2634674" cy="2956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47F4A80B-CF24-446C-8EB0-86CC3B117C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1906448"/>
              </p:ext>
            </p:extLst>
          </p:nvPr>
        </p:nvGraphicFramePr>
        <p:xfrm>
          <a:off x="556481" y="3836930"/>
          <a:ext cx="2634674" cy="2956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EA3D0A1F-0555-44CE-B183-C4FD803A27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3569331"/>
              </p:ext>
            </p:extLst>
          </p:nvPr>
        </p:nvGraphicFramePr>
        <p:xfrm>
          <a:off x="3329702" y="3836929"/>
          <a:ext cx="2634674" cy="2956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43AC0B2C-AA84-4C1A-B60B-8554637B71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3920873"/>
              </p:ext>
            </p:extLst>
          </p:nvPr>
        </p:nvGraphicFramePr>
        <p:xfrm>
          <a:off x="6102923" y="3831530"/>
          <a:ext cx="2634674" cy="2956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7628223A-E93B-4558-A616-CFD74FCD6D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2254247"/>
              </p:ext>
            </p:extLst>
          </p:nvPr>
        </p:nvGraphicFramePr>
        <p:xfrm>
          <a:off x="8876144" y="3831530"/>
          <a:ext cx="2637795" cy="2956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8" name="Arrow: Right 17">
            <a:extLst>
              <a:ext uri="{FF2B5EF4-FFF2-40B4-BE49-F238E27FC236}">
                <a16:creationId xmlns:a16="http://schemas.microsoft.com/office/drawing/2014/main" id="{04381CBC-6417-81E7-30DF-9F22792208B7}"/>
              </a:ext>
            </a:extLst>
          </p:cNvPr>
          <p:cNvSpPr/>
          <p:nvPr/>
        </p:nvSpPr>
        <p:spPr>
          <a:xfrm>
            <a:off x="556480" y="3485183"/>
            <a:ext cx="10954338" cy="2847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91A8E0-1513-60AD-5A9E-93647529E78A}"/>
              </a:ext>
            </a:extLst>
          </p:cNvPr>
          <p:cNvSpPr txBox="1"/>
          <p:nvPr/>
        </p:nvSpPr>
        <p:spPr>
          <a:xfrm>
            <a:off x="1535148" y="3471409"/>
            <a:ext cx="658865" cy="3077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82DBD-C013-B657-3756-451EAD567320}"/>
              </a:ext>
            </a:extLst>
          </p:cNvPr>
          <p:cNvSpPr txBox="1"/>
          <p:nvPr/>
        </p:nvSpPr>
        <p:spPr>
          <a:xfrm>
            <a:off x="4317606" y="3462172"/>
            <a:ext cx="658865" cy="3077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64E8C7-E077-D571-B508-043A88A7DC2C}"/>
              </a:ext>
            </a:extLst>
          </p:cNvPr>
          <p:cNvSpPr txBox="1"/>
          <p:nvPr/>
        </p:nvSpPr>
        <p:spPr>
          <a:xfrm>
            <a:off x="7142382" y="3471409"/>
            <a:ext cx="658865" cy="3077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E5FC8F-3EEE-49C8-981F-F1FBF7F5D0A5}"/>
              </a:ext>
            </a:extLst>
          </p:cNvPr>
          <p:cNvSpPr txBox="1"/>
          <p:nvPr/>
        </p:nvSpPr>
        <p:spPr>
          <a:xfrm>
            <a:off x="9864048" y="3485183"/>
            <a:ext cx="658865" cy="3077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FB679C-FA9C-519D-E345-878D6FC8E1ED}"/>
              </a:ext>
            </a:extLst>
          </p:cNvPr>
          <p:cNvSpPr txBox="1"/>
          <p:nvPr/>
        </p:nvSpPr>
        <p:spPr>
          <a:xfrm rot="16200000">
            <a:off x="-22647" y="1766126"/>
            <a:ext cx="631904" cy="369332"/>
          </a:xfrm>
          <a:prstGeom prst="rect">
            <a:avLst/>
          </a:prstGeom>
          <a:noFill/>
          <a:ln>
            <a:solidFill>
              <a:sysClr val="windowText" lastClr="000000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I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EBE761-B44D-2013-58B9-64AA70D3990F}"/>
              </a:ext>
            </a:extLst>
          </p:cNvPr>
          <p:cNvSpPr txBox="1"/>
          <p:nvPr/>
        </p:nvSpPr>
        <p:spPr>
          <a:xfrm rot="16200000">
            <a:off x="15825" y="5125072"/>
            <a:ext cx="554960" cy="369332"/>
          </a:xfrm>
          <a:prstGeom prst="rect">
            <a:avLst/>
          </a:prstGeom>
          <a:noFill/>
          <a:ln>
            <a:solidFill>
              <a:sysClr val="windowText" lastClr="000000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I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422978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C78EA-4924-D4D2-C521-AD837477B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AD564-662C-5F8B-8F9B-A2AE6054D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458810"/>
          </a:xfrm>
        </p:spPr>
        <p:txBody>
          <a:bodyPr>
            <a:no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Simulated Concentration Profiles: Ca</a:t>
            </a:r>
            <a:r>
              <a:rPr lang="en-IN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K</a:t>
            </a:r>
            <a:r>
              <a:rPr lang="en-IN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7D0BE35-82F6-73A0-4F2F-F974B224ACB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6480" y="472589"/>
          <a:ext cx="2616203" cy="2956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A0500C35-68F1-F42B-3AA1-6FF8B5EB0D1E}"/>
              </a:ext>
            </a:extLst>
          </p:cNvPr>
          <p:cNvGraphicFramePr>
            <a:graphicFrameLocks/>
          </p:cNvGraphicFramePr>
          <p:nvPr/>
        </p:nvGraphicFramePr>
        <p:xfrm>
          <a:off x="3329702" y="472586"/>
          <a:ext cx="2634674" cy="2956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EB37B258-6CF1-4C4D-B6DF-4C25D53E3AF8}"/>
              </a:ext>
            </a:extLst>
          </p:cNvPr>
          <p:cNvGraphicFramePr>
            <a:graphicFrameLocks/>
          </p:cNvGraphicFramePr>
          <p:nvPr/>
        </p:nvGraphicFramePr>
        <p:xfrm>
          <a:off x="6102923" y="472585"/>
          <a:ext cx="2634674" cy="2956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ECA71384-B446-DDE8-EC06-383489BF596E}"/>
              </a:ext>
            </a:extLst>
          </p:cNvPr>
          <p:cNvGraphicFramePr>
            <a:graphicFrameLocks/>
          </p:cNvGraphicFramePr>
          <p:nvPr/>
        </p:nvGraphicFramePr>
        <p:xfrm>
          <a:off x="8876144" y="472584"/>
          <a:ext cx="2634674" cy="2956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8" name="Arrow: Right 17">
            <a:extLst>
              <a:ext uri="{FF2B5EF4-FFF2-40B4-BE49-F238E27FC236}">
                <a16:creationId xmlns:a16="http://schemas.microsoft.com/office/drawing/2014/main" id="{D0E616AE-60A1-B31B-3D1D-AAB6689172FF}"/>
              </a:ext>
            </a:extLst>
          </p:cNvPr>
          <p:cNvSpPr/>
          <p:nvPr/>
        </p:nvSpPr>
        <p:spPr>
          <a:xfrm>
            <a:off x="556480" y="3485183"/>
            <a:ext cx="10954338" cy="2847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9B704A-0566-A4B1-E1EA-FBE2205099D2}"/>
              </a:ext>
            </a:extLst>
          </p:cNvPr>
          <p:cNvSpPr txBox="1"/>
          <p:nvPr/>
        </p:nvSpPr>
        <p:spPr>
          <a:xfrm>
            <a:off x="1535148" y="3471409"/>
            <a:ext cx="658865" cy="3077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9B0ADB-188C-15B1-8E9B-5EEC8614487F}"/>
              </a:ext>
            </a:extLst>
          </p:cNvPr>
          <p:cNvSpPr txBox="1"/>
          <p:nvPr/>
        </p:nvSpPr>
        <p:spPr>
          <a:xfrm>
            <a:off x="4317606" y="3462172"/>
            <a:ext cx="658865" cy="3077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F5D344-EEB0-C9FD-9796-8339169DEE1D}"/>
              </a:ext>
            </a:extLst>
          </p:cNvPr>
          <p:cNvSpPr txBox="1"/>
          <p:nvPr/>
        </p:nvSpPr>
        <p:spPr>
          <a:xfrm>
            <a:off x="7142382" y="3461884"/>
            <a:ext cx="658865" cy="3077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6A8DE7-6328-EF33-D0E7-B1742CE016A4}"/>
              </a:ext>
            </a:extLst>
          </p:cNvPr>
          <p:cNvSpPr txBox="1"/>
          <p:nvPr/>
        </p:nvSpPr>
        <p:spPr>
          <a:xfrm>
            <a:off x="9864048" y="3466133"/>
            <a:ext cx="658865" cy="3077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4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57AF246-6394-4456-8BE5-8D0FC0B9F9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7972016"/>
              </p:ext>
            </p:extLst>
          </p:nvPr>
        </p:nvGraphicFramePr>
        <p:xfrm>
          <a:off x="556480" y="3802197"/>
          <a:ext cx="2616202" cy="2956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AE84D6F-580C-4435-8094-4956274129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527269"/>
              </p:ext>
            </p:extLst>
          </p:nvPr>
        </p:nvGraphicFramePr>
        <p:xfrm>
          <a:off x="3315859" y="3802197"/>
          <a:ext cx="2648517" cy="2956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1229BB8-2722-4544-BC99-12E7DFD45D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8105611"/>
              </p:ext>
            </p:extLst>
          </p:nvPr>
        </p:nvGraphicFramePr>
        <p:xfrm>
          <a:off x="6096000" y="3792960"/>
          <a:ext cx="2641597" cy="2956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6CCA9E9-4DA7-4A39-9299-B71E99952E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1199436"/>
              </p:ext>
            </p:extLst>
          </p:nvPr>
        </p:nvGraphicFramePr>
        <p:xfrm>
          <a:off x="8876142" y="3802197"/>
          <a:ext cx="2596454" cy="2956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7F9A31C-D825-F550-CD2E-CAB3EEA41F72}"/>
              </a:ext>
            </a:extLst>
          </p:cNvPr>
          <p:cNvSpPr txBox="1"/>
          <p:nvPr/>
        </p:nvSpPr>
        <p:spPr>
          <a:xfrm rot="16200000">
            <a:off x="-22647" y="1766126"/>
            <a:ext cx="631904" cy="369332"/>
          </a:xfrm>
          <a:prstGeom prst="rect">
            <a:avLst/>
          </a:prstGeom>
          <a:noFill/>
          <a:ln>
            <a:solidFill>
              <a:sysClr val="windowText" lastClr="000000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I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7A0A8D-B39A-F7E4-03E7-BE0360C5C344}"/>
              </a:ext>
            </a:extLst>
          </p:cNvPr>
          <p:cNvSpPr txBox="1"/>
          <p:nvPr/>
        </p:nvSpPr>
        <p:spPr>
          <a:xfrm rot="16200000">
            <a:off x="67121" y="5125072"/>
            <a:ext cx="452368" cy="369332"/>
          </a:xfrm>
          <a:prstGeom prst="rect">
            <a:avLst/>
          </a:prstGeom>
          <a:noFill/>
          <a:ln>
            <a:solidFill>
              <a:sysClr val="windowText" lastClr="000000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I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850610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2D46B-22A6-7F6A-5F92-9959D1764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57719-B3C0-519F-C326-C46FB1DD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458810"/>
          </a:xfrm>
        </p:spPr>
        <p:txBody>
          <a:bodyPr>
            <a:no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Simulated Concentration Profiles: Cl</a:t>
            </a:r>
            <a:r>
              <a:rPr lang="en-IN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NO</a:t>
            </a:r>
            <a:r>
              <a:rPr lang="en-I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EE77928-0392-9447-1108-EDC8E724E4DD}"/>
              </a:ext>
            </a:extLst>
          </p:cNvPr>
          <p:cNvSpPr/>
          <p:nvPr/>
        </p:nvSpPr>
        <p:spPr>
          <a:xfrm>
            <a:off x="556479" y="3485183"/>
            <a:ext cx="11587895" cy="2847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E7D84C-DCCF-87C1-31A9-09106A84BAC9}"/>
              </a:ext>
            </a:extLst>
          </p:cNvPr>
          <p:cNvSpPr txBox="1"/>
          <p:nvPr/>
        </p:nvSpPr>
        <p:spPr>
          <a:xfrm>
            <a:off x="1535148" y="3471409"/>
            <a:ext cx="658865" cy="3077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410389-E88F-C425-AB8E-B55B2F77E582}"/>
              </a:ext>
            </a:extLst>
          </p:cNvPr>
          <p:cNvSpPr txBox="1"/>
          <p:nvPr/>
        </p:nvSpPr>
        <p:spPr>
          <a:xfrm>
            <a:off x="4317606" y="3462172"/>
            <a:ext cx="658865" cy="3077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D5A537-043A-CCEE-E051-B76F39F83AE7}"/>
              </a:ext>
            </a:extLst>
          </p:cNvPr>
          <p:cNvSpPr txBox="1"/>
          <p:nvPr/>
        </p:nvSpPr>
        <p:spPr>
          <a:xfrm>
            <a:off x="7142382" y="3461884"/>
            <a:ext cx="658865" cy="3077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5D835D-F7AA-7459-0F42-EB834D79EA7C}"/>
              </a:ext>
            </a:extLst>
          </p:cNvPr>
          <p:cNvSpPr txBox="1"/>
          <p:nvPr/>
        </p:nvSpPr>
        <p:spPr>
          <a:xfrm>
            <a:off x="9864048" y="3466133"/>
            <a:ext cx="658865" cy="3077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A6E8B-B199-5408-3D58-12DDA584826C}"/>
              </a:ext>
            </a:extLst>
          </p:cNvPr>
          <p:cNvSpPr txBox="1"/>
          <p:nvPr/>
        </p:nvSpPr>
        <p:spPr>
          <a:xfrm rot="16200000">
            <a:off x="59907" y="1766126"/>
            <a:ext cx="466794" cy="369332"/>
          </a:xfrm>
          <a:prstGeom prst="rect">
            <a:avLst/>
          </a:prstGeom>
          <a:noFill/>
          <a:ln>
            <a:solidFill>
              <a:sysClr val="windowText" lastClr="000000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r>
              <a:rPr lang="en-I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346FFA-4977-9B2A-3880-0B31655249D1}"/>
              </a:ext>
            </a:extLst>
          </p:cNvPr>
          <p:cNvSpPr txBox="1"/>
          <p:nvPr/>
        </p:nvSpPr>
        <p:spPr>
          <a:xfrm rot="16200000">
            <a:off x="-83897" y="5125072"/>
            <a:ext cx="659155" cy="369332"/>
          </a:xfrm>
          <a:prstGeom prst="rect">
            <a:avLst/>
          </a:prstGeom>
          <a:noFill/>
          <a:ln>
            <a:solidFill>
              <a:sysClr val="windowText" lastClr="000000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I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E5077998-BBF1-4FF4-924C-1324F9270D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7264488"/>
              </p:ext>
            </p:extLst>
          </p:nvPr>
        </p:nvGraphicFramePr>
        <p:xfrm>
          <a:off x="582704" y="449112"/>
          <a:ext cx="2820726" cy="2956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786C27B5-E766-4400-A66C-5007D440D1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6963894"/>
              </p:ext>
            </p:extLst>
          </p:nvPr>
        </p:nvGraphicFramePr>
        <p:xfrm>
          <a:off x="3479629" y="439412"/>
          <a:ext cx="2820726" cy="2956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50A5DF25-00FB-4E92-81D3-C986B8A2ED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339588"/>
              </p:ext>
            </p:extLst>
          </p:nvPr>
        </p:nvGraphicFramePr>
        <p:xfrm>
          <a:off x="6376555" y="458811"/>
          <a:ext cx="2820726" cy="2956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4C69A51E-7A81-4A2D-A614-BEED10DA16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857909"/>
              </p:ext>
            </p:extLst>
          </p:nvPr>
        </p:nvGraphicFramePr>
        <p:xfrm>
          <a:off x="9291023" y="465342"/>
          <a:ext cx="2792339" cy="2956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FE16FCD4-C0FF-47A3-9716-2FC805630A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377293"/>
              </p:ext>
            </p:extLst>
          </p:nvPr>
        </p:nvGraphicFramePr>
        <p:xfrm>
          <a:off x="505841" y="3798236"/>
          <a:ext cx="2897588" cy="2956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2BCC25BF-5B56-4DCF-96B8-23E25989E9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7428183"/>
              </p:ext>
            </p:extLst>
          </p:nvPr>
        </p:nvGraphicFramePr>
        <p:xfrm>
          <a:off x="3479629" y="3802197"/>
          <a:ext cx="2820726" cy="2956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D405A88F-8C92-421C-B283-6AF17B245A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4708402"/>
              </p:ext>
            </p:extLst>
          </p:nvPr>
        </p:nvGraphicFramePr>
        <p:xfrm>
          <a:off x="6376554" y="3802545"/>
          <a:ext cx="2820726" cy="2956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5E34ECB9-62D6-4407-A219-1437E36EFF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3586771"/>
              </p:ext>
            </p:extLst>
          </p:nvPr>
        </p:nvGraphicFramePr>
        <p:xfrm>
          <a:off x="9291023" y="3814324"/>
          <a:ext cx="2853352" cy="2956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1204666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FD530-233C-1D4A-D54C-B12D346DE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F5AB1-27B0-9E4F-209A-A7E8B0967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855"/>
            <a:ext cx="10515600" cy="728345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of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0196D-D39C-3255-54A7-0A443E3C1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933450"/>
            <a:ext cx="11515725" cy="5541241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Cation Exchange: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held weakly by the exchanger due to its lower selectivity coefficient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0) leading to it being simply flushed out with the flow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held relatively stronger by exchanger in the soil due to a higher selectivity coefficient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0.7)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accumulation as it is eluted from the exchanged sites. This accumulation is elucidated by the peaks in the concentration profiles</a:t>
            </a:r>
          </a:p>
          <a:p>
            <a:pPr lvl="2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Anion dynamics: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anions and exchange sites are negatively charged and do not interact due to repulsion</a:t>
            </a:r>
          </a:p>
        </p:txBody>
      </p:sp>
    </p:spTree>
    <p:extLst>
      <p:ext uri="{BB962C8B-B14F-4D97-AF65-F5344CB8AC3E}">
        <p14:creationId xmlns:p14="http://schemas.microsoft.com/office/powerpoint/2010/main" val="4054587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BEFD6-008B-EB16-63CC-43A65BC4F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555B-A10A-2C71-A0AE-D4AA824C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855"/>
            <a:ext cx="10515600" cy="728345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scope of additional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CF536-C470-1FF4-D86E-075E75332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933450"/>
            <a:ext cx="11515725" cy="5541241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obtained from 2DSoil-PhreeqcRM based simulations show good agreement with those obtained from the in-built transport module in Phreeqc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additional exercises: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agro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-geochemical scenarios can be simulated</a:t>
            </a:r>
          </a:p>
          <a:p>
            <a:pPr lvl="2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them is the simulation of experimental studies conducted at UNL 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345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5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7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9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1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3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4895</TotalTime>
  <Words>1840</Words>
  <Application>Microsoft Office PowerPoint</Application>
  <PresentationFormat>Widescreen</PresentationFormat>
  <Paragraphs>215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Times New Roman</vt:lpstr>
      <vt:lpstr>Office Theme</vt:lpstr>
      <vt:lpstr>Verifying the integration of PhreeqcRM with 2DSoil Model  by Simulating Cation Exchange In a Soil Column</vt:lpstr>
      <vt:lpstr>Verification Exercise Simulating Cation Exchange In a Soil Column</vt:lpstr>
      <vt:lpstr>Verification Exercise Simulating Cation Exchange In a Soil Column</vt:lpstr>
      <vt:lpstr>Introduction To Cation Exchange</vt:lpstr>
      <vt:lpstr>Model Characteristics (common to both simulations)</vt:lpstr>
      <vt:lpstr>Simulations based on 2DSoil-PhreeqcRM</vt:lpstr>
      <vt:lpstr>Model Characteristics for 2DSoil-PhreeqcRM</vt:lpstr>
      <vt:lpstr>Model Characteristics for Phreeqc’s Transport Module</vt:lpstr>
      <vt:lpstr>Model Characteristics for Phreeqc’s Transport Module</vt:lpstr>
      <vt:lpstr>Results</vt:lpstr>
      <vt:lpstr>Comparison of Simulated Concentration Profiles : Ca2+ and Na+</vt:lpstr>
      <vt:lpstr>Comparison of Simulated Concentration Profiles: Ca2+ and K+</vt:lpstr>
      <vt:lpstr>Comparison of Simulated Concentration Profiles: Cl- and NO3-</vt:lpstr>
      <vt:lpstr>Discussion of Results</vt:lpstr>
      <vt:lpstr>Conclusion and scope of additional 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KAPOOR</dc:creator>
  <cp:lastModifiedBy>ADITYA KAPOOR</cp:lastModifiedBy>
  <cp:revision>6</cp:revision>
  <dcterms:created xsi:type="dcterms:W3CDTF">2025-06-19T15:27:52Z</dcterms:created>
  <dcterms:modified xsi:type="dcterms:W3CDTF">2025-06-23T01:03:25Z</dcterms:modified>
</cp:coreProperties>
</file>